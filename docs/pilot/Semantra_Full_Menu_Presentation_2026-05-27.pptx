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4A11-6FB2-41A6-88AF-30CF34EFD1A0}" type="datetimeFigureOut">
              <a:rPr lang="en-US" smtClean="0"/>
              <a:t>2026-05-28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2AAB1-7F66-4770-AD09-E3ADB404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6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Semantra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samo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mapper. To je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kompletan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radni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governance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sistem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za data integration, od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pripreme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review-a do benchmark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merenja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runtime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kontrole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stewardship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odluka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97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Na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vrhu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aplikacije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postoji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pet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glavnih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zona: Workspace, Catalog, Benchmarks, System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Governance. Time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publika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odmah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dobija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mentalni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model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cele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aplikacije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8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Setup je mesto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gde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pocinje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rad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podacima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Ovde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korisnik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bira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li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radi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standardni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two-file mapping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canonical-only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tok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ovde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sistem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tumaci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li je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fajl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row data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schema spec.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32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Review je analyst-centered trust layer. Tu se vide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kandidati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coverage, knowledge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LLM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signali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kao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review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prioritizacija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kroz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queue plan.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7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Decisions je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prelaz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iz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review-a u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trajne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polutrajne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odluke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Tu se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cuvaju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manual overrides, import/export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mapping set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verzije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draft sessions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correction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tokovi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76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Output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pretvara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aktivni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mapping state u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razvojne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artefakte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Iz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istog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radnog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mogu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nastanu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preview, Pandas,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PySpark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dbt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izlazi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plus refinement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kada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je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potreban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7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Catalog je reuse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discovery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biblioteka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integracionog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znanja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Pretraga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radi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po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sistemima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domenu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statusu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owner-u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canonical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signalima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pa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korisnik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ne mora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krece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od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nule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0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Kada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otvorimo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konkretan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asset, Catalog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postaje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ulaz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u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sledeci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korak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rada.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Iz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njega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mozemo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uradimo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reuse u Workspace, diff handoff u Workspace Review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governance handoff u Stewardship.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22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Benchmarks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pocinju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od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cuvanja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mapping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kao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benchmark dataset-a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od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ucitavanja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prethodnih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run-ova. To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znaci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evaluacija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jednokratna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demonstracija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vec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trajni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kvalitetni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signal.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27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Kada benchmark dataset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postoji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mozemo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uporedimo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vise scoring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profila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dobijemo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preporuceni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default.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Posle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toga explanation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prevodi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metrike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u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razumljiv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poslovni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razlog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33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System Admin je runtime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administracija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Tu se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ucitava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runtime config, vide saved corrections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benchmark runs,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menja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aktivni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scoring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profil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za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nove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mapping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prolaze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55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System Debug je observability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povrsina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Tu se vide decision logs,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aktivni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knowledge runtime, audit log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canonical coverage/debug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insighte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nad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trenutnim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mapping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stanjem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95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Governance je steward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konzola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cetiri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sekcije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: Canonical, Knowledge, Overlays &amp; Runtime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Stewardship.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Ovaj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slajd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sluzi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publika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shvati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da governance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jedan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ekran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78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Canonical je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stabilni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glossary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sloj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Tu se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upravlja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canonical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konceptima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aliasima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coverage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kontekstom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promotion-ready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signalima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71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Knowledge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cuva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radni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registry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pojmova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blizih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stvarnim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integracionim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izrazima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On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povezuje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operativno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znanje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canonical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slojem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03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Overlays &amp; Runtime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sluzi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za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kontrolisane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reverzibilne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promene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znanja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uticu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na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runtime bez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direktnog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menjanja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stabilnog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glossarya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26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Stewardship je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radna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lista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governance follow-up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stavki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 Tu steward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vidi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gapove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, review note, queue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statuse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odluke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za promotion, reject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ili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ignore.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06060"/>
                </a:solidFill>
                <a:latin typeface="+mn-lt"/>
              </a:rPr>
              <a:t>Speaker note: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Zakljucak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prezentacije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je da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Semantra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pokriva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ceo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zivotni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ciklus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: ingestion, review, decisions, output, reuse, benchmark evidence, runtime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kontrolu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i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governance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upravljanje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 </a:t>
            </a:r>
            <a:r>
              <a:rPr lang="en-US" sz="1200" i="1" dirty="0" err="1">
                <a:solidFill>
                  <a:srgbClr val="606060"/>
                </a:solidFill>
                <a:latin typeface="+mn-lt"/>
              </a:rPr>
              <a:t>znanjem</a:t>
            </a:r>
            <a:r>
              <a:rPr lang="en-US" sz="1200" i="1" dirty="0">
                <a:solidFill>
                  <a:srgbClr val="606060"/>
                </a:solidFill>
                <a:latin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2AAB1-7F66-4770-AD09-E3ADB4048BB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3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8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99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8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1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3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0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4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1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2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Semantra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Full menu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Semantra povezuje analyst rad, quality evidence i governance odluke u jedinstven data-integration tok.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Radni tok: Workspace -&gt; Catalog -&gt; Benchmarks -&gt; System -&gt; Governance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Pokazuje ingestion, review, decisions, output, reuse, observability i stewardship</a:t>
            </a:r>
          </a:p>
        </p:txBody>
      </p:sp>
      <p:pic>
        <p:nvPicPr>
          <p:cNvPr id="6" name="Picture 5" descr="04_workspace_output_genera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65" y="150549"/>
            <a:ext cx="5723981" cy="63599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Navigation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Top-level product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Pet glavnih zona razdvajaju analyst rad, reuse, quality telemetry, runtime kontrolu i steward odgovornosti.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Workspace: setup, review, decisions, output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Catalog: discovery, detail, diff, reuse, handoff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Benchmarks, System i Governance pokrivaju kvalitet, operacije i stewarding</a:t>
            </a:r>
          </a:p>
        </p:txBody>
      </p:sp>
      <p:pic>
        <p:nvPicPr>
          <p:cNvPr id="6" name="Picture 5" descr="04_workspace_output_genera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1328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Workspace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Upload and interpret source 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Setup pokriva standardni two-file mapping i canonical-only tok, uz razlikovanje row-data i schema-spec inputa.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Mapping mode: Standard ili Canonical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Source/Target upload i profiling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Source mode i Target mode za data vs. schema spec</a:t>
            </a:r>
          </a:p>
        </p:txBody>
      </p:sp>
      <p:pic>
        <p:nvPicPr>
          <p:cNvPr id="6" name="Picture 5" descr="01_standard_two_file_mappin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1328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Workspace /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Trust-layer analyst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Review prikazuje kandidate, coverage, knowledge i LLM signale, ali zadrzava bounded analyst-centered tok odluka.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Mapping Trust Layer i review prioritizacija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Review Queue Plan za fokus rada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LLM Decision Proposals kao bounded pomocni sloj</a:t>
            </a:r>
          </a:p>
        </p:txBody>
      </p:sp>
      <p:pic>
        <p:nvPicPr>
          <p:cNvPr id="6" name="Picture 5" descr="03_llm_decision_flow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82880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Workspace /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Persist and resume analyst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Decisions pretvara review state u trajne ili polutrajne odluke kroz overrides, imports, versions i draft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Manual overrides i import/export povrsine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Mapping Set Versions i draft-session restore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Continuity rada bez gubitka konteksta</a:t>
            </a:r>
          </a:p>
        </p:txBody>
      </p:sp>
      <p:pic>
        <p:nvPicPr>
          <p:cNvPr id="6" name="Picture 5" descr="02_workspace_resu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30" y="74168"/>
            <a:ext cx="5669280" cy="6299200"/>
          </a:xfrm>
          <a:prstGeom prst="rect">
            <a:avLst/>
          </a:prstGeom>
        </p:spPr>
      </p:pic>
      <p:pic>
        <p:nvPicPr>
          <p:cNvPr id="7" name="Picture 6" descr="03_llm_decision_flow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279400"/>
            <a:ext cx="5669280" cy="629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Workspace /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From mapping state to dev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Output zatvara analyst tok kroz preview, Pandas, PySpark, dbt i LLM refinement artefakte.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Preview za standardni mapping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Artifact format za Pandas, PySpark i dbt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Refinement kao dodatni polish korak</a:t>
            </a:r>
          </a:p>
        </p:txBody>
      </p:sp>
      <p:pic>
        <p:nvPicPr>
          <p:cNvPr id="6" name="Picture 5" descr="04_workspace_output_genera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57444"/>
            <a:ext cx="5669280" cy="6299200"/>
          </a:xfrm>
          <a:prstGeom prst="rect">
            <a:avLst/>
          </a:prstGeom>
        </p:spPr>
      </p:pic>
      <p:pic>
        <p:nvPicPr>
          <p:cNvPr id="7" name="Picture 6" descr="04_workspace_output_generation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6682"/>
            <a:ext cx="5669280" cy="629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Catalog / Search and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Reusable integration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Catalog omogucava discovery reusable integracija po sistemima, domenu, statusu i canonical kontekstu.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Search and Filters za system/domain/owner/status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Discovery Overview i Integration Results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Reuse shortlist i system-pair pregled</a:t>
            </a:r>
          </a:p>
        </p:txBody>
      </p:sp>
      <p:pic>
        <p:nvPicPr>
          <p:cNvPr id="6" name="Picture 5" descr="01_catalog_reus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0180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Catalog / Detail, Diff and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Move from stored assets into live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Catalog nije pasivan: iz njega se ulazi u Workspace reuse, diff review i governance handoff tokove.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Approved reuse u Workspace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Version diff i Workspace Review handoff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Stewardship handoff u Governance</a:t>
            </a:r>
          </a:p>
        </p:txBody>
      </p:sp>
      <p:pic>
        <p:nvPicPr>
          <p:cNvPr id="6" name="Picture 5" descr="01_catalog_reus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82880"/>
            <a:ext cx="5669280" cy="6299200"/>
          </a:xfrm>
          <a:prstGeom prst="rect">
            <a:avLst/>
          </a:prstGeom>
        </p:spPr>
      </p:pic>
      <p:pic>
        <p:nvPicPr>
          <p:cNvPr id="7" name="Picture 6" descr="03_catalog_diff_handoff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666492"/>
            <a:ext cx="2743200" cy="3048000"/>
          </a:xfrm>
          <a:prstGeom prst="rect">
            <a:avLst/>
          </a:prstGeom>
        </p:spPr>
      </p:pic>
      <p:pic>
        <p:nvPicPr>
          <p:cNvPr id="8" name="Picture 7" descr="04_catalog_stewardship_handoff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874" y="2117344"/>
            <a:ext cx="2743200" cy="304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Benchmarks / Datasets and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Persistent quality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Benchmarking pocinje od cuvanja mapping stanja kao evaluation dataset-a i vracanja istorije run-ova.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Save current mapping as benchmark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Load saved benchmark datasets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Load benchmark run history</a:t>
            </a:r>
          </a:p>
        </p:txBody>
      </p:sp>
      <p:pic>
        <p:nvPicPr>
          <p:cNvPr id="6" name="Picture 5" descr="05_benchmarks_explana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82880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Benchmarks / Profile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Explainable scoring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Benchmarks ne daju samo metriku, vec i preporuceni scoring profil sa objasnjenjem, rizicima i sledecim koracima.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Scoring Profile Comparison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Recommended default profile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Benchmark Explanation sa findings i risks</a:t>
            </a:r>
          </a:p>
        </p:txBody>
      </p:sp>
      <p:pic>
        <p:nvPicPr>
          <p:cNvPr id="6" name="Picture 5" descr="05_benchmarks_explana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70180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System /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Runtime operations and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System Admin je kontrolna tabla za runtime config, scoring profil, corrections i benchmark-run administraciju.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Load runtime config, saved corrections i benchmark runs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Scoring Runtime sa aktivnim profilom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Apply scoring profile za nove mapping prolaze</a:t>
            </a:r>
          </a:p>
        </p:txBody>
      </p:sp>
      <p:pic>
        <p:nvPicPr>
          <p:cNvPr id="6" name="Picture 5" descr="11_system_admi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System /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Structured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System Debug objedinjuje decision logs, knowledge runtime status, audit log i coverage debug pogled nad aktivnim mapping stanjem.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Decision logs i knowledge runtime status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Knowledge audit log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Coverage and match insights za troubleshooting</a:t>
            </a:r>
          </a:p>
        </p:txBody>
      </p:sp>
      <p:pic>
        <p:nvPicPr>
          <p:cNvPr id="6" name="Picture 5" descr="12_system_debu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Governance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Steward console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Governance razdvaja cetiri odgovornosti: Canonical, Knowledge, Overlays &amp; Runtime i Stewardship.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Canonical za stabilni glossary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Knowledge za radni registry pojmova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Overlays &amp; Runtime i Stewardship za operativno upravljanje promenama</a:t>
            </a:r>
          </a:p>
        </p:txBody>
      </p:sp>
      <p:pic>
        <p:nvPicPr>
          <p:cNvPr id="6" name="Picture 5" descr="16_governance_overlays_runti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Governance / Canonical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Stable glossary stewardship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Canonical sekcija upravlja stabilnim konceptima, aliasima i promotion-ready signalima koji imaju dugorocan efekat.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Canonical Glossary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Concept details, aliases i context coverage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Promotion-oriented governance tokovi</a:t>
            </a:r>
          </a:p>
        </p:txBody>
      </p:sp>
      <p:pic>
        <p:nvPicPr>
          <p:cNvPr id="6" name="Picture 5" descr="14_governance_canonical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Governance /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Operational knowledge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Knowledge sekcija povezuje realne integracione izraze sa canonical slojem i omogucava postepenu steward normalizaciju.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Knowledge Registry i Knowledge Concept Registry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Linked canonical paths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Promotion readiness i review detalji</a:t>
            </a:r>
          </a:p>
        </p:txBody>
      </p:sp>
      <p:pic>
        <p:nvPicPr>
          <p:cNvPr id="6" name="Picture 5" descr="15_governance_knowledg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Governance / Overlays &amp;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Reversible runtime knowledge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Overlays &amp; Runtime obezbedjuje brz, reverzibilan i auditabilan sloj za runtime promene bez direktnog menjanja stabilnog glossarya.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Overlay Summary i active overlay status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Overlay lifecycle: refresh, reload, audit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Runtime-aware knowledge management</a:t>
            </a:r>
          </a:p>
        </p:txBody>
      </p:sp>
      <p:pic>
        <p:nvPicPr>
          <p:cNvPr id="6" name="Picture 5" descr="16_governance_overlays_runti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Governance / Stewardship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Queue-based follow-up and decisioning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Stewardship pretvara operativne signale i gapove u auditabilne approve/reject/ignore odluke.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Queue status i selected item detail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Review note i proposal-state signal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Approve/reject/ignore tokovi za governance follow-up</a:t>
            </a:r>
          </a:p>
        </p:txBody>
      </p:sp>
      <p:pic>
        <p:nvPicPr>
          <p:cNvPr id="6" name="Picture 5" descr="04_catalog_stewardship_handoff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0" y="182880"/>
            <a:ext cx="5669280" cy="629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407C"/>
                </a:solidFill>
                <a:latin typeface="Aptos Display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  <a:latin typeface="Aptos"/>
              </a:rPr>
              <a:t>One integrated operating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212080" cy="868680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l"/>
            <a:r>
              <a:rPr sz="1600" b="1">
                <a:solidFill>
                  <a:srgbClr val="11407C"/>
                </a:solidFill>
                <a:latin typeface="Aptos"/>
              </a:rPr>
              <a:t>Semantra povezuje ingestion, review, decisions, output, reuse, benchmark evidence, runtime kontrolu i governance upravljanje u jedan tok.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Aptos"/>
              </a:rPr>
              <a:t>Why This Slide Matters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Catalog vraca korisnika u Workspace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Benchmarks objasnjavaju kvalitet odluka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Governance pretvara operativne signale u trajno upravljano znanje</a:t>
            </a:r>
          </a:p>
        </p:txBody>
      </p:sp>
      <p:pic>
        <p:nvPicPr>
          <p:cNvPr id="6" name="Picture 5" descr="16_governance_overlays_runti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685800"/>
            <a:ext cx="5669280" cy="3523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23620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060"/>
                </a:solidFill>
                <a:latin typeface="Aptos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636</TotalTime>
  <Words>1433</Words>
  <Application>Microsoft Office PowerPoint</Application>
  <PresentationFormat>Widescreen</PresentationFormat>
  <Paragraphs>179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Slavisa Milinkovic</cp:lastModifiedBy>
  <cp:revision>2</cp:revision>
  <dcterms:created xsi:type="dcterms:W3CDTF">2013-01-27T09:14:16Z</dcterms:created>
  <dcterms:modified xsi:type="dcterms:W3CDTF">2026-05-28T06:30:43Z</dcterms:modified>
  <cp:category/>
</cp:coreProperties>
</file>