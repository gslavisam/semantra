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9"/>
  </p:notesMasterIdLst>
  <p:sldIdLst>
    <p:sldId id="313" r:id="rId2"/>
    <p:sldId id="314" r:id="rId3"/>
    <p:sldId id="315" r:id="rId4"/>
    <p:sldId id="316" r:id="rId5"/>
    <p:sldId id="317" r:id="rId6"/>
    <p:sldId id="318" r:id="rId7"/>
    <p:sldId id="319" r:id="rId8"/>
    <p:sldId id="320" r:id="rId9"/>
    <p:sldId id="321" r:id="rId10"/>
    <p:sldId id="322" r:id="rId11"/>
    <p:sldId id="323" r:id="rId12"/>
    <p:sldId id="324" r:id="rId13"/>
    <p:sldId id="325" r:id="rId14"/>
    <p:sldId id="341" r:id="rId15"/>
    <p:sldId id="326" r:id="rId16"/>
    <p:sldId id="256" r:id="rId17"/>
    <p:sldId id="257" r:id="rId18"/>
    <p:sldId id="305" r:id="rId19"/>
    <p:sldId id="297" r:id="rId20"/>
    <p:sldId id="261" r:id="rId21"/>
    <p:sldId id="307" r:id="rId22"/>
    <p:sldId id="264" r:id="rId23"/>
    <p:sldId id="265" r:id="rId24"/>
    <p:sldId id="308" r:id="rId25"/>
    <p:sldId id="268" r:id="rId26"/>
    <p:sldId id="271" r:id="rId27"/>
    <p:sldId id="272" r:id="rId28"/>
    <p:sldId id="273" r:id="rId29"/>
    <p:sldId id="274" r:id="rId30"/>
    <p:sldId id="275" r:id="rId31"/>
    <p:sldId id="276" r:id="rId32"/>
    <p:sldId id="278" r:id="rId33"/>
    <p:sldId id="310" r:id="rId34"/>
    <p:sldId id="309" r:id="rId35"/>
    <p:sldId id="279" r:id="rId36"/>
    <p:sldId id="281" r:id="rId37"/>
    <p:sldId id="283" r:id="rId38"/>
    <p:sldId id="285" r:id="rId39"/>
    <p:sldId id="287" r:id="rId40"/>
    <p:sldId id="288" r:id="rId41"/>
    <p:sldId id="289" r:id="rId42"/>
    <p:sldId id="311" r:id="rId43"/>
    <p:sldId id="292" r:id="rId44"/>
    <p:sldId id="293" r:id="rId45"/>
    <p:sldId id="294" r:id="rId46"/>
    <p:sldId id="295" r:id="rId47"/>
    <p:sldId id="312" r:id="rId48"/>
    <p:sldId id="299" r:id="rId49"/>
    <p:sldId id="300" r:id="rId50"/>
    <p:sldId id="301" r:id="rId51"/>
    <p:sldId id="302" r:id="rId52"/>
    <p:sldId id="303" r:id="rId53"/>
    <p:sldId id="304" r:id="rId54"/>
    <p:sldId id="340" r:id="rId55"/>
    <p:sldId id="327" r:id="rId56"/>
    <p:sldId id="328" r:id="rId57"/>
    <p:sldId id="329" r:id="rId58"/>
    <p:sldId id="330" r:id="rId59"/>
    <p:sldId id="331" r:id="rId60"/>
    <p:sldId id="332" r:id="rId61"/>
    <p:sldId id="333" r:id="rId62"/>
    <p:sldId id="334" r:id="rId63"/>
    <p:sldId id="335" r:id="rId64"/>
    <p:sldId id="336" r:id="rId65"/>
    <p:sldId id="337" r:id="rId66"/>
    <p:sldId id="338" r:id="rId67"/>
    <p:sldId id="339" r:id="rId6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233863-4152-409E-BB5A-CB38AB059D82}" v="17" dt="2026-05-05T13:16:36.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6247" autoAdjust="0"/>
  </p:normalViewPr>
  <p:slideViewPr>
    <p:cSldViewPr snapToGrid="0">
      <p:cViewPr varScale="1">
        <p:scale>
          <a:sx n="146" d="100"/>
          <a:sy n="146" d="100"/>
        </p:scale>
        <p:origin x="57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inkovic, Slavisa" userId="d6b370cb-6124-4398-9dc6-02c08a49d401" providerId="ADAL" clId="{D1B54D77-0C79-4CEF-8F7E-12D5C22A82C4}"/>
    <pc:docChg chg="undo custSel addSld delSld modSld sldOrd modNotesMaster">
      <pc:chgData name="Milinkovic, Slavisa" userId="d6b370cb-6124-4398-9dc6-02c08a49d401" providerId="ADAL" clId="{D1B54D77-0C79-4CEF-8F7E-12D5C22A82C4}" dt="2026-05-05T17:14:35.717" v="113" actId="26606"/>
      <pc:docMkLst>
        <pc:docMk/>
      </pc:docMkLst>
      <pc:sldChg chg="modNotes">
        <pc:chgData name="Milinkovic, Slavisa" userId="d6b370cb-6124-4398-9dc6-02c08a49d401" providerId="ADAL" clId="{D1B54D77-0C79-4CEF-8F7E-12D5C22A82C4}" dt="2026-05-05T09:52:37.151" v="1" actId="26606"/>
        <pc:sldMkLst>
          <pc:docMk/>
          <pc:sldMk cId="0" sldId="256"/>
        </pc:sldMkLst>
      </pc:sldChg>
      <pc:sldChg chg="modSp mod modNotes">
        <pc:chgData name="Milinkovic, Slavisa" userId="d6b370cb-6124-4398-9dc6-02c08a49d401" providerId="ADAL" clId="{D1B54D77-0C79-4CEF-8F7E-12D5C22A82C4}" dt="2026-05-05T15:19:43.992" v="77" actId="26606"/>
        <pc:sldMkLst>
          <pc:docMk/>
          <pc:sldMk cId="0" sldId="257"/>
        </pc:sldMkLst>
        <pc:spChg chg="mod">
          <ac:chgData name="Milinkovic, Slavisa" userId="d6b370cb-6124-4398-9dc6-02c08a49d401" providerId="ADAL" clId="{D1B54D77-0C79-4CEF-8F7E-12D5C22A82C4}" dt="2026-05-05T15:19:43.992" v="77" actId="26606"/>
          <ac:spMkLst>
            <pc:docMk/>
            <pc:sldMk cId="0" sldId="257"/>
            <ac:spMk id="9" creationId="{00000000-0000-0000-0000-000000000000}"/>
          </ac:spMkLst>
        </pc:spChg>
      </pc:sldChg>
      <pc:sldChg chg="modSp del mod modNotes">
        <pc:chgData name="Milinkovic, Slavisa" userId="d6b370cb-6124-4398-9dc6-02c08a49d401" providerId="ADAL" clId="{D1B54D77-0C79-4CEF-8F7E-12D5C22A82C4}" dt="2026-05-05T14:02:55.576" v="69" actId="26606"/>
        <pc:sldMkLst>
          <pc:docMk/>
          <pc:sldMk cId="0" sldId="258"/>
        </pc:sldMkLst>
        <pc:spChg chg="mod">
          <ac:chgData name="Milinkovic, Slavisa" userId="d6b370cb-6124-4398-9dc6-02c08a49d401" providerId="ADAL" clId="{D1B54D77-0C79-4CEF-8F7E-12D5C22A82C4}" dt="2026-05-05T09:52:37.151" v="1" actId="26606"/>
          <ac:spMkLst>
            <pc:docMk/>
            <pc:sldMk cId="0" sldId="258"/>
            <ac:spMk id="9" creationId="{00000000-0000-0000-0000-000000000000}"/>
          </ac:spMkLst>
        </pc:spChg>
      </pc:sldChg>
      <pc:sldChg chg="modSp del mod modNotes">
        <pc:chgData name="Milinkovic, Slavisa" userId="d6b370cb-6124-4398-9dc6-02c08a49d401" providerId="ADAL" clId="{D1B54D77-0C79-4CEF-8F7E-12D5C22A82C4}" dt="2026-05-05T15:11:03.547" v="76" actId="26606"/>
        <pc:sldMkLst>
          <pc:docMk/>
          <pc:sldMk cId="0" sldId="259"/>
        </pc:sldMkLst>
        <pc:spChg chg="mod">
          <ac:chgData name="Milinkovic, Slavisa" userId="d6b370cb-6124-4398-9dc6-02c08a49d401" providerId="ADAL" clId="{D1B54D77-0C79-4CEF-8F7E-12D5C22A82C4}" dt="2026-05-05T14:30:02.605" v="73" actId="26606"/>
          <ac:spMkLst>
            <pc:docMk/>
            <pc:sldMk cId="0" sldId="259"/>
            <ac:spMk id="9" creationId="{00000000-0000-0000-0000-000000000000}"/>
          </ac:spMkLst>
        </pc:spChg>
      </pc:sldChg>
      <pc:sldChg chg="modSp del mod modNotes">
        <pc:chgData name="Milinkovic, Slavisa" userId="d6b370cb-6124-4398-9dc6-02c08a49d401" providerId="ADAL" clId="{D1B54D77-0C79-4CEF-8F7E-12D5C22A82C4}" dt="2026-05-05T14:02:55.576" v="69" actId="26606"/>
        <pc:sldMkLst>
          <pc:docMk/>
          <pc:sldMk cId="0" sldId="260"/>
        </pc:sldMkLst>
        <pc:spChg chg="mod">
          <ac:chgData name="Milinkovic, Slavisa" userId="d6b370cb-6124-4398-9dc6-02c08a49d401" providerId="ADAL" clId="{D1B54D77-0C79-4CEF-8F7E-12D5C22A82C4}" dt="2026-05-05T09:52:37.151" v="1" actId="26606"/>
          <ac:spMkLst>
            <pc:docMk/>
            <pc:sldMk cId="0" sldId="260"/>
            <ac:spMk id="9" creationId="{00000000-0000-0000-0000-000000000000}"/>
          </ac:spMkLst>
        </pc:spChg>
        <pc:spChg chg="mod">
          <ac:chgData name="Milinkovic, Slavisa" userId="d6b370cb-6124-4398-9dc6-02c08a49d401" providerId="ADAL" clId="{D1B54D77-0C79-4CEF-8F7E-12D5C22A82C4}" dt="2026-05-05T12:34:14.153" v="50" actId="14100"/>
          <ac:spMkLst>
            <pc:docMk/>
            <pc:sldMk cId="0" sldId="260"/>
            <ac:spMk id="15" creationId="{00000000-0000-0000-0000-000000000000}"/>
          </ac:spMkLst>
        </pc:spChg>
        <pc:spChg chg="mod">
          <ac:chgData name="Milinkovic, Slavisa" userId="d6b370cb-6124-4398-9dc6-02c08a49d401" providerId="ADAL" clId="{D1B54D77-0C79-4CEF-8F7E-12D5C22A82C4}" dt="2026-05-05T12:33:41.391" v="44" actId="14100"/>
          <ac:spMkLst>
            <pc:docMk/>
            <pc:sldMk cId="0" sldId="260"/>
            <ac:spMk id="19" creationId="{00000000-0000-0000-0000-000000000000}"/>
          </ac:spMkLst>
        </pc:spChg>
        <pc:spChg chg="mod">
          <ac:chgData name="Milinkovic, Slavisa" userId="d6b370cb-6124-4398-9dc6-02c08a49d401" providerId="ADAL" clId="{D1B54D77-0C79-4CEF-8F7E-12D5C22A82C4}" dt="2026-05-05T12:33:30.141" v="42" actId="14100"/>
          <ac:spMkLst>
            <pc:docMk/>
            <pc:sldMk cId="0" sldId="260"/>
            <ac:spMk id="23" creationId="{00000000-0000-0000-0000-000000000000}"/>
          </ac:spMkLst>
        </pc:spChg>
        <pc:spChg chg="mod">
          <ac:chgData name="Milinkovic, Slavisa" userId="d6b370cb-6124-4398-9dc6-02c08a49d401" providerId="ADAL" clId="{D1B54D77-0C79-4CEF-8F7E-12D5C22A82C4}" dt="2026-05-05T12:33:51.271" v="46" actId="14100"/>
          <ac:spMkLst>
            <pc:docMk/>
            <pc:sldMk cId="0" sldId="260"/>
            <ac:spMk id="27" creationId="{00000000-0000-0000-0000-000000000000}"/>
          </ac:spMkLst>
        </pc:spChg>
        <pc:spChg chg="mod">
          <ac:chgData name="Milinkovic, Slavisa" userId="d6b370cb-6124-4398-9dc6-02c08a49d401" providerId="ADAL" clId="{D1B54D77-0C79-4CEF-8F7E-12D5C22A82C4}" dt="2026-05-05T12:33:35.879" v="43" actId="14100"/>
          <ac:spMkLst>
            <pc:docMk/>
            <pc:sldMk cId="0" sldId="260"/>
            <ac:spMk id="31" creationId="{00000000-0000-0000-0000-000000000000}"/>
          </ac:spMkLst>
        </pc:spChg>
        <pc:spChg chg="mod">
          <ac:chgData name="Milinkovic, Slavisa" userId="d6b370cb-6124-4398-9dc6-02c08a49d401" providerId="ADAL" clId="{D1B54D77-0C79-4CEF-8F7E-12D5C22A82C4}" dt="2026-05-05T12:33:46.454" v="45" actId="14100"/>
          <ac:spMkLst>
            <pc:docMk/>
            <pc:sldMk cId="0" sldId="260"/>
            <ac:spMk id="35" creationId="{00000000-0000-0000-0000-000000000000}"/>
          </ac:spMkLst>
        </pc:spChg>
      </pc:sldChg>
      <pc:sldChg chg="addSp modSp mod modNotes">
        <pc:chgData name="Milinkovic, Slavisa" userId="d6b370cb-6124-4398-9dc6-02c08a49d401" providerId="ADAL" clId="{D1B54D77-0C79-4CEF-8F7E-12D5C22A82C4}" dt="2026-05-05T16:12:26.584" v="112" actId="26606"/>
        <pc:sldMkLst>
          <pc:docMk/>
          <pc:sldMk cId="0" sldId="261"/>
        </pc:sldMkLst>
        <pc:spChg chg="mod">
          <ac:chgData name="Milinkovic, Slavisa" userId="d6b370cb-6124-4398-9dc6-02c08a49d401" providerId="ADAL" clId="{D1B54D77-0C79-4CEF-8F7E-12D5C22A82C4}" dt="2026-05-05T15:11:03.547" v="76" actId="26606"/>
          <ac:spMkLst>
            <pc:docMk/>
            <pc:sldMk cId="0" sldId="261"/>
            <ac:spMk id="9" creationId="{00000000-0000-0000-0000-000000000000}"/>
          </ac:spMkLst>
        </pc:spChg>
        <pc:spChg chg="mod">
          <ac:chgData name="Milinkovic, Slavisa" userId="d6b370cb-6124-4398-9dc6-02c08a49d401" providerId="ADAL" clId="{D1B54D77-0C79-4CEF-8F7E-12D5C22A82C4}" dt="2026-05-05T15:19:43.992" v="77" actId="26606"/>
          <ac:spMkLst>
            <pc:docMk/>
            <pc:sldMk cId="0" sldId="261"/>
            <ac:spMk id="10" creationId="{00000000-0000-0000-0000-000000000000}"/>
          </ac:spMkLst>
        </pc:spChg>
        <pc:spChg chg="mod">
          <ac:chgData name="Milinkovic, Slavisa" userId="d6b370cb-6124-4398-9dc6-02c08a49d401" providerId="ADAL" clId="{D1B54D77-0C79-4CEF-8F7E-12D5C22A82C4}" dt="2026-05-05T15:19:43.992" v="77" actId="26606"/>
          <ac:spMkLst>
            <pc:docMk/>
            <pc:sldMk cId="0" sldId="261"/>
            <ac:spMk id="13" creationId="{00000000-0000-0000-0000-000000000000}"/>
          </ac:spMkLst>
        </pc:spChg>
        <pc:spChg chg="mod">
          <ac:chgData name="Milinkovic, Slavisa" userId="d6b370cb-6124-4398-9dc6-02c08a49d401" providerId="ADAL" clId="{D1B54D77-0C79-4CEF-8F7E-12D5C22A82C4}" dt="2026-05-05T15:19:43.992" v="77" actId="26606"/>
          <ac:spMkLst>
            <pc:docMk/>
            <pc:sldMk cId="0" sldId="261"/>
            <ac:spMk id="14" creationId="{00000000-0000-0000-0000-000000000000}"/>
          </ac:spMkLst>
        </pc:spChg>
        <pc:spChg chg="mod">
          <ac:chgData name="Milinkovic, Slavisa" userId="d6b370cb-6124-4398-9dc6-02c08a49d401" providerId="ADAL" clId="{D1B54D77-0C79-4CEF-8F7E-12D5C22A82C4}" dt="2026-05-05T15:19:43.992" v="77" actId="26606"/>
          <ac:spMkLst>
            <pc:docMk/>
            <pc:sldMk cId="0" sldId="261"/>
            <ac:spMk id="15" creationId="{00000000-0000-0000-0000-000000000000}"/>
          </ac:spMkLst>
        </pc:spChg>
        <pc:spChg chg="mod">
          <ac:chgData name="Milinkovic, Slavisa" userId="d6b370cb-6124-4398-9dc6-02c08a49d401" providerId="ADAL" clId="{D1B54D77-0C79-4CEF-8F7E-12D5C22A82C4}" dt="2026-05-05T15:19:43.992" v="77" actId="26606"/>
          <ac:spMkLst>
            <pc:docMk/>
            <pc:sldMk cId="0" sldId="261"/>
            <ac:spMk id="17" creationId="{00000000-0000-0000-0000-000000000000}"/>
          </ac:spMkLst>
        </pc:spChg>
        <pc:spChg chg="mod">
          <ac:chgData name="Milinkovic, Slavisa" userId="d6b370cb-6124-4398-9dc6-02c08a49d401" providerId="ADAL" clId="{D1B54D77-0C79-4CEF-8F7E-12D5C22A82C4}" dt="2026-05-05T15:19:43.992" v="77" actId="26606"/>
          <ac:spMkLst>
            <pc:docMk/>
            <pc:sldMk cId="0" sldId="261"/>
            <ac:spMk id="19" creationId="{00000000-0000-0000-0000-000000000000}"/>
          </ac:spMkLst>
        </pc:spChg>
        <pc:spChg chg="mod">
          <ac:chgData name="Milinkovic, Slavisa" userId="d6b370cb-6124-4398-9dc6-02c08a49d401" providerId="ADAL" clId="{D1B54D77-0C79-4CEF-8F7E-12D5C22A82C4}" dt="2026-05-05T15:19:43.992" v="77" actId="26606"/>
          <ac:spMkLst>
            <pc:docMk/>
            <pc:sldMk cId="0" sldId="261"/>
            <ac:spMk id="23" creationId="{00000000-0000-0000-0000-000000000000}"/>
          </ac:spMkLst>
        </pc:spChg>
        <pc:spChg chg="mod">
          <ac:chgData name="Milinkovic, Slavisa" userId="d6b370cb-6124-4398-9dc6-02c08a49d401" providerId="ADAL" clId="{D1B54D77-0C79-4CEF-8F7E-12D5C22A82C4}" dt="2026-05-05T15:19:43.992" v="77" actId="26606"/>
          <ac:spMkLst>
            <pc:docMk/>
            <pc:sldMk cId="0" sldId="261"/>
            <ac:spMk id="24" creationId="{00000000-0000-0000-0000-000000000000}"/>
          </ac:spMkLst>
        </pc:spChg>
        <pc:spChg chg="mod">
          <ac:chgData name="Milinkovic, Slavisa" userId="d6b370cb-6124-4398-9dc6-02c08a49d401" providerId="ADAL" clId="{D1B54D77-0C79-4CEF-8F7E-12D5C22A82C4}" dt="2026-05-05T15:11:03.547" v="76" actId="26606"/>
          <ac:spMkLst>
            <pc:docMk/>
            <pc:sldMk cId="0" sldId="261"/>
            <ac:spMk id="39" creationId="{00000000-0000-0000-0000-000000000000}"/>
          </ac:spMkLst>
        </pc:spChg>
        <pc:spChg chg="mod">
          <ac:chgData name="Milinkovic, Slavisa" userId="d6b370cb-6124-4398-9dc6-02c08a49d401" providerId="ADAL" clId="{D1B54D77-0C79-4CEF-8F7E-12D5C22A82C4}" dt="2026-05-05T15:19:43.992" v="77" actId="26606"/>
          <ac:spMkLst>
            <pc:docMk/>
            <pc:sldMk cId="0" sldId="261"/>
            <ac:spMk id="40" creationId="{00000000-0000-0000-0000-000000000000}"/>
          </ac:spMkLst>
        </pc:spChg>
        <pc:spChg chg="add">
          <ac:chgData name="Milinkovic, Slavisa" userId="d6b370cb-6124-4398-9dc6-02c08a49d401" providerId="ADAL" clId="{D1B54D77-0C79-4CEF-8F7E-12D5C22A82C4}" dt="2026-05-05T15:19:43.992" v="77" actId="26606"/>
          <ac:spMkLst>
            <pc:docMk/>
            <pc:sldMk cId="0" sldId="261"/>
            <ac:spMk id="41" creationId="{00000000-0000-0000-0000-000000000000}"/>
          </ac:spMkLst>
        </pc:spChg>
      </pc:sldChg>
      <pc:sldChg chg="modSp del mod modNotes">
        <pc:chgData name="Milinkovic, Slavisa" userId="d6b370cb-6124-4398-9dc6-02c08a49d401" providerId="ADAL" clId="{D1B54D77-0C79-4CEF-8F7E-12D5C22A82C4}" dt="2026-05-05T15:11:03.547" v="76" actId="26606"/>
        <pc:sldMkLst>
          <pc:docMk/>
          <pc:sldMk cId="0" sldId="262"/>
        </pc:sldMkLst>
        <pc:spChg chg="mod">
          <ac:chgData name="Milinkovic, Slavisa" userId="d6b370cb-6124-4398-9dc6-02c08a49d401" providerId="ADAL" clId="{D1B54D77-0C79-4CEF-8F7E-12D5C22A82C4}" dt="2026-05-05T14:30:02.605" v="73" actId="26606"/>
          <ac:spMkLst>
            <pc:docMk/>
            <pc:sldMk cId="0" sldId="262"/>
            <ac:spMk id="9" creationId="{00000000-0000-0000-0000-000000000000}"/>
          </ac:spMkLst>
        </pc:spChg>
      </pc:sldChg>
      <pc:sldChg chg="modSp del mod modNotes">
        <pc:chgData name="Milinkovic, Slavisa" userId="d6b370cb-6124-4398-9dc6-02c08a49d401" providerId="ADAL" clId="{D1B54D77-0C79-4CEF-8F7E-12D5C22A82C4}" dt="2026-05-05T14:02:55.576" v="69" actId="26606"/>
        <pc:sldMkLst>
          <pc:docMk/>
          <pc:sldMk cId="0" sldId="263"/>
        </pc:sldMkLst>
        <pc:spChg chg="mod">
          <ac:chgData name="Milinkovic, Slavisa" userId="d6b370cb-6124-4398-9dc6-02c08a49d401" providerId="ADAL" clId="{D1B54D77-0C79-4CEF-8F7E-12D5C22A82C4}" dt="2026-05-05T09:52:37.151" v="1" actId="26606"/>
          <ac:spMkLst>
            <pc:docMk/>
            <pc:sldMk cId="0" sldId="263"/>
            <ac:spMk id="9" creationId="{00000000-0000-0000-0000-000000000000}"/>
          </ac:spMkLst>
        </pc:spChg>
      </pc:sldChg>
      <pc:sldChg chg="modSp mod modNotes">
        <pc:chgData name="Milinkovic, Slavisa" userId="d6b370cb-6124-4398-9dc6-02c08a49d401" providerId="ADAL" clId="{D1B54D77-0C79-4CEF-8F7E-12D5C22A82C4}" dt="2026-05-05T16:12:26.584" v="112" actId="26606"/>
        <pc:sldMkLst>
          <pc:docMk/>
          <pc:sldMk cId="0" sldId="264"/>
        </pc:sldMkLst>
        <pc:spChg chg="mod">
          <ac:chgData name="Milinkovic, Slavisa" userId="d6b370cb-6124-4398-9dc6-02c08a49d401" providerId="ADAL" clId="{D1B54D77-0C79-4CEF-8F7E-12D5C22A82C4}" dt="2026-05-05T15:19:43.992" v="77" actId="26606"/>
          <ac:spMkLst>
            <pc:docMk/>
            <pc:sldMk cId="0" sldId="264"/>
            <ac:spMk id="9" creationId="{00000000-0000-0000-0000-000000000000}"/>
          </ac:spMkLst>
        </pc:spChg>
      </pc:sldChg>
      <pc:sldChg chg="modSp mod modNotes">
        <pc:chgData name="Milinkovic, Slavisa" userId="d6b370cb-6124-4398-9dc6-02c08a49d401" providerId="ADAL" clId="{D1B54D77-0C79-4CEF-8F7E-12D5C22A82C4}" dt="2026-05-05T16:12:26.584" v="112" actId="26606"/>
        <pc:sldMkLst>
          <pc:docMk/>
          <pc:sldMk cId="0" sldId="265"/>
        </pc:sldMkLst>
        <pc:spChg chg="mod">
          <ac:chgData name="Milinkovic, Slavisa" userId="d6b370cb-6124-4398-9dc6-02c08a49d401" providerId="ADAL" clId="{D1B54D77-0C79-4CEF-8F7E-12D5C22A82C4}" dt="2026-05-05T15:11:03.547" v="76" actId="26606"/>
          <ac:spMkLst>
            <pc:docMk/>
            <pc:sldMk cId="0" sldId="265"/>
            <ac:spMk id="4" creationId="{00000000-0000-0000-0000-000000000000}"/>
          </ac:spMkLst>
        </pc:spChg>
        <pc:spChg chg="mod">
          <ac:chgData name="Milinkovic, Slavisa" userId="d6b370cb-6124-4398-9dc6-02c08a49d401" providerId="ADAL" clId="{D1B54D77-0C79-4CEF-8F7E-12D5C22A82C4}" dt="2026-05-05T15:11:03.547" v="76" actId="26606"/>
          <ac:spMkLst>
            <pc:docMk/>
            <pc:sldMk cId="0" sldId="265"/>
            <ac:spMk id="5" creationId="{00000000-0000-0000-0000-000000000000}"/>
          </ac:spMkLst>
        </pc:spChg>
        <pc:spChg chg="mod">
          <ac:chgData name="Milinkovic, Slavisa" userId="d6b370cb-6124-4398-9dc6-02c08a49d401" providerId="ADAL" clId="{D1B54D77-0C79-4CEF-8F7E-12D5C22A82C4}" dt="2026-05-05T15:19:43.992" v="77" actId="26606"/>
          <ac:spMkLst>
            <pc:docMk/>
            <pc:sldMk cId="0" sldId="265"/>
            <ac:spMk id="9" creationId="{00000000-0000-0000-0000-000000000000}"/>
          </ac:spMkLst>
        </pc:spChg>
      </pc:sldChg>
      <pc:sldChg chg="modSp del mod modNotes">
        <pc:chgData name="Milinkovic, Slavisa" userId="d6b370cb-6124-4398-9dc6-02c08a49d401" providerId="ADAL" clId="{D1B54D77-0C79-4CEF-8F7E-12D5C22A82C4}" dt="2026-05-05T14:02:55.576" v="69" actId="26606"/>
        <pc:sldMkLst>
          <pc:docMk/>
          <pc:sldMk cId="0" sldId="266"/>
        </pc:sldMkLst>
        <pc:spChg chg="mod">
          <ac:chgData name="Milinkovic, Slavisa" userId="d6b370cb-6124-4398-9dc6-02c08a49d401" providerId="ADAL" clId="{D1B54D77-0C79-4CEF-8F7E-12D5C22A82C4}" dt="2026-05-05T09:52:37.151" v="1" actId="26606"/>
          <ac:spMkLst>
            <pc:docMk/>
            <pc:sldMk cId="0" sldId="266"/>
            <ac:spMk id="9" creationId="{00000000-0000-0000-0000-000000000000}"/>
          </ac:spMkLst>
        </pc:spChg>
      </pc:sldChg>
      <pc:sldChg chg="modSp del mod modNotes">
        <pc:chgData name="Milinkovic, Slavisa" userId="d6b370cb-6124-4398-9dc6-02c08a49d401" providerId="ADAL" clId="{D1B54D77-0C79-4CEF-8F7E-12D5C22A82C4}" dt="2026-05-05T14:02:55.576" v="69" actId="26606"/>
        <pc:sldMkLst>
          <pc:docMk/>
          <pc:sldMk cId="0" sldId="267"/>
        </pc:sldMkLst>
        <pc:spChg chg="mod">
          <ac:chgData name="Milinkovic, Slavisa" userId="d6b370cb-6124-4398-9dc6-02c08a49d401" providerId="ADAL" clId="{D1B54D77-0C79-4CEF-8F7E-12D5C22A82C4}" dt="2026-05-05T09:52:37.151" v="1" actId="26606"/>
          <ac:spMkLst>
            <pc:docMk/>
            <pc:sldMk cId="0" sldId="267"/>
            <ac:spMk id="9" creationId="{00000000-0000-0000-0000-000000000000}"/>
          </ac:spMkLst>
        </pc:spChg>
      </pc:sldChg>
      <pc:sldChg chg="modSp mod modNotes">
        <pc:chgData name="Milinkovic, Slavisa" userId="d6b370cb-6124-4398-9dc6-02c08a49d401" providerId="ADAL" clId="{D1B54D77-0C79-4CEF-8F7E-12D5C22A82C4}" dt="2026-05-05T16:12:26.584" v="112" actId="26606"/>
        <pc:sldMkLst>
          <pc:docMk/>
          <pc:sldMk cId="0" sldId="268"/>
        </pc:sldMkLst>
        <pc:spChg chg="mod">
          <ac:chgData name="Milinkovic, Slavisa" userId="d6b370cb-6124-4398-9dc6-02c08a49d401" providerId="ADAL" clId="{D1B54D77-0C79-4CEF-8F7E-12D5C22A82C4}" dt="2026-05-05T15:19:43.992" v="77" actId="26606"/>
          <ac:spMkLst>
            <pc:docMk/>
            <pc:sldMk cId="0" sldId="268"/>
            <ac:spMk id="9" creationId="{00000000-0000-0000-0000-000000000000}"/>
          </ac:spMkLst>
        </pc:spChg>
      </pc:sldChg>
      <pc:sldChg chg="modSp del mod modNotes">
        <pc:chgData name="Milinkovic, Slavisa" userId="d6b370cb-6124-4398-9dc6-02c08a49d401" providerId="ADAL" clId="{D1B54D77-0C79-4CEF-8F7E-12D5C22A82C4}" dt="2026-05-05T14:02:55.576" v="69" actId="26606"/>
        <pc:sldMkLst>
          <pc:docMk/>
          <pc:sldMk cId="0" sldId="269"/>
        </pc:sldMkLst>
        <pc:spChg chg="mod">
          <ac:chgData name="Milinkovic, Slavisa" userId="d6b370cb-6124-4398-9dc6-02c08a49d401" providerId="ADAL" clId="{D1B54D77-0C79-4CEF-8F7E-12D5C22A82C4}" dt="2026-05-05T09:52:37.151" v="1" actId="26606"/>
          <ac:spMkLst>
            <pc:docMk/>
            <pc:sldMk cId="0" sldId="269"/>
            <ac:spMk id="9" creationId="{00000000-0000-0000-0000-000000000000}"/>
          </ac:spMkLst>
        </pc:spChg>
      </pc:sldChg>
      <pc:sldChg chg="modSp del mod modNotes">
        <pc:chgData name="Milinkovic, Slavisa" userId="d6b370cb-6124-4398-9dc6-02c08a49d401" providerId="ADAL" clId="{D1B54D77-0C79-4CEF-8F7E-12D5C22A82C4}" dt="2026-05-05T14:02:55.576" v="69" actId="26606"/>
        <pc:sldMkLst>
          <pc:docMk/>
          <pc:sldMk cId="0" sldId="270"/>
        </pc:sldMkLst>
        <pc:spChg chg="mod">
          <ac:chgData name="Milinkovic, Slavisa" userId="d6b370cb-6124-4398-9dc6-02c08a49d401" providerId="ADAL" clId="{D1B54D77-0C79-4CEF-8F7E-12D5C22A82C4}" dt="2026-05-05T09:52:37.151" v="1" actId="26606"/>
          <ac:spMkLst>
            <pc:docMk/>
            <pc:sldMk cId="0" sldId="270"/>
            <ac:spMk id="9" creationId="{00000000-0000-0000-0000-000000000000}"/>
          </ac:spMkLst>
        </pc:spChg>
      </pc:sldChg>
      <pc:sldChg chg="delSp modSp mod modNotes">
        <pc:chgData name="Milinkovic, Slavisa" userId="d6b370cb-6124-4398-9dc6-02c08a49d401" providerId="ADAL" clId="{D1B54D77-0C79-4CEF-8F7E-12D5C22A82C4}" dt="2026-05-05T15:47:56.847" v="86" actId="26606"/>
        <pc:sldMkLst>
          <pc:docMk/>
          <pc:sldMk cId="0" sldId="271"/>
        </pc:sldMkLst>
        <pc:spChg chg="mod">
          <ac:chgData name="Milinkovic, Slavisa" userId="d6b370cb-6124-4398-9dc6-02c08a49d401" providerId="ADAL" clId="{D1B54D77-0C79-4CEF-8F7E-12D5C22A82C4}" dt="2026-05-05T09:52:37.151" v="1" actId="26606"/>
          <ac:spMkLst>
            <pc:docMk/>
            <pc:sldMk cId="0" sldId="271"/>
            <ac:spMk id="4" creationId="{00000000-0000-0000-0000-000000000000}"/>
          </ac:spMkLst>
        </pc:spChg>
        <pc:spChg chg="mod">
          <ac:chgData name="Milinkovic, Slavisa" userId="d6b370cb-6124-4398-9dc6-02c08a49d401" providerId="ADAL" clId="{D1B54D77-0C79-4CEF-8F7E-12D5C22A82C4}" dt="2026-05-05T15:19:43.992" v="77" actId="26606"/>
          <ac:spMkLst>
            <pc:docMk/>
            <pc:sldMk cId="0" sldId="271"/>
            <ac:spMk id="9" creationId="{00000000-0000-0000-0000-000000000000}"/>
          </ac:spMkLst>
        </pc:spChg>
        <pc:spChg chg="mod">
          <ac:chgData name="Milinkovic, Slavisa" userId="d6b370cb-6124-4398-9dc6-02c08a49d401" providerId="ADAL" clId="{D1B54D77-0C79-4CEF-8F7E-12D5C22A82C4}" dt="2026-05-05T09:52:37.151" v="1" actId="26606"/>
          <ac:spMkLst>
            <pc:docMk/>
            <pc:sldMk cId="0" sldId="271"/>
            <ac:spMk id="10" creationId="{00000000-0000-0000-0000-000000000000}"/>
          </ac:spMkLst>
        </pc:spChg>
        <pc:spChg chg="mod">
          <ac:chgData name="Milinkovic, Slavisa" userId="d6b370cb-6124-4398-9dc6-02c08a49d401" providerId="ADAL" clId="{D1B54D77-0C79-4CEF-8F7E-12D5C22A82C4}" dt="2026-05-05T09:52:37.151" v="1" actId="26606"/>
          <ac:spMkLst>
            <pc:docMk/>
            <pc:sldMk cId="0" sldId="271"/>
            <ac:spMk id="11" creationId="{00000000-0000-0000-0000-000000000000}"/>
          </ac:spMkLst>
        </pc:spChg>
        <pc:spChg chg="mod">
          <ac:chgData name="Milinkovic, Slavisa" userId="d6b370cb-6124-4398-9dc6-02c08a49d401" providerId="ADAL" clId="{D1B54D77-0C79-4CEF-8F7E-12D5C22A82C4}" dt="2026-05-05T09:52:37.151" v="1" actId="26606"/>
          <ac:spMkLst>
            <pc:docMk/>
            <pc:sldMk cId="0" sldId="271"/>
            <ac:spMk id="14" creationId="{00000000-0000-0000-0000-000000000000}"/>
          </ac:spMkLst>
        </pc:spChg>
        <pc:spChg chg="mod">
          <ac:chgData name="Milinkovic, Slavisa" userId="d6b370cb-6124-4398-9dc6-02c08a49d401" providerId="ADAL" clId="{D1B54D77-0C79-4CEF-8F7E-12D5C22A82C4}" dt="2026-05-05T09:52:37.151" v="1" actId="26606"/>
          <ac:spMkLst>
            <pc:docMk/>
            <pc:sldMk cId="0" sldId="271"/>
            <ac:spMk id="15" creationId="{00000000-0000-0000-0000-000000000000}"/>
          </ac:spMkLst>
        </pc:spChg>
        <pc:spChg chg="mod">
          <ac:chgData name="Milinkovic, Slavisa" userId="d6b370cb-6124-4398-9dc6-02c08a49d401" providerId="ADAL" clId="{D1B54D77-0C79-4CEF-8F7E-12D5C22A82C4}" dt="2026-05-05T09:52:37.151" v="1" actId="26606"/>
          <ac:spMkLst>
            <pc:docMk/>
            <pc:sldMk cId="0" sldId="271"/>
            <ac:spMk id="16" creationId="{00000000-0000-0000-0000-000000000000}"/>
          </ac:spMkLst>
        </pc:spChg>
        <pc:spChg chg="mod">
          <ac:chgData name="Milinkovic, Slavisa" userId="d6b370cb-6124-4398-9dc6-02c08a49d401" providerId="ADAL" clId="{D1B54D77-0C79-4CEF-8F7E-12D5C22A82C4}" dt="2026-05-05T15:47:56.847" v="86" actId="26606"/>
          <ac:spMkLst>
            <pc:docMk/>
            <pc:sldMk cId="0" sldId="271"/>
            <ac:spMk id="17" creationId="{00000000-0000-0000-0000-000000000000}"/>
          </ac:spMkLst>
        </pc:spChg>
        <pc:spChg chg="del">
          <ac:chgData name="Milinkovic, Slavisa" userId="d6b370cb-6124-4398-9dc6-02c08a49d401" providerId="ADAL" clId="{D1B54D77-0C79-4CEF-8F7E-12D5C22A82C4}" dt="2026-05-05T09:52:37.151" v="1" actId="26606"/>
          <ac:spMkLst>
            <pc:docMk/>
            <pc:sldMk cId="0" sldId="271"/>
            <ac:spMk id="20" creationId="{00000000-0000-0000-0000-000000000000}"/>
          </ac:spMkLst>
        </pc:spChg>
        <pc:spChg chg="del">
          <ac:chgData name="Milinkovic, Slavisa" userId="d6b370cb-6124-4398-9dc6-02c08a49d401" providerId="ADAL" clId="{D1B54D77-0C79-4CEF-8F7E-12D5C22A82C4}" dt="2026-05-05T09:52:37.151" v="1" actId="26606"/>
          <ac:spMkLst>
            <pc:docMk/>
            <pc:sldMk cId="0" sldId="271"/>
            <ac:spMk id="21" creationId="{00000000-0000-0000-0000-000000000000}"/>
          </ac:spMkLst>
        </pc:spChg>
      </pc:sldChg>
      <pc:sldChg chg="addSp modSp mod setBg modNotes">
        <pc:chgData name="Milinkovic, Slavisa" userId="d6b370cb-6124-4398-9dc6-02c08a49d401" providerId="ADAL" clId="{D1B54D77-0C79-4CEF-8F7E-12D5C22A82C4}" dt="2026-05-05T15:19:43.992" v="77" actId="26606"/>
        <pc:sldMkLst>
          <pc:docMk/>
          <pc:sldMk cId="0" sldId="272"/>
        </pc:sldMkLst>
        <pc:spChg chg="mod">
          <ac:chgData name="Milinkovic, Slavisa" userId="d6b370cb-6124-4398-9dc6-02c08a49d401" providerId="ADAL" clId="{D1B54D77-0C79-4CEF-8F7E-12D5C22A82C4}" dt="2026-05-05T09:52:37.151" v="1" actId="26606"/>
          <ac:spMkLst>
            <pc:docMk/>
            <pc:sldMk cId="0" sldId="272"/>
            <ac:spMk id="8" creationId="{00000000-0000-0000-0000-000000000000}"/>
          </ac:spMkLst>
        </pc:spChg>
        <pc:spChg chg="mod">
          <ac:chgData name="Milinkovic, Slavisa" userId="d6b370cb-6124-4398-9dc6-02c08a49d401" providerId="ADAL" clId="{D1B54D77-0C79-4CEF-8F7E-12D5C22A82C4}" dt="2026-05-05T15:19:43.992" v="77" actId="26606"/>
          <ac:spMkLst>
            <pc:docMk/>
            <pc:sldMk cId="0" sldId="272"/>
            <ac:spMk id="9" creationId="{00000000-0000-0000-0000-000000000000}"/>
          </ac:spMkLst>
        </pc:spChg>
        <pc:spChg chg="mod">
          <ac:chgData name="Milinkovic, Slavisa" userId="d6b370cb-6124-4398-9dc6-02c08a49d401" providerId="ADAL" clId="{D1B54D77-0C79-4CEF-8F7E-12D5C22A82C4}" dt="2026-05-05T09:52:37.151" v="1" actId="26606"/>
          <ac:spMkLst>
            <pc:docMk/>
            <pc:sldMk cId="0" sldId="272"/>
            <ac:spMk id="10" creationId="{00000000-0000-0000-0000-000000000000}"/>
          </ac:spMkLst>
        </pc:spChg>
        <pc:spChg chg="mod">
          <ac:chgData name="Milinkovic, Slavisa" userId="d6b370cb-6124-4398-9dc6-02c08a49d401" providerId="ADAL" clId="{D1B54D77-0C79-4CEF-8F7E-12D5C22A82C4}" dt="2026-05-05T09:52:37.151" v="1" actId="26606"/>
          <ac:spMkLst>
            <pc:docMk/>
            <pc:sldMk cId="0" sldId="272"/>
            <ac:spMk id="11" creationId="{00000000-0000-0000-0000-000000000000}"/>
          </ac:spMkLst>
        </pc:spChg>
        <pc:spChg chg="mod">
          <ac:chgData name="Milinkovic, Slavisa" userId="d6b370cb-6124-4398-9dc6-02c08a49d401" providerId="ADAL" clId="{D1B54D77-0C79-4CEF-8F7E-12D5C22A82C4}" dt="2026-05-05T09:52:37.151" v="1" actId="26606"/>
          <ac:spMkLst>
            <pc:docMk/>
            <pc:sldMk cId="0" sldId="272"/>
            <ac:spMk id="18" creationId="{00000000-0000-0000-0000-000000000000}"/>
          </ac:spMkLst>
        </pc:spChg>
        <pc:spChg chg="add">
          <ac:chgData name="Milinkovic, Slavisa" userId="d6b370cb-6124-4398-9dc6-02c08a49d401" providerId="ADAL" clId="{D1B54D77-0C79-4CEF-8F7E-12D5C22A82C4}" dt="2026-05-05T09:52:37.151" v="1" actId="26606"/>
          <ac:spMkLst>
            <pc:docMk/>
            <pc:sldMk cId="0" sldId="272"/>
            <ac:spMk id="23" creationId="{00000000-0000-0000-0000-000000000000}"/>
          </ac:spMkLst>
        </pc:spChg>
        <pc:spChg chg="add">
          <ac:chgData name="Milinkovic, Slavisa" userId="d6b370cb-6124-4398-9dc6-02c08a49d401" providerId="ADAL" clId="{D1B54D77-0C79-4CEF-8F7E-12D5C22A82C4}" dt="2026-05-05T09:52:37.151" v="1" actId="26606"/>
          <ac:spMkLst>
            <pc:docMk/>
            <pc:sldMk cId="0" sldId="272"/>
            <ac:spMk id="31" creationId="{00000000-0000-0000-0000-000000000000}"/>
          </ac:spMkLst>
        </pc:spChg>
        <pc:spChg chg="add">
          <ac:chgData name="Milinkovic, Slavisa" userId="d6b370cb-6124-4398-9dc6-02c08a49d401" providerId="ADAL" clId="{D1B54D77-0C79-4CEF-8F7E-12D5C22A82C4}" dt="2026-05-05T09:52:37.151" v="1" actId="26606"/>
          <ac:spMkLst>
            <pc:docMk/>
            <pc:sldMk cId="0" sldId="272"/>
            <ac:spMk id="34" creationId="{00000000-0000-0000-0000-000000000000}"/>
          </ac:spMkLst>
        </pc:spChg>
        <pc:spChg chg="add">
          <ac:chgData name="Milinkovic, Slavisa" userId="d6b370cb-6124-4398-9dc6-02c08a49d401" providerId="ADAL" clId="{D1B54D77-0C79-4CEF-8F7E-12D5C22A82C4}" dt="2026-05-05T09:52:37.151" v="1" actId="26606"/>
          <ac:spMkLst>
            <pc:docMk/>
            <pc:sldMk cId="0" sldId="272"/>
            <ac:spMk id="37" creationId="{00000000-0000-0000-0000-000000000000}"/>
          </ac:spMkLst>
        </pc:spChg>
        <pc:spChg chg="add">
          <ac:chgData name="Milinkovic, Slavisa" userId="d6b370cb-6124-4398-9dc6-02c08a49d401" providerId="ADAL" clId="{D1B54D77-0C79-4CEF-8F7E-12D5C22A82C4}" dt="2026-05-05T09:52:37.151" v="1" actId="26606"/>
          <ac:spMkLst>
            <pc:docMk/>
            <pc:sldMk cId="0" sldId="272"/>
            <ac:spMk id="40" creationId="{00000000-0000-0000-0000-000000000000}"/>
          </ac:spMkLst>
        </pc:spChg>
      </pc:sldChg>
      <pc:sldChg chg="addSp delSp modSp mod modNotes">
        <pc:chgData name="Milinkovic, Slavisa" userId="d6b370cb-6124-4398-9dc6-02c08a49d401" providerId="ADAL" clId="{D1B54D77-0C79-4CEF-8F7E-12D5C22A82C4}" dt="2026-05-05T15:30:38.402" v="79" actId="26606"/>
        <pc:sldMkLst>
          <pc:docMk/>
          <pc:sldMk cId="0" sldId="273"/>
        </pc:sldMkLst>
        <pc:spChg chg="mod">
          <ac:chgData name="Milinkovic, Slavisa" userId="d6b370cb-6124-4398-9dc6-02c08a49d401" providerId="ADAL" clId="{D1B54D77-0C79-4CEF-8F7E-12D5C22A82C4}" dt="2026-05-05T15:19:43.992" v="77" actId="26606"/>
          <ac:spMkLst>
            <pc:docMk/>
            <pc:sldMk cId="0" sldId="273"/>
            <ac:spMk id="9" creationId="{00000000-0000-0000-0000-000000000000}"/>
          </ac:spMkLst>
        </pc:spChg>
        <pc:spChg chg="del">
          <ac:chgData name="Milinkovic, Slavisa" userId="d6b370cb-6124-4398-9dc6-02c08a49d401" providerId="ADAL" clId="{D1B54D77-0C79-4CEF-8F7E-12D5C22A82C4}" dt="2026-05-05T09:52:37.151" v="1" actId="26606"/>
          <ac:spMkLst>
            <pc:docMk/>
            <pc:sldMk cId="0" sldId="273"/>
            <ac:spMk id="10" creationId="{00000000-0000-0000-0000-000000000000}"/>
          </ac:spMkLst>
        </pc:spChg>
        <pc:spChg chg="del">
          <ac:chgData name="Milinkovic, Slavisa" userId="d6b370cb-6124-4398-9dc6-02c08a49d401" providerId="ADAL" clId="{D1B54D77-0C79-4CEF-8F7E-12D5C22A82C4}" dt="2026-05-05T09:52:37.151" v="1" actId="26606"/>
          <ac:spMkLst>
            <pc:docMk/>
            <pc:sldMk cId="0" sldId="273"/>
            <ac:spMk id="12" creationId="{00000000-0000-0000-0000-000000000000}"/>
          </ac:spMkLst>
        </pc:spChg>
        <pc:spChg chg="del">
          <ac:chgData name="Milinkovic, Slavisa" userId="d6b370cb-6124-4398-9dc6-02c08a49d401" providerId="ADAL" clId="{D1B54D77-0C79-4CEF-8F7E-12D5C22A82C4}" dt="2026-05-05T09:52:37.151" v="1" actId="26606"/>
          <ac:spMkLst>
            <pc:docMk/>
            <pc:sldMk cId="0" sldId="273"/>
            <ac:spMk id="14" creationId="{00000000-0000-0000-0000-000000000000}"/>
          </ac:spMkLst>
        </pc:spChg>
        <pc:spChg chg="del">
          <ac:chgData name="Milinkovic, Slavisa" userId="d6b370cb-6124-4398-9dc6-02c08a49d401" providerId="ADAL" clId="{D1B54D77-0C79-4CEF-8F7E-12D5C22A82C4}" dt="2026-05-05T09:52:37.151" v="1" actId="26606"/>
          <ac:spMkLst>
            <pc:docMk/>
            <pc:sldMk cId="0" sldId="273"/>
            <ac:spMk id="21" creationId="{00000000-0000-0000-0000-000000000000}"/>
          </ac:spMkLst>
        </pc:spChg>
        <pc:spChg chg="del">
          <ac:chgData name="Milinkovic, Slavisa" userId="d6b370cb-6124-4398-9dc6-02c08a49d401" providerId="ADAL" clId="{D1B54D77-0C79-4CEF-8F7E-12D5C22A82C4}" dt="2026-05-05T09:52:37.151" v="1" actId="26606"/>
          <ac:spMkLst>
            <pc:docMk/>
            <pc:sldMk cId="0" sldId="273"/>
            <ac:spMk id="23" creationId="{00000000-0000-0000-0000-000000000000}"/>
          </ac:spMkLst>
        </pc:spChg>
        <pc:spChg chg="del">
          <ac:chgData name="Milinkovic, Slavisa" userId="d6b370cb-6124-4398-9dc6-02c08a49d401" providerId="ADAL" clId="{D1B54D77-0C79-4CEF-8F7E-12D5C22A82C4}" dt="2026-05-05T09:52:37.151" v="1" actId="26606"/>
          <ac:spMkLst>
            <pc:docMk/>
            <pc:sldMk cId="0" sldId="273"/>
            <ac:spMk id="27" creationId="{00000000-0000-0000-0000-000000000000}"/>
          </ac:spMkLst>
        </pc:spChg>
        <pc:spChg chg="del">
          <ac:chgData name="Milinkovic, Slavisa" userId="d6b370cb-6124-4398-9dc6-02c08a49d401" providerId="ADAL" clId="{D1B54D77-0C79-4CEF-8F7E-12D5C22A82C4}" dt="2026-05-05T09:52:37.151" v="1" actId="26606"/>
          <ac:spMkLst>
            <pc:docMk/>
            <pc:sldMk cId="0" sldId="273"/>
            <ac:spMk id="30" creationId="{00000000-0000-0000-0000-000000000000}"/>
          </ac:spMkLst>
        </pc:spChg>
        <pc:spChg chg="del">
          <ac:chgData name="Milinkovic, Slavisa" userId="d6b370cb-6124-4398-9dc6-02c08a49d401" providerId="ADAL" clId="{D1B54D77-0C79-4CEF-8F7E-12D5C22A82C4}" dt="2026-05-05T09:52:37.151" v="1" actId="26606"/>
          <ac:spMkLst>
            <pc:docMk/>
            <pc:sldMk cId="0" sldId="273"/>
            <ac:spMk id="33" creationId="{00000000-0000-0000-0000-000000000000}"/>
          </ac:spMkLst>
        </pc:spChg>
        <pc:spChg chg="del">
          <ac:chgData name="Milinkovic, Slavisa" userId="d6b370cb-6124-4398-9dc6-02c08a49d401" providerId="ADAL" clId="{D1B54D77-0C79-4CEF-8F7E-12D5C22A82C4}" dt="2026-05-05T09:52:37.151" v="1" actId="26606"/>
          <ac:spMkLst>
            <pc:docMk/>
            <pc:sldMk cId="0" sldId="273"/>
            <ac:spMk id="34" creationId="{00000000-0000-0000-0000-000000000000}"/>
          </ac:spMkLst>
        </pc:spChg>
        <pc:spChg chg="del">
          <ac:chgData name="Milinkovic, Slavisa" userId="d6b370cb-6124-4398-9dc6-02c08a49d401" providerId="ADAL" clId="{D1B54D77-0C79-4CEF-8F7E-12D5C22A82C4}" dt="2026-05-05T09:52:37.151" v="1" actId="26606"/>
          <ac:spMkLst>
            <pc:docMk/>
            <pc:sldMk cId="0" sldId="273"/>
            <ac:spMk id="39" creationId="{00000000-0000-0000-0000-000000000000}"/>
          </ac:spMkLst>
        </pc:spChg>
        <pc:spChg chg="mod replId">
          <ac:chgData name="Milinkovic, Slavisa" userId="d6b370cb-6124-4398-9dc6-02c08a49d401" providerId="ADAL" clId="{D1B54D77-0C79-4CEF-8F7E-12D5C22A82C4}" dt="2026-05-05T09:52:35.733" v="0" actId="26606"/>
          <ac:spMkLst>
            <pc:docMk/>
            <pc:sldMk cId="0" sldId="273"/>
            <ac:spMk id="43" creationId="{00000000-0000-0000-0000-000000000000}"/>
          </ac:spMkLst>
        </pc:spChg>
        <pc:graphicFrameChg chg="modGraphic">
          <ac:chgData name="Milinkovic, Slavisa" userId="d6b370cb-6124-4398-9dc6-02c08a49d401" providerId="ADAL" clId="{D1B54D77-0C79-4CEF-8F7E-12D5C22A82C4}" dt="2026-05-05T15:30:38.402" v="79" actId="26606"/>
          <ac:graphicFrameMkLst>
            <pc:docMk/>
            <pc:sldMk cId="0" sldId="273"/>
            <ac:graphicFrameMk id="19" creationId="{00000000-0000-0000-0000-000000000000}"/>
          </ac:graphicFrameMkLst>
        </pc:graphicFrameChg>
      </pc:sldChg>
      <pc:sldChg chg="addSp delSp modSp mod modNotes">
        <pc:chgData name="Milinkovic, Slavisa" userId="d6b370cb-6124-4398-9dc6-02c08a49d401" providerId="ADAL" clId="{D1B54D77-0C79-4CEF-8F7E-12D5C22A82C4}" dt="2026-05-05T15:35:51.274" v="80" actId="26606"/>
        <pc:sldMkLst>
          <pc:docMk/>
          <pc:sldMk cId="0" sldId="274"/>
        </pc:sldMkLst>
        <pc:spChg chg="mod">
          <ac:chgData name="Milinkovic, Slavisa" userId="d6b370cb-6124-4398-9dc6-02c08a49d401" providerId="ADAL" clId="{D1B54D77-0C79-4CEF-8F7E-12D5C22A82C4}" dt="2026-05-05T15:35:51.274" v="80" actId="26606"/>
          <ac:spMkLst>
            <pc:docMk/>
            <pc:sldMk cId="0" sldId="274"/>
            <ac:spMk id="4" creationId="{00000000-0000-0000-0000-000000000000}"/>
          </ac:spMkLst>
        </pc:spChg>
        <pc:spChg chg="mod">
          <ac:chgData name="Milinkovic, Slavisa" userId="d6b370cb-6124-4398-9dc6-02c08a49d401" providerId="ADAL" clId="{D1B54D77-0C79-4CEF-8F7E-12D5C22A82C4}" dt="2026-05-05T15:19:43.992" v="77" actId="26606"/>
          <ac:spMkLst>
            <pc:docMk/>
            <pc:sldMk cId="0" sldId="274"/>
            <ac:spMk id="9" creationId="{00000000-0000-0000-0000-000000000000}"/>
          </ac:spMkLst>
        </pc:spChg>
        <pc:spChg chg="mod">
          <ac:chgData name="Milinkovic, Slavisa" userId="d6b370cb-6124-4398-9dc6-02c08a49d401" providerId="ADAL" clId="{D1B54D77-0C79-4CEF-8F7E-12D5C22A82C4}" dt="2026-05-05T15:35:51.274" v="80" actId="26606"/>
          <ac:spMkLst>
            <pc:docMk/>
            <pc:sldMk cId="0" sldId="274"/>
            <ac:spMk id="16" creationId="{00000000-0000-0000-0000-000000000000}"/>
          </ac:spMkLst>
        </pc:spChg>
        <pc:spChg chg="mod">
          <ac:chgData name="Milinkovic, Slavisa" userId="d6b370cb-6124-4398-9dc6-02c08a49d401" providerId="ADAL" clId="{D1B54D77-0C79-4CEF-8F7E-12D5C22A82C4}" dt="2026-05-05T15:35:51.274" v="80" actId="26606"/>
          <ac:spMkLst>
            <pc:docMk/>
            <pc:sldMk cId="0" sldId="274"/>
            <ac:spMk id="18" creationId="{00000000-0000-0000-0000-000000000000}"/>
          </ac:spMkLst>
        </pc:spChg>
        <pc:spChg chg="add mod">
          <ac:chgData name="Milinkovic, Slavisa" userId="d6b370cb-6124-4398-9dc6-02c08a49d401" providerId="ADAL" clId="{D1B54D77-0C79-4CEF-8F7E-12D5C22A82C4}" dt="2026-05-05T15:35:51.274" v="80" actId="26606"/>
          <ac:spMkLst>
            <pc:docMk/>
            <pc:sldMk cId="0" sldId="274"/>
            <ac:spMk id="22" creationId="{00000000-0000-0000-0000-000000000000}"/>
          </ac:spMkLst>
        </pc:spChg>
        <pc:spChg chg="add mod">
          <ac:chgData name="Milinkovic, Slavisa" userId="d6b370cb-6124-4398-9dc6-02c08a49d401" providerId="ADAL" clId="{D1B54D77-0C79-4CEF-8F7E-12D5C22A82C4}" dt="2026-05-05T15:35:51.274" v="80" actId="26606"/>
          <ac:spMkLst>
            <pc:docMk/>
            <pc:sldMk cId="0" sldId="274"/>
            <ac:spMk id="26" creationId="{00000000-0000-0000-0000-000000000000}"/>
          </ac:spMkLst>
        </pc:spChg>
        <pc:spChg chg="add mod">
          <ac:chgData name="Milinkovic, Slavisa" userId="d6b370cb-6124-4398-9dc6-02c08a49d401" providerId="ADAL" clId="{D1B54D77-0C79-4CEF-8F7E-12D5C22A82C4}" dt="2026-05-05T15:35:51.274" v="80" actId="26606"/>
          <ac:spMkLst>
            <pc:docMk/>
            <pc:sldMk cId="0" sldId="274"/>
            <ac:spMk id="35" creationId="{00000000-0000-0000-0000-000000000000}"/>
          </ac:spMkLst>
        </pc:spChg>
        <pc:spChg chg="add mod">
          <ac:chgData name="Milinkovic, Slavisa" userId="d6b370cb-6124-4398-9dc6-02c08a49d401" providerId="ADAL" clId="{D1B54D77-0C79-4CEF-8F7E-12D5C22A82C4}" dt="2026-05-05T15:35:51.274" v="80" actId="26606"/>
          <ac:spMkLst>
            <pc:docMk/>
            <pc:sldMk cId="0" sldId="274"/>
            <ac:spMk id="36" creationId="{00000000-0000-0000-0000-000000000000}"/>
          </ac:spMkLst>
        </pc:spChg>
        <pc:spChg chg="add mod">
          <ac:chgData name="Milinkovic, Slavisa" userId="d6b370cb-6124-4398-9dc6-02c08a49d401" providerId="ADAL" clId="{D1B54D77-0C79-4CEF-8F7E-12D5C22A82C4}" dt="2026-05-05T15:35:51.274" v="80" actId="26606"/>
          <ac:spMkLst>
            <pc:docMk/>
            <pc:sldMk cId="0" sldId="274"/>
            <ac:spMk id="38" creationId="{00000000-0000-0000-0000-000000000000}"/>
          </ac:spMkLst>
        </pc:spChg>
        <pc:spChg chg="add mod">
          <ac:chgData name="Milinkovic, Slavisa" userId="d6b370cb-6124-4398-9dc6-02c08a49d401" providerId="ADAL" clId="{D1B54D77-0C79-4CEF-8F7E-12D5C22A82C4}" dt="2026-05-05T15:35:51.274" v="80" actId="26606"/>
          <ac:spMkLst>
            <pc:docMk/>
            <pc:sldMk cId="0" sldId="274"/>
            <ac:spMk id="39" creationId="{00000000-0000-0000-0000-000000000000}"/>
          </ac:spMkLst>
        </pc:spChg>
        <pc:spChg chg="add mod">
          <ac:chgData name="Milinkovic, Slavisa" userId="d6b370cb-6124-4398-9dc6-02c08a49d401" providerId="ADAL" clId="{D1B54D77-0C79-4CEF-8F7E-12D5C22A82C4}" dt="2026-05-05T15:35:51.274" v="80" actId="26606"/>
          <ac:spMkLst>
            <pc:docMk/>
            <pc:sldMk cId="0" sldId="274"/>
            <ac:spMk id="49" creationId="{00000000-0000-0000-0000-000000000000}"/>
          </ac:spMkLst>
        </pc:spChg>
        <pc:graphicFrameChg chg="mod replId">
          <ac:chgData name="Milinkovic, Slavisa" userId="d6b370cb-6124-4398-9dc6-02c08a49d401" providerId="ADAL" clId="{D1B54D77-0C79-4CEF-8F7E-12D5C22A82C4}" dt="2026-05-05T09:52:35.733" v="0" actId="26606"/>
          <ac:graphicFrameMkLst>
            <pc:docMk/>
            <pc:sldMk cId="0" sldId="274"/>
            <ac:graphicFrameMk id="55" creationId="{00000000-0000-0000-0000-000000000000}"/>
          </ac:graphicFrameMkLst>
        </pc:graphicFrameChg>
        <pc:graphicFrameChg chg="mod replId">
          <ac:chgData name="Milinkovic, Slavisa" userId="d6b370cb-6124-4398-9dc6-02c08a49d401" providerId="ADAL" clId="{D1B54D77-0C79-4CEF-8F7E-12D5C22A82C4}" dt="2026-05-05T09:52:35.733" v="0" actId="26606"/>
          <ac:graphicFrameMkLst>
            <pc:docMk/>
            <pc:sldMk cId="0" sldId="274"/>
            <ac:graphicFrameMk id="56" creationId="{00000000-0000-0000-0000-000000000000}"/>
          </ac:graphicFrameMkLst>
        </pc:graphicFrameChg>
      </pc:sldChg>
      <pc:sldChg chg="modSp mod modNotes">
        <pc:chgData name="Milinkovic, Slavisa" userId="d6b370cb-6124-4398-9dc6-02c08a49d401" providerId="ADAL" clId="{D1B54D77-0C79-4CEF-8F7E-12D5C22A82C4}" dt="2026-05-05T15:19:43.992" v="77" actId="26606"/>
        <pc:sldMkLst>
          <pc:docMk/>
          <pc:sldMk cId="0" sldId="275"/>
        </pc:sldMkLst>
        <pc:spChg chg="mod">
          <ac:chgData name="Milinkovic, Slavisa" userId="d6b370cb-6124-4398-9dc6-02c08a49d401" providerId="ADAL" clId="{D1B54D77-0C79-4CEF-8F7E-12D5C22A82C4}" dt="2026-05-05T09:52:37.151" v="1" actId="26606"/>
          <ac:spMkLst>
            <pc:docMk/>
            <pc:sldMk cId="0" sldId="275"/>
            <ac:spMk id="5" creationId="{00000000-0000-0000-0000-000000000000}"/>
          </ac:spMkLst>
        </pc:spChg>
        <pc:spChg chg="mod">
          <ac:chgData name="Milinkovic, Slavisa" userId="d6b370cb-6124-4398-9dc6-02c08a49d401" providerId="ADAL" clId="{D1B54D77-0C79-4CEF-8F7E-12D5C22A82C4}" dt="2026-05-05T15:19:43.992" v="77" actId="26606"/>
          <ac:spMkLst>
            <pc:docMk/>
            <pc:sldMk cId="0" sldId="275"/>
            <ac:spMk id="9" creationId="{00000000-0000-0000-0000-000000000000}"/>
          </ac:spMkLst>
        </pc:spChg>
        <pc:spChg chg="mod">
          <ac:chgData name="Milinkovic, Slavisa" userId="d6b370cb-6124-4398-9dc6-02c08a49d401" providerId="ADAL" clId="{D1B54D77-0C79-4CEF-8F7E-12D5C22A82C4}" dt="2026-05-05T09:52:37.151" v="1" actId="26606"/>
          <ac:spMkLst>
            <pc:docMk/>
            <pc:sldMk cId="0" sldId="275"/>
            <ac:spMk id="10" creationId="{00000000-0000-0000-0000-000000000000}"/>
          </ac:spMkLst>
        </pc:spChg>
        <pc:spChg chg="mod">
          <ac:chgData name="Milinkovic, Slavisa" userId="d6b370cb-6124-4398-9dc6-02c08a49d401" providerId="ADAL" clId="{D1B54D77-0C79-4CEF-8F7E-12D5C22A82C4}" dt="2026-05-05T09:52:37.151" v="1" actId="26606"/>
          <ac:spMkLst>
            <pc:docMk/>
            <pc:sldMk cId="0" sldId="275"/>
            <ac:spMk id="11" creationId="{00000000-0000-0000-0000-000000000000}"/>
          </ac:spMkLst>
        </pc:spChg>
        <pc:spChg chg="mod">
          <ac:chgData name="Milinkovic, Slavisa" userId="d6b370cb-6124-4398-9dc6-02c08a49d401" providerId="ADAL" clId="{D1B54D77-0C79-4CEF-8F7E-12D5C22A82C4}" dt="2026-05-05T09:52:37.151" v="1" actId="26606"/>
          <ac:spMkLst>
            <pc:docMk/>
            <pc:sldMk cId="0" sldId="275"/>
            <ac:spMk id="12" creationId="{00000000-0000-0000-0000-000000000000}"/>
          </ac:spMkLst>
        </pc:spChg>
        <pc:spChg chg="mod">
          <ac:chgData name="Milinkovic, Slavisa" userId="d6b370cb-6124-4398-9dc6-02c08a49d401" providerId="ADAL" clId="{D1B54D77-0C79-4CEF-8F7E-12D5C22A82C4}" dt="2026-05-05T09:52:37.151" v="1" actId="26606"/>
          <ac:spMkLst>
            <pc:docMk/>
            <pc:sldMk cId="0" sldId="275"/>
            <ac:spMk id="13" creationId="{00000000-0000-0000-0000-000000000000}"/>
          </ac:spMkLst>
        </pc:spChg>
        <pc:spChg chg="mod">
          <ac:chgData name="Milinkovic, Slavisa" userId="d6b370cb-6124-4398-9dc6-02c08a49d401" providerId="ADAL" clId="{D1B54D77-0C79-4CEF-8F7E-12D5C22A82C4}" dt="2026-05-05T12:29:37.825" v="14" actId="6549"/>
          <ac:spMkLst>
            <pc:docMk/>
            <pc:sldMk cId="0" sldId="275"/>
            <ac:spMk id="17" creationId="{00000000-0000-0000-0000-000000000000}"/>
          </ac:spMkLst>
        </pc:spChg>
        <pc:spChg chg="mod">
          <ac:chgData name="Milinkovic, Slavisa" userId="d6b370cb-6124-4398-9dc6-02c08a49d401" providerId="ADAL" clId="{D1B54D77-0C79-4CEF-8F7E-12D5C22A82C4}" dt="2026-05-05T09:52:37.151" v="1" actId="26606"/>
          <ac:spMkLst>
            <pc:docMk/>
            <pc:sldMk cId="0" sldId="275"/>
            <ac:spMk id="28" creationId="{00000000-0000-0000-0000-000000000000}"/>
          </ac:spMkLst>
        </pc:spChg>
        <pc:spChg chg="mod">
          <ac:chgData name="Milinkovic, Slavisa" userId="d6b370cb-6124-4398-9dc6-02c08a49d401" providerId="ADAL" clId="{D1B54D77-0C79-4CEF-8F7E-12D5C22A82C4}" dt="2026-05-05T09:52:37.151" v="1" actId="26606"/>
          <ac:spMkLst>
            <pc:docMk/>
            <pc:sldMk cId="0" sldId="275"/>
            <ac:spMk id="31" creationId="{00000000-0000-0000-0000-000000000000}"/>
          </ac:spMkLst>
        </pc:spChg>
        <pc:spChg chg="mod">
          <ac:chgData name="Milinkovic, Slavisa" userId="d6b370cb-6124-4398-9dc6-02c08a49d401" providerId="ADAL" clId="{D1B54D77-0C79-4CEF-8F7E-12D5C22A82C4}" dt="2026-05-05T09:52:37.151" v="1" actId="26606"/>
          <ac:spMkLst>
            <pc:docMk/>
            <pc:sldMk cId="0" sldId="275"/>
            <ac:spMk id="32" creationId="{00000000-0000-0000-0000-000000000000}"/>
          </ac:spMkLst>
        </pc:spChg>
        <pc:spChg chg="mod">
          <ac:chgData name="Milinkovic, Slavisa" userId="d6b370cb-6124-4398-9dc6-02c08a49d401" providerId="ADAL" clId="{D1B54D77-0C79-4CEF-8F7E-12D5C22A82C4}" dt="2026-05-05T09:52:37.151" v="1" actId="26606"/>
          <ac:spMkLst>
            <pc:docMk/>
            <pc:sldMk cId="0" sldId="275"/>
            <ac:spMk id="34" creationId="{00000000-0000-0000-0000-000000000000}"/>
          </ac:spMkLst>
        </pc:spChg>
        <pc:spChg chg="mod">
          <ac:chgData name="Milinkovic, Slavisa" userId="d6b370cb-6124-4398-9dc6-02c08a49d401" providerId="ADAL" clId="{D1B54D77-0C79-4CEF-8F7E-12D5C22A82C4}" dt="2026-05-05T09:52:37.151" v="1" actId="26606"/>
          <ac:spMkLst>
            <pc:docMk/>
            <pc:sldMk cId="0" sldId="275"/>
            <ac:spMk id="38" creationId="{00000000-0000-0000-0000-000000000000}"/>
          </ac:spMkLst>
        </pc:spChg>
      </pc:sldChg>
      <pc:sldChg chg="delSp modSp mod modNotes">
        <pc:chgData name="Milinkovic, Slavisa" userId="d6b370cb-6124-4398-9dc6-02c08a49d401" providerId="ADAL" clId="{D1B54D77-0C79-4CEF-8F7E-12D5C22A82C4}" dt="2026-05-05T15:19:43.992" v="77" actId="26606"/>
        <pc:sldMkLst>
          <pc:docMk/>
          <pc:sldMk cId="0" sldId="276"/>
        </pc:sldMkLst>
        <pc:spChg chg="mod">
          <ac:chgData name="Milinkovic, Slavisa" userId="d6b370cb-6124-4398-9dc6-02c08a49d401" providerId="ADAL" clId="{D1B54D77-0C79-4CEF-8F7E-12D5C22A82C4}" dt="2026-05-05T15:19:43.992" v="77" actId="26606"/>
          <ac:spMkLst>
            <pc:docMk/>
            <pc:sldMk cId="0" sldId="276"/>
            <ac:spMk id="9" creationId="{00000000-0000-0000-0000-000000000000}"/>
          </ac:spMkLst>
        </pc:spChg>
        <pc:spChg chg="mod">
          <ac:chgData name="Milinkovic, Slavisa" userId="d6b370cb-6124-4398-9dc6-02c08a49d401" providerId="ADAL" clId="{D1B54D77-0C79-4CEF-8F7E-12D5C22A82C4}" dt="2026-05-05T09:52:37.151" v="1" actId="26606"/>
          <ac:spMkLst>
            <pc:docMk/>
            <pc:sldMk cId="0" sldId="276"/>
            <ac:spMk id="17" creationId="{00000000-0000-0000-0000-000000000000}"/>
          </ac:spMkLst>
        </pc:spChg>
        <pc:spChg chg="mod">
          <ac:chgData name="Milinkovic, Slavisa" userId="d6b370cb-6124-4398-9dc6-02c08a49d401" providerId="ADAL" clId="{D1B54D77-0C79-4CEF-8F7E-12D5C22A82C4}" dt="2026-05-05T09:52:37.151" v="1" actId="26606"/>
          <ac:spMkLst>
            <pc:docMk/>
            <pc:sldMk cId="0" sldId="276"/>
            <ac:spMk id="18" creationId="{00000000-0000-0000-0000-000000000000}"/>
          </ac:spMkLst>
        </pc:spChg>
        <pc:spChg chg="mod">
          <ac:chgData name="Milinkovic, Slavisa" userId="d6b370cb-6124-4398-9dc6-02c08a49d401" providerId="ADAL" clId="{D1B54D77-0C79-4CEF-8F7E-12D5C22A82C4}" dt="2026-05-05T09:52:37.151" v="1" actId="26606"/>
          <ac:spMkLst>
            <pc:docMk/>
            <pc:sldMk cId="0" sldId="276"/>
            <ac:spMk id="19" creationId="{00000000-0000-0000-0000-000000000000}"/>
          </ac:spMkLst>
        </pc:spChg>
        <pc:spChg chg="mod">
          <ac:chgData name="Milinkovic, Slavisa" userId="d6b370cb-6124-4398-9dc6-02c08a49d401" providerId="ADAL" clId="{D1B54D77-0C79-4CEF-8F7E-12D5C22A82C4}" dt="2026-05-05T09:52:37.151" v="1" actId="26606"/>
          <ac:spMkLst>
            <pc:docMk/>
            <pc:sldMk cId="0" sldId="276"/>
            <ac:spMk id="20" creationId="{00000000-0000-0000-0000-000000000000}"/>
          </ac:spMkLst>
        </pc:spChg>
        <pc:spChg chg="mod">
          <ac:chgData name="Milinkovic, Slavisa" userId="d6b370cb-6124-4398-9dc6-02c08a49d401" providerId="ADAL" clId="{D1B54D77-0C79-4CEF-8F7E-12D5C22A82C4}" dt="2026-05-05T09:52:37.151" v="1" actId="26606"/>
          <ac:spMkLst>
            <pc:docMk/>
            <pc:sldMk cId="0" sldId="276"/>
            <ac:spMk id="21" creationId="{00000000-0000-0000-0000-000000000000}"/>
          </ac:spMkLst>
        </pc:spChg>
        <pc:spChg chg="mod">
          <ac:chgData name="Milinkovic, Slavisa" userId="d6b370cb-6124-4398-9dc6-02c08a49d401" providerId="ADAL" clId="{D1B54D77-0C79-4CEF-8F7E-12D5C22A82C4}" dt="2026-05-05T09:52:37.151" v="1" actId="26606"/>
          <ac:spMkLst>
            <pc:docMk/>
            <pc:sldMk cId="0" sldId="276"/>
            <ac:spMk id="23" creationId="{00000000-0000-0000-0000-000000000000}"/>
          </ac:spMkLst>
        </pc:spChg>
        <pc:spChg chg="mod">
          <ac:chgData name="Milinkovic, Slavisa" userId="d6b370cb-6124-4398-9dc6-02c08a49d401" providerId="ADAL" clId="{D1B54D77-0C79-4CEF-8F7E-12D5C22A82C4}" dt="2026-05-05T09:52:37.151" v="1" actId="26606"/>
          <ac:spMkLst>
            <pc:docMk/>
            <pc:sldMk cId="0" sldId="276"/>
            <ac:spMk id="24" creationId="{00000000-0000-0000-0000-000000000000}"/>
          </ac:spMkLst>
        </pc:spChg>
        <pc:spChg chg="del">
          <ac:chgData name="Milinkovic, Slavisa" userId="d6b370cb-6124-4398-9dc6-02c08a49d401" providerId="ADAL" clId="{D1B54D77-0C79-4CEF-8F7E-12D5C22A82C4}" dt="2026-05-05T09:52:37.151" v="1" actId="26606"/>
          <ac:spMkLst>
            <pc:docMk/>
            <pc:sldMk cId="0" sldId="276"/>
            <ac:spMk id="27" creationId="{00000000-0000-0000-0000-000000000000}"/>
          </ac:spMkLst>
        </pc:spChg>
        <pc:spChg chg="del">
          <ac:chgData name="Milinkovic, Slavisa" userId="d6b370cb-6124-4398-9dc6-02c08a49d401" providerId="ADAL" clId="{D1B54D77-0C79-4CEF-8F7E-12D5C22A82C4}" dt="2026-05-05T09:52:37.151" v="1" actId="26606"/>
          <ac:spMkLst>
            <pc:docMk/>
            <pc:sldMk cId="0" sldId="276"/>
            <ac:spMk id="29" creationId="{00000000-0000-0000-0000-000000000000}"/>
          </ac:spMkLst>
        </pc:spChg>
        <pc:spChg chg="del">
          <ac:chgData name="Milinkovic, Slavisa" userId="d6b370cb-6124-4398-9dc6-02c08a49d401" providerId="ADAL" clId="{D1B54D77-0C79-4CEF-8F7E-12D5C22A82C4}" dt="2026-05-05T09:52:37.151" v="1" actId="26606"/>
          <ac:spMkLst>
            <pc:docMk/>
            <pc:sldMk cId="0" sldId="276"/>
            <ac:spMk id="34" creationId="{00000000-0000-0000-0000-000000000000}"/>
          </ac:spMkLst>
        </pc:spChg>
      </pc:sldChg>
      <pc:sldChg chg="delSp modSp del mod modNotes">
        <pc:chgData name="Milinkovic, Slavisa" userId="d6b370cb-6124-4398-9dc6-02c08a49d401" providerId="ADAL" clId="{D1B54D77-0C79-4CEF-8F7E-12D5C22A82C4}" dt="2026-05-05T15:11:03.547" v="76" actId="26606"/>
        <pc:sldMkLst>
          <pc:docMk/>
          <pc:sldMk cId="0" sldId="277"/>
        </pc:sldMkLst>
        <pc:spChg chg="mod">
          <ac:chgData name="Milinkovic, Slavisa" userId="d6b370cb-6124-4398-9dc6-02c08a49d401" providerId="ADAL" clId="{D1B54D77-0C79-4CEF-8F7E-12D5C22A82C4}" dt="2026-05-05T14:30:02.605" v="73" actId="26606"/>
          <ac:spMkLst>
            <pc:docMk/>
            <pc:sldMk cId="0" sldId="277"/>
            <ac:spMk id="9" creationId="{00000000-0000-0000-0000-000000000000}"/>
          </ac:spMkLst>
        </pc:spChg>
        <pc:spChg chg="mod">
          <ac:chgData name="Milinkovic, Slavisa" userId="d6b370cb-6124-4398-9dc6-02c08a49d401" providerId="ADAL" clId="{D1B54D77-0C79-4CEF-8F7E-12D5C22A82C4}" dt="2026-05-05T09:52:37.151" v="1" actId="26606"/>
          <ac:spMkLst>
            <pc:docMk/>
            <pc:sldMk cId="0" sldId="277"/>
            <ac:spMk id="10" creationId="{00000000-0000-0000-0000-000000000000}"/>
          </ac:spMkLst>
        </pc:spChg>
        <pc:spChg chg="mod">
          <ac:chgData name="Milinkovic, Slavisa" userId="d6b370cb-6124-4398-9dc6-02c08a49d401" providerId="ADAL" clId="{D1B54D77-0C79-4CEF-8F7E-12D5C22A82C4}" dt="2026-05-05T09:52:37.151" v="1" actId="26606"/>
          <ac:spMkLst>
            <pc:docMk/>
            <pc:sldMk cId="0" sldId="277"/>
            <ac:spMk id="12" creationId="{00000000-0000-0000-0000-000000000000}"/>
          </ac:spMkLst>
        </pc:spChg>
        <pc:spChg chg="mod">
          <ac:chgData name="Milinkovic, Slavisa" userId="d6b370cb-6124-4398-9dc6-02c08a49d401" providerId="ADAL" clId="{D1B54D77-0C79-4CEF-8F7E-12D5C22A82C4}" dt="2026-05-05T09:52:37.151" v="1" actId="26606"/>
          <ac:spMkLst>
            <pc:docMk/>
            <pc:sldMk cId="0" sldId="277"/>
            <ac:spMk id="17" creationId="{00000000-0000-0000-0000-000000000000}"/>
          </ac:spMkLst>
        </pc:spChg>
        <pc:spChg chg="mod">
          <ac:chgData name="Milinkovic, Slavisa" userId="d6b370cb-6124-4398-9dc6-02c08a49d401" providerId="ADAL" clId="{D1B54D77-0C79-4CEF-8F7E-12D5C22A82C4}" dt="2026-05-05T09:52:37.151" v="1" actId="26606"/>
          <ac:spMkLst>
            <pc:docMk/>
            <pc:sldMk cId="0" sldId="277"/>
            <ac:spMk id="19" creationId="{00000000-0000-0000-0000-000000000000}"/>
          </ac:spMkLst>
        </pc:spChg>
        <pc:spChg chg="mod">
          <ac:chgData name="Milinkovic, Slavisa" userId="d6b370cb-6124-4398-9dc6-02c08a49d401" providerId="ADAL" clId="{D1B54D77-0C79-4CEF-8F7E-12D5C22A82C4}" dt="2026-05-05T09:52:37.151" v="1" actId="26606"/>
          <ac:spMkLst>
            <pc:docMk/>
            <pc:sldMk cId="0" sldId="277"/>
            <ac:spMk id="20" creationId="{00000000-0000-0000-0000-000000000000}"/>
          </ac:spMkLst>
        </pc:spChg>
        <pc:spChg chg="mod">
          <ac:chgData name="Milinkovic, Slavisa" userId="d6b370cb-6124-4398-9dc6-02c08a49d401" providerId="ADAL" clId="{D1B54D77-0C79-4CEF-8F7E-12D5C22A82C4}" dt="2026-05-05T09:52:37.151" v="1" actId="26606"/>
          <ac:spMkLst>
            <pc:docMk/>
            <pc:sldMk cId="0" sldId="277"/>
            <ac:spMk id="22" creationId="{00000000-0000-0000-0000-000000000000}"/>
          </ac:spMkLst>
        </pc:spChg>
        <pc:spChg chg="del">
          <ac:chgData name="Milinkovic, Slavisa" userId="d6b370cb-6124-4398-9dc6-02c08a49d401" providerId="ADAL" clId="{D1B54D77-0C79-4CEF-8F7E-12D5C22A82C4}" dt="2026-05-05T09:52:37.151" v="1" actId="26606"/>
          <ac:spMkLst>
            <pc:docMk/>
            <pc:sldMk cId="0" sldId="277"/>
            <ac:spMk id="23" creationId="{00000000-0000-0000-0000-000000000000}"/>
          </ac:spMkLst>
        </pc:spChg>
        <pc:spChg chg="del">
          <ac:chgData name="Milinkovic, Slavisa" userId="d6b370cb-6124-4398-9dc6-02c08a49d401" providerId="ADAL" clId="{D1B54D77-0C79-4CEF-8F7E-12D5C22A82C4}" dt="2026-05-05T09:52:37.151" v="1" actId="26606"/>
          <ac:spMkLst>
            <pc:docMk/>
            <pc:sldMk cId="0" sldId="277"/>
            <ac:spMk id="24" creationId="{00000000-0000-0000-0000-000000000000}"/>
          </ac:spMkLst>
        </pc:spChg>
        <pc:spChg chg="del">
          <ac:chgData name="Milinkovic, Slavisa" userId="d6b370cb-6124-4398-9dc6-02c08a49d401" providerId="ADAL" clId="{D1B54D77-0C79-4CEF-8F7E-12D5C22A82C4}" dt="2026-05-05T09:52:37.151" v="1" actId="26606"/>
          <ac:spMkLst>
            <pc:docMk/>
            <pc:sldMk cId="0" sldId="277"/>
            <ac:spMk id="25" creationId="{00000000-0000-0000-0000-000000000000}"/>
          </ac:spMkLst>
        </pc:spChg>
        <pc:spChg chg="del">
          <ac:chgData name="Milinkovic, Slavisa" userId="d6b370cb-6124-4398-9dc6-02c08a49d401" providerId="ADAL" clId="{D1B54D77-0C79-4CEF-8F7E-12D5C22A82C4}" dt="2026-05-05T09:52:37.151" v="1" actId="26606"/>
          <ac:spMkLst>
            <pc:docMk/>
            <pc:sldMk cId="0" sldId="277"/>
            <ac:spMk id="30" creationId="{00000000-0000-0000-0000-000000000000}"/>
          </ac:spMkLst>
        </pc:spChg>
      </pc:sldChg>
      <pc:sldChg chg="addSp modSp mod setBg modNotes">
        <pc:chgData name="Milinkovic, Slavisa" userId="d6b370cb-6124-4398-9dc6-02c08a49d401" providerId="ADAL" clId="{D1B54D77-0C79-4CEF-8F7E-12D5C22A82C4}" dt="2026-05-05T16:12:26.584" v="112" actId="26606"/>
        <pc:sldMkLst>
          <pc:docMk/>
          <pc:sldMk cId="0" sldId="278"/>
        </pc:sldMkLst>
        <pc:spChg chg="mod">
          <ac:chgData name="Milinkovic, Slavisa" userId="d6b370cb-6124-4398-9dc6-02c08a49d401" providerId="ADAL" clId="{D1B54D77-0C79-4CEF-8F7E-12D5C22A82C4}" dt="2026-05-05T09:52:37.151" v="1" actId="26606"/>
          <ac:spMkLst>
            <pc:docMk/>
            <pc:sldMk cId="0" sldId="278"/>
            <ac:spMk id="2" creationId="{00000000-0000-0000-0000-000000000000}"/>
          </ac:spMkLst>
        </pc:spChg>
        <pc:spChg chg="mod">
          <ac:chgData name="Milinkovic, Slavisa" userId="d6b370cb-6124-4398-9dc6-02c08a49d401" providerId="ADAL" clId="{D1B54D77-0C79-4CEF-8F7E-12D5C22A82C4}" dt="2026-05-05T09:52:37.151" v="1" actId="26606"/>
          <ac:spMkLst>
            <pc:docMk/>
            <pc:sldMk cId="0" sldId="278"/>
            <ac:spMk id="3" creationId="{00000000-0000-0000-0000-000000000000}"/>
          </ac:spMkLst>
        </pc:spChg>
        <pc:spChg chg="mod">
          <ac:chgData name="Milinkovic, Slavisa" userId="d6b370cb-6124-4398-9dc6-02c08a49d401" providerId="ADAL" clId="{D1B54D77-0C79-4CEF-8F7E-12D5C22A82C4}" dt="2026-05-05T09:52:37.151" v="1" actId="26606"/>
          <ac:spMkLst>
            <pc:docMk/>
            <pc:sldMk cId="0" sldId="278"/>
            <ac:spMk id="5" creationId="{00000000-0000-0000-0000-000000000000}"/>
          </ac:spMkLst>
        </pc:spChg>
        <pc:spChg chg="mod">
          <ac:chgData name="Milinkovic, Slavisa" userId="d6b370cb-6124-4398-9dc6-02c08a49d401" providerId="ADAL" clId="{D1B54D77-0C79-4CEF-8F7E-12D5C22A82C4}" dt="2026-05-05T09:52:37.151" v="1" actId="26606"/>
          <ac:spMkLst>
            <pc:docMk/>
            <pc:sldMk cId="0" sldId="278"/>
            <ac:spMk id="6" creationId="{00000000-0000-0000-0000-000000000000}"/>
          </ac:spMkLst>
        </pc:spChg>
        <pc:spChg chg="mod">
          <ac:chgData name="Milinkovic, Slavisa" userId="d6b370cb-6124-4398-9dc6-02c08a49d401" providerId="ADAL" clId="{D1B54D77-0C79-4CEF-8F7E-12D5C22A82C4}" dt="2026-05-05T09:52:37.151" v="1" actId="26606"/>
          <ac:spMkLst>
            <pc:docMk/>
            <pc:sldMk cId="0" sldId="278"/>
            <ac:spMk id="8" creationId="{00000000-0000-0000-0000-000000000000}"/>
          </ac:spMkLst>
        </pc:spChg>
        <pc:spChg chg="mod">
          <ac:chgData name="Milinkovic, Slavisa" userId="d6b370cb-6124-4398-9dc6-02c08a49d401" providerId="ADAL" clId="{D1B54D77-0C79-4CEF-8F7E-12D5C22A82C4}" dt="2026-05-05T09:52:37.151" v="1" actId="26606"/>
          <ac:spMkLst>
            <pc:docMk/>
            <pc:sldMk cId="0" sldId="278"/>
            <ac:spMk id="9" creationId="{00000000-0000-0000-0000-000000000000}"/>
          </ac:spMkLst>
        </pc:spChg>
        <pc:spChg chg="mod">
          <ac:chgData name="Milinkovic, Slavisa" userId="d6b370cb-6124-4398-9dc6-02c08a49d401" providerId="ADAL" clId="{D1B54D77-0C79-4CEF-8F7E-12D5C22A82C4}" dt="2026-05-05T15:11:03.547" v="76" actId="26606"/>
          <ac:spMkLst>
            <pc:docMk/>
            <pc:sldMk cId="0" sldId="278"/>
            <ac:spMk id="10" creationId="{00000000-0000-0000-0000-000000000000}"/>
          </ac:spMkLst>
        </pc:spChg>
        <pc:spChg chg="mod">
          <ac:chgData name="Milinkovic, Slavisa" userId="d6b370cb-6124-4398-9dc6-02c08a49d401" providerId="ADAL" clId="{D1B54D77-0C79-4CEF-8F7E-12D5C22A82C4}" dt="2026-05-05T15:11:03.547" v="76" actId="26606"/>
          <ac:spMkLst>
            <pc:docMk/>
            <pc:sldMk cId="0" sldId="278"/>
            <ac:spMk id="11" creationId="{00000000-0000-0000-0000-000000000000}"/>
          </ac:spMkLst>
        </pc:spChg>
        <pc:spChg chg="mod">
          <ac:chgData name="Milinkovic, Slavisa" userId="d6b370cb-6124-4398-9dc6-02c08a49d401" providerId="ADAL" clId="{D1B54D77-0C79-4CEF-8F7E-12D5C22A82C4}" dt="2026-05-05T09:52:37.151" v="1" actId="26606"/>
          <ac:spMkLst>
            <pc:docMk/>
            <pc:sldMk cId="0" sldId="278"/>
            <ac:spMk id="12" creationId="{00000000-0000-0000-0000-000000000000}"/>
          </ac:spMkLst>
        </pc:spChg>
        <pc:spChg chg="mod">
          <ac:chgData name="Milinkovic, Slavisa" userId="d6b370cb-6124-4398-9dc6-02c08a49d401" providerId="ADAL" clId="{D1B54D77-0C79-4CEF-8F7E-12D5C22A82C4}" dt="2026-05-05T09:52:37.151" v="1" actId="26606"/>
          <ac:spMkLst>
            <pc:docMk/>
            <pc:sldMk cId="0" sldId="278"/>
            <ac:spMk id="17" creationId="{00000000-0000-0000-0000-000000000000}"/>
          </ac:spMkLst>
        </pc:spChg>
        <pc:spChg chg="add">
          <ac:chgData name="Milinkovic, Slavisa" userId="d6b370cb-6124-4398-9dc6-02c08a49d401" providerId="ADAL" clId="{D1B54D77-0C79-4CEF-8F7E-12D5C22A82C4}" dt="2026-05-05T09:52:37.151" v="1" actId="26606"/>
          <ac:spMkLst>
            <pc:docMk/>
            <pc:sldMk cId="0" sldId="278"/>
            <ac:spMk id="18" creationId="{00000000-0000-0000-0000-000000000000}"/>
          </ac:spMkLst>
        </pc:spChg>
      </pc:sldChg>
      <pc:sldChg chg="delSp modSp mod modNotes">
        <pc:chgData name="Milinkovic, Slavisa" userId="d6b370cb-6124-4398-9dc6-02c08a49d401" providerId="ADAL" clId="{D1B54D77-0C79-4CEF-8F7E-12D5C22A82C4}" dt="2026-05-05T15:19:43.992" v="77" actId="26606"/>
        <pc:sldMkLst>
          <pc:docMk/>
          <pc:sldMk cId="0" sldId="279"/>
        </pc:sldMkLst>
        <pc:spChg chg="mod">
          <ac:chgData name="Milinkovic, Slavisa" userId="d6b370cb-6124-4398-9dc6-02c08a49d401" providerId="ADAL" clId="{D1B54D77-0C79-4CEF-8F7E-12D5C22A82C4}" dt="2026-05-05T15:19:43.992" v="77" actId="26606"/>
          <ac:spMkLst>
            <pc:docMk/>
            <pc:sldMk cId="0" sldId="279"/>
            <ac:spMk id="7" creationId="{00000000-0000-0000-0000-000000000000}"/>
          </ac:spMkLst>
        </pc:spChg>
        <pc:spChg chg="mod">
          <ac:chgData name="Milinkovic, Slavisa" userId="d6b370cb-6124-4398-9dc6-02c08a49d401" providerId="ADAL" clId="{D1B54D77-0C79-4CEF-8F7E-12D5C22A82C4}" dt="2026-05-05T15:11:03.547" v="76" actId="26606"/>
          <ac:spMkLst>
            <pc:docMk/>
            <pc:sldMk cId="0" sldId="279"/>
            <ac:spMk id="9" creationId="{00000000-0000-0000-0000-000000000000}"/>
          </ac:spMkLst>
        </pc:spChg>
        <pc:spChg chg="mod">
          <ac:chgData name="Milinkovic, Slavisa" userId="d6b370cb-6124-4398-9dc6-02c08a49d401" providerId="ADAL" clId="{D1B54D77-0C79-4CEF-8F7E-12D5C22A82C4}" dt="2026-05-05T09:52:37.151" v="1" actId="26606"/>
          <ac:spMkLst>
            <pc:docMk/>
            <pc:sldMk cId="0" sldId="279"/>
            <ac:spMk id="13" creationId="{00000000-0000-0000-0000-000000000000}"/>
          </ac:spMkLst>
        </pc:spChg>
        <pc:spChg chg="mod">
          <ac:chgData name="Milinkovic, Slavisa" userId="d6b370cb-6124-4398-9dc6-02c08a49d401" providerId="ADAL" clId="{D1B54D77-0C79-4CEF-8F7E-12D5C22A82C4}" dt="2026-05-05T15:19:43.992" v="77" actId="26606"/>
          <ac:spMkLst>
            <pc:docMk/>
            <pc:sldMk cId="0" sldId="279"/>
            <ac:spMk id="14" creationId="{00000000-0000-0000-0000-000000000000}"/>
          </ac:spMkLst>
        </pc:spChg>
        <pc:spChg chg="mod">
          <ac:chgData name="Milinkovic, Slavisa" userId="d6b370cb-6124-4398-9dc6-02c08a49d401" providerId="ADAL" clId="{D1B54D77-0C79-4CEF-8F7E-12D5C22A82C4}" dt="2026-05-05T15:19:43.992" v="77" actId="26606"/>
          <ac:spMkLst>
            <pc:docMk/>
            <pc:sldMk cId="0" sldId="279"/>
            <ac:spMk id="19" creationId="{00000000-0000-0000-0000-000000000000}"/>
          </ac:spMkLst>
        </pc:spChg>
        <pc:spChg chg="mod">
          <ac:chgData name="Milinkovic, Slavisa" userId="d6b370cb-6124-4398-9dc6-02c08a49d401" providerId="ADAL" clId="{D1B54D77-0C79-4CEF-8F7E-12D5C22A82C4}" dt="2026-05-05T15:19:43.992" v="77" actId="26606"/>
          <ac:spMkLst>
            <pc:docMk/>
            <pc:sldMk cId="0" sldId="279"/>
            <ac:spMk id="24" creationId="{00000000-0000-0000-0000-000000000000}"/>
          </ac:spMkLst>
        </pc:spChg>
        <pc:spChg chg="mod">
          <ac:chgData name="Milinkovic, Slavisa" userId="d6b370cb-6124-4398-9dc6-02c08a49d401" providerId="ADAL" clId="{D1B54D77-0C79-4CEF-8F7E-12D5C22A82C4}" dt="2026-05-05T15:19:43.992" v="77" actId="26606"/>
          <ac:spMkLst>
            <pc:docMk/>
            <pc:sldMk cId="0" sldId="279"/>
            <ac:spMk id="26" creationId="{00000000-0000-0000-0000-000000000000}"/>
          </ac:spMkLst>
        </pc:spChg>
        <pc:spChg chg="mod">
          <ac:chgData name="Milinkovic, Slavisa" userId="d6b370cb-6124-4398-9dc6-02c08a49d401" providerId="ADAL" clId="{D1B54D77-0C79-4CEF-8F7E-12D5C22A82C4}" dt="2026-05-05T15:19:43.992" v="77" actId="26606"/>
          <ac:spMkLst>
            <pc:docMk/>
            <pc:sldMk cId="0" sldId="279"/>
            <ac:spMk id="27" creationId="{00000000-0000-0000-0000-000000000000}"/>
          </ac:spMkLst>
        </pc:spChg>
        <pc:spChg chg="mod">
          <ac:chgData name="Milinkovic, Slavisa" userId="d6b370cb-6124-4398-9dc6-02c08a49d401" providerId="ADAL" clId="{D1B54D77-0C79-4CEF-8F7E-12D5C22A82C4}" dt="2026-05-05T15:19:43.992" v="77" actId="26606"/>
          <ac:spMkLst>
            <pc:docMk/>
            <pc:sldMk cId="0" sldId="279"/>
            <ac:spMk id="28" creationId="{00000000-0000-0000-0000-000000000000}"/>
          </ac:spMkLst>
        </pc:spChg>
        <pc:spChg chg="mod">
          <ac:chgData name="Milinkovic, Slavisa" userId="d6b370cb-6124-4398-9dc6-02c08a49d401" providerId="ADAL" clId="{D1B54D77-0C79-4CEF-8F7E-12D5C22A82C4}" dt="2026-05-05T15:19:43.992" v="77" actId="26606"/>
          <ac:spMkLst>
            <pc:docMk/>
            <pc:sldMk cId="0" sldId="279"/>
            <ac:spMk id="31" creationId="{00000000-0000-0000-0000-000000000000}"/>
          </ac:spMkLst>
        </pc:spChg>
        <pc:spChg chg="mod">
          <ac:chgData name="Milinkovic, Slavisa" userId="d6b370cb-6124-4398-9dc6-02c08a49d401" providerId="ADAL" clId="{D1B54D77-0C79-4CEF-8F7E-12D5C22A82C4}" dt="2026-05-05T15:19:43.992" v="77" actId="26606"/>
          <ac:spMkLst>
            <pc:docMk/>
            <pc:sldMk cId="0" sldId="279"/>
            <ac:spMk id="37" creationId="{00000000-0000-0000-0000-000000000000}"/>
          </ac:spMkLst>
        </pc:spChg>
        <pc:spChg chg="mod">
          <ac:chgData name="Milinkovic, Slavisa" userId="d6b370cb-6124-4398-9dc6-02c08a49d401" providerId="ADAL" clId="{D1B54D77-0C79-4CEF-8F7E-12D5C22A82C4}" dt="2026-05-05T15:19:43.992" v="77" actId="26606"/>
          <ac:spMkLst>
            <pc:docMk/>
            <pc:sldMk cId="0" sldId="279"/>
            <ac:spMk id="39" creationId="{00000000-0000-0000-0000-000000000000}"/>
          </ac:spMkLst>
        </pc:spChg>
      </pc:sldChg>
      <pc:sldChg chg="addSp delSp modSp del mod modNotes">
        <pc:chgData name="Milinkovic, Slavisa" userId="d6b370cb-6124-4398-9dc6-02c08a49d401" providerId="ADAL" clId="{D1B54D77-0C79-4CEF-8F7E-12D5C22A82C4}" dt="2026-05-05T15:19:43.992" v="77" actId="26606"/>
        <pc:sldMkLst>
          <pc:docMk/>
          <pc:sldMk cId="0" sldId="280"/>
        </pc:sldMkLst>
        <pc:spChg chg="mod">
          <ac:chgData name="Milinkovic, Slavisa" userId="d6b370cb-6124-4398-9dc6-02c08a49d401" providerId="ADAL" clId="{D1B54D77-0C79-4CEF-8F7E-12D5C22A82C4}" dt="2026-05-05T09:52:37.151" v="1" actId="26606"/>
          <ac:spMkLst>
            <pc:docMk/>
            <pc:sldMk cId="0" sldId="280"/>
            <ac:spMk id="5" creationId="{00000000-0000-0000-0000-000000000000}"/>
          </ac:spMkLst>
        </pc:spChg>
        <pc:spChg chg="mod">
          <ac:chgData name="Milinkovic, Slavisa" userId="d6b370cb-6124-4398-9dc6-02c08a49d401" providerId="ADAL" clId="{D1B54D77-0C79-4CEF-8F7E-12D5C22A82C4}" dt="2026-05-05T15:11:03.547" v="76" actId="26606"/>
          <ac:spMkLst>
            <pc:docMk/>
            <pc:sldMk cId="0" sldId="280"/>
            <ac:spMk id="9" creationId="{00000000-0000-0000-0000-000000000000}"/>
          </ac:spMkLst>
        </pc:spChg>
        <pc:spChg chg="mod">
          <ac:chgData name="Milinkovic, Slavisa" userId="d6b370cb-6124-4398-9dc6-02c08a49d401" providerId="ADAL" clId="{D1B54D77-0C79-4CEF-8F7E-12D5C22A82C4}" dt="2026-05-05T09:52:37.151" v="1" actId="26606"/>
          <ac:spMkLst>
            <pc:docMk/>
            <pc:sldMk cId="0" sldId="280"/>
            <ac:spMk id="10" creationId="{00000000-0000-0000-0000-000000000000}"/>
          </ac:spMkLst>
        </pc:spChg>
        <pc:spChg chg="mod">
          <ac:chgData name="Milinkovic, Slavisa" userId="d6b370cb-6124-4398-9dc6-02c08a49d401" providerId="ADAL" clId="{D1B54D77-0C79-4CEF-8F7E-12D5C22A82C4}" dt="2026-05-05T09:52:37.151" v="1" actId="26606"/>
          <ac:spMkLst>
            <pc:docMk/>
            <pc:sldMk cId="0" sldId="280"/>
            <ac:spMk id="11" creationId="{00000000-0000-0000-0000-000000000000}"/>
          </ac:spMkLst>
        </pc:spChg>
        <pc:spChg chg="mod">
          <ac:chgData name="Milinkovic, Slavisa" userId="d6b370cb-6124-4398-9dc6-02c08a49d401" providerId="ADAL" clId="{D1B54D77-0C79-4CEF-8F7E-12D5C22A82C4}" dt="2026-05-05T09:52:37.151" v="1" actId="26606"/>
          <ac:spMkLst>
            <pc:docMk/>
            <pc:sldMk cId="0" sldId="280"/>
            <ac:spMk id="14" creationId="{00000000-0000-0000-0000-000000000000}"/>
          </ac:spMkLst>
        </pc:spChg>
        <pc:spChg chg="mod">
          <ac:chgData name="Milinkovic, Slavisa" userId="d6b370cb-6124-4398-9dc6-02c08a49d401" providerId="ADAL" clId="{D1B54D77-0C79-4CEF-8F7E-12D5C22A82C4}" dt="2026-05-05T09:52:37.151" v="1" actId="26606"/>
          <ac:spMkLst>
            <pc:docMk/>
            <pc:sldMk cId="0" sldId="280"/>
            <ac:spMk id="15" creationId="{00000000-0000-0000-0000-000000000000}"/>
          </ac:spMkLst>
        </pc:spChg>
        <pc:spChg chg="mod">
          <ac:chgData name="Milinkovic, Slavisa" userId="d6b370cb-6124-4398-9dc6-02c08a49d401" providerId="ADAL" clId="{D1B54D77-0C79-4CEF-8F7E-12D5C22A82C4}" dt="2026-05-05T09:52:37.151" v="1" actId="26606"/>
          <ac:spMkLst>
            <pc:docMk/>
            <pc:sldMk cId="0" sldId="280"/>
            <ac:spMk id="16" creationId="{00000000-0000-0000-0000-000000000000}"/>
          </ac:spMkLst>
        </pc:spChg>
        <pc:spChg chg="mod">
          <ac:chgData name="Milinkovic, Slavisa" userId="d6b370cb-6124-4398-9dc6-02c08a49d401" providerId="ADAL" clId="{D1B54D77-0C79-4CEF-8F7E-12D5C22A82C4}" dt="2026-05-05T12:30:49.601" v="20" actId="14100"/>
          <ac:spMkLst>
            <pc:docMk/>
            <pc:sldMk cId="0" sldId="280"/>
            <ac:spMk id="19" creationId="{00000000-0000-0000-0000-000000000000}"/>
          </ac:spMkLst>
        </pc:spChg>
        <pc:spChg chg="mod">
          <ac:chgData name="Milinkovic, Slavisa" userId="d6b370cb-6124-4398-9dc6-02c08a49d401" providerId="ADAL" clId="{D1B54D77-0C79-4CEF-8F7E-12D5C22A82C4}" dt="2026-05-05T09:52:37.151" v="1" actId="26606"/>
          <ac:spMkLst>
            <pc:docMk/>
            <pc:sldMk cId="0" sldId="280"/>
            <ac:spMk id="21" creationId="{00000000-0000-0000-0000-000000000000}"/>
          </ac:spMkLst>
        </pc:spChg>
        <pc:spChg chg="del">
          <ac:chgData name="Milinkovic, Slavisa" userId="d6b370cb-6124-4398-9dc6-02c08a49d401" providerId="ADAL" clId="{D1B54D77-0C79-4CEF-8F7E-12D5C22A82C4}" dt="2026-05-05T09:52:37.151" v="1" actId="26606"/>
          <ac:spMkLst>
            <pc:docMk/>
            <pc:sldMk cId="0" sldId="280"/>
            <ac:spMk id="22" creationId="{00000000-0000-0000-0000-000000000000}"/>
          </ac:spMkLst>
        </pc:spChg>
        <pc:spChg chg="del">
          <ac:chgData name="Milinkovic, Slavisa" userId="d6b370cb-6124-4398-9dc6-02c08a49d401" providerId="ADAL" clId="{D1B54D77-0C79-4CEF-8F7E-12D5C22A82C4}" dt="2026-05-05T09:52:37.151" v="1" actId="26606"/>
          <ac:spMkLst>
            <pc:docMk/>
            <pc:sldMk cId="0" sldId="280"/>
            <ac:spMk id="23" creationId="{00000000-0000-0000-0000-000000000000}"/>
          </ac:spMkLst>
        </pc:spChg>
      </pc:sldChg>
      <pc:sldChg chg="addSp delSp modSp mod modNotes">
        <pc:chgData name="Milinkovic, Slavisa" userId="d6b370cb-6124-4398-9dc6-02c08a49d401" providerId="ADAL" clId="{D1B54D77-0C79-4CEF-8F7E-12D5C22A82C4}" dt="2026-05-05T15:19:43.992" v="77" actId="26606"/>
        <pc:sldMkLst>
          <pc:docMk/>
          <pc:sldMk cId="0" sldId="281"/>
        </pc:sldMkLst>
        <pc:spChg chg="mod">
          <ac:chgData name="Milinkovic, Slavisa" userId="d6b370cb-6124-4398-9dc6-02c08a49d401" providerId="ADAL" clId="{D1B54D77-0C79-4CEF-8F7E-12D5C22A82C4}" dt="2026-05-05T15:19:43.992" v="77" actId="26606"/>
          <ac:spMkLst>
            <pc:docMk/>
            <pc:sldMk cId="0" sldId="281"/>
            <ac:spMk id="9" creationId="{00000000-0000-0000-0000-000000000000}"/>
          </ac:spMkLst>
        </pc:spChg>
        <pc:spChg chg="mod">
          <ac:chgData name="Milinkovic, Slavisa" userId="d6b370cb-6124-4398-9dc6-02c08a49d401" providerId="ADAL" clId="{D1B54D77-0C79-4CEF-8F7E-12D5C22A82C4}" dt="2026-05-05T15:19:43.992" v="77" actId="26606"/>
          <ac:spMkLst>
            <pc:docMk/>
            <pc:sldMk cId="0" sldId="281"/>
            <ac:spMk id="11" creationId="{00000000-0000-0000-0000-000000000000}"/>
          </ac:spMkLst>
        </pc:spChg>
        <pc:spChg chg="mod">
          <ac:chgData name="Milinkovic, Slavisa" userId="d6b370cb-6124-4398-9dc6-02c08a49d401" providerId="ADAL" clId="{D1B54D77-0C79-4CEF-8F7E-12D5C22A82C4}" dt="2026-05-05T15:19:43.992" v="77" actId="26606"/>
          <ac:spMkLst>
            <pc:docMk/>
            <pc:sldMk cId="0" sldId="281"/>
            <ac:spMk id="13" creationId="{00000000-0000-0000-0000-000000000000}"/>
          </ac:spMkLst>
        </pc:spChg>
        <pc:spChg chg="mod">
          <ac:chgData name="Milinkovic, Slavisa" userId="d6b370cb-6124-4398-9dc6-02c08a49d401" providerId="ADAL" clId="{D1B54D77-0C79-4CEF-8F7E-12D5C22A82C4}" dt="2026-05-05T15:19:43.992" v="77" actId="26606"/>
          <ac:spMkLst>
            <pc:docMk/>
            <pc:sldMk cId="0" sldId="281"/>
            <ac:spMk id="19" creationId="{00000000-0000-0000-0000-000000000000}"/>
          </ac:spMkLst>
        </pc:spChg>
        <pc:spChg chg="mod">
          <ac:chgData name="Milinkovic, Slavisa" userId="d6b370cb-6124-4398-9dc6-02c08a49d401" providerId="ADAL" clId="{D1B54D77-0C79-4CEF-8F7E-12D5C22A82C4}" dt="2026-05-05T15:19:43.992" v="77" actId="26606"/>
          <ac:spMkLst>
            <pc:docMk/>
            <pc:sldMk cId="0" sldId="281"/>
            <ac:spMk id="21" creationId="{00000000-0000-0000-0000-000000000000}"/>
          </ac:spMkLst>
        </pc:spChg>
        <pc:spChg chg="mod">
          <ac:chgData name="Milinkovic, Slavisa" userId="d6b370cb-6124-4398-9dc6-02c08a49d401" providerId="ADAL" clId="{D1B54D77-0C79-4CEF-8F7E-12D5C22A82C4}" dt="2026-05-05T15:19:43.992" v="77" actId="26606"/>
          <ac:spMkLst>
            <pc:docMk/>
            <pc:sldMk cId="0" sldId="281"/>
            <ac:spMk id="23" creationId="{00000000-0000-0000-0000-000000000000}"/>
          </ac:spMkLst>
        </pc:spChg>
        <pc:spChg chg="add mod">
          <ac:chgData name="Milinkovic, Slavisa" userId="d6b370cb-6124-4398-9dc6-02c08a49d401" providerId="ADAL" clId="{D1B54D77-0C79-4CEF-8F7E-12D5C22A82C4}" dt="2026-05-05T15:19:43.992" v="77" actId="26606"/>
          <ac:spMkLst>
            <pc:docMk/>
            <pc:sldMk cId="0" sldId="281"/>
            <ac:spMk id="31" creationId="{00000000-0000-0000-0000-000000000000}"/>
          </ac:spMkLst>
        </pc:spChg>
        <pc:spChg chg="add del">
          <ac:chgData name="Milinkovic, Slavisa" userId="d6b370cb-6124-4398-9dc6-02c08a49d401" providerId="ADAL" clId="{D1B54D77-0C79-4CEF-8F7E-12D5C22A82C4}" dt="2026-05-05T15:19:43.992" v="77" actId="26606"/>
          <ac:spMkLst>
            <pc:docMk/>
            <pc:sldMk cId="0" sldId="281"/>
            <ac:spMk id="36" creationId="{00000000-0000-0000-0000-000000000000}"/>
          </ac:spMkLst>
        </pc:spChg>
        <pc:spChg chg="add del">
          <ac:chgData name="Milinkovic, Slavisa" userId="d6b370cb-6124-4398-9dc6-02c08a49d401" providerId="ADAL" clId="{D1B54D77-0C79-4CEF-8F7E-12D5C22A82C4}" dt="2026-05-05T15:19:43.992" v="77" actId="26606"/>
          <ac:spMkLst>
            <pc:docMk/>
            <pc:sldMk cId="0" sldId="281"/>
            <ac:spMk id="38" creationId="{00000000-0000-0000-0000-000000000000}"/>
          </ac:spMkLst>
        </pc:spChg>
        <pc:spChg chg="add del">
          <ac:chgData name="Milinkovic, Slavisa" userId="d6b370cb-6124-4398-9dc6-02c08a49d401" providerId="ADAL" clId="{D1B54D77-0C79-4CEF-8F7E-12D5C22A82C4}" dt="2026-05-05T15:19:43.992" v="77" actId="26606"/>
          <ac:spMkLst>
            <pc:docMk/>
            <pc:sldMk cId="0" sldId="281"/>
            <ac:spMk id="40" creationId="{00000000-0000-0000-0000-000000000000}"/>
          </ac:spMkLst>
        </pc:spChg>
      </pc:sldChg>
      <pc:sldChg chg="addSp modSp del mod modNotes">
        <pc:chgData name="Milinkovic, Slavisa" userId="d6b370cb-6124-4398-9dc6-02c08a49d401" providerId="ADAL" clId="{D1B54D77-0C79-4CEF-8F7E-12D5C22A82C4}" dt="2026-05-05T15:19:43.992" v="77" actId="26606"/>
        <pc:sldMkLst>
          <pc:docMk/>
          <pc:sldMk cId="0" sldId="282"/>
        </pc:sldMkLst>
        <pc:spChg chg="mod">
          <ac:chgData name="Milinkovic, Slavisa" userId="d6b370cb-6124-4398-9dc6-02c08a49d401" providerId="ADAL" clId="{D1B54D77-0C79-4CEF-8F7E-12D5C22A82C4}" dt="2026-05-05T15:11:03.547" v="76" actId="26606"/>
          <ac:spMkLst>
            <pc:docMk/>
            <pc:sldMk cId="0" sldId="282"/>
            <ac:spMk id="9" creationId="{00000000-0000-0000-0000-000000000000}"/>
          </ac:spMkLst>
        </pc:spChg>
        <pc:spChg chg="mod">
          <ac:chgData name="Milinkovic, Slavisa" userId="d6b370cb-6124-4398-9dc6-02c08a49d401" providerId="ADAL" clId="{D1B54D77-0C79-4CEF-8F7E-12D5C22A82C4}" dt="2026-05-05T09:52:37.151" v="1" actId="26606"/>
          <ac:spMkLst>
            <pc:docMk/>
            <pc:sldMk cId="0" sldId="282"/>
            <ac:spMk id="13" creationId="{00000000-0000-0000-0000-000000000000}"/>
          </ac:spMkLst>
        </pc:spChg>
        <pc:spChg chg="mod">
          <ac:chgData name="Milinkovic, Slavisa" userId="d6b370cb-6124-4398-9dc6-02c08a49d401" providerId="ADAL" clId="{D1B54D77-0C79-4CEF-8F7E-12D5C22A82C4}" dt="2026-05-05T09:52:37.151" v="1" actId="26606"/>
          <ac:spMkLst>
            <pc:docMk/>
            <pc:sldMk cId="0" sldId="282"/>
            <ac:spMk id="14" creationId="{00000000-0000-0000-0000-000000000000}"/>
          </ac:spMkLst>
        </pc:spChg>
        <pc:spChg chg="mod">
          <ac:chgData name="Milinkovic, Slavisa" userId="d6b370cb-6124-4398-9dc6-02c08a49d401" providerId="ADAL" clId="{D1B54D77-0C79-4CEF-8F7E-12D5C22A82C4}" dt="2026-05-05T09:52:37.151" v="1" actId="26606"/>
          <ac:spMkLst>
            <pc:docMk/>
            <pc:sldMk cId="0" sldId="282"/>
            <ac:spMk id="15" creationId="{00000000-0000-0000-0000-000000000000}"/>
          </ac:spMkLst>
        </pc:spChg>
        <pc:spChg chg="mod">
          <ac:chgData name="Milinkovic, Slavisa" userId="d6b370cb-6124-4398-9dc6-02c08a49d401" providerId="ADAL" clId="{D1B54D77-0C79-4CEF-8F7E-12D5C22A82C4}" dt="2026-05-05T09:52:37.151" v="1" actId="26606"/>
          <ac:spMkLst>
            <pc:docMk/>
            <pc:sldMk cId="0" sldId="282"/>
            <ac:spMk id="16" creationId="{00000000-0000-0000-0000-000000000000}"/>
          </ac:spMkLst>
        </pc:spChg>
        <pc:spChg chg="mod">
          <ac:chgData name="Milinkovic, Slavisa" userId="d6b370cb-6124-4398-9dc6-02c08a49d401" providerId="ADAL" clId="{D1B54D77-0C79-4CEF-8F7E-12D5C22A82C4}" dt="2026-05-05T09:52:37.151" v="1" actId="26606"/>
          <ac:spMkLst>
            <pc:docMk/>
            <pc:sldMk cId="0" sldId="282"/>
            <ac:spMk id="19" creationId="{00000000-0000-0000-0000-000000000000}"/>
          </ac:spMkLst>
        </pc:spChg>
        <pc:spChg chg="mod">
          <ac:chgData name="Milinkovic, Slavisa" userId="d6b370cb-6124-4398-9dc6-02c08a49d401" providerId="ADAL" clId="{D1B54D77-0C79-4CEF-8F7E-12D5C22A82C4}" dt="2026-05-05T09:52:37.151" v="1" actId="26606"/>
          <ac:spMkLst>
            <pc:docMk/>
            <pc:sldMk cId="0" sldId="282"/>
            <ac:spMk id="22" creationId="{00000000-0000-0000-0000-000000000000}"/>
          </ac:spMkLst>
        </pc:spChg>
        <pc:spChg chg="mod">
          <ac:chgData name="Milinkovic, Slavisa" userId="d6b370cb-6124-4398-9dc6-02c08a49d401" providerId="ADAL" clId="{D1B54D77-0C79-4CEF-8F7E-12D5C22A82C4}" dt="2026-05-05T09:52:37.151" v="1" actId="26606"/>
          <ac:spMkLst>
            <pc:docMk/>
            <pc:sldMk cId="0" sldId="282"/>
            <ac:spMk id="26" creationId="{00000000-0000-0000-0000-000000000000}"/>
          </ac:spMkLst>
        </pc:spChg>
        <pc:spChg chg="mod">
          <ac:chgData name="Milinkovic, Slavisa" userId="d6b370cb-6124-4398-9dc6-02c08a49d401" providerId="ADAL" clId="{D1B54D77-0C79-4CEF-8F7E-12D5C22A82C4}" dt="2026-05-05T09:52:37.151" v="1" actId="26606"/>
          <ac:spMkLst>
            <pc:docMk/>
            <pc:sldMk cId="0" sldId="282"/>
            <ac:spMk id="28" creationId="{00000000-0000-0000-0000-000000000000}"/>
          </ac:spMkLst>
        </pc:spChg>
        <pc:spChg chg="add">
          <ac:chgData name="Milinkovic, Slavisa" userId="d6b370cb-6124-4398-9dc6-02c08a49d401" providerId="ADAL" clId="{D1B54D77-0C79-4CEF-8F7E-12D5C22A82C4}" dt="2026-05-05T09:52:37.151" v="1" actId="26606"/>
          <ac:spMkLst>
            <pc:docMk/>
            <pc:sldMk cId="0" sldId="282"/>
            <ac:spMk id="33" creationId="{00000000-0000-0000-0000-000000000000}"/>
          </ac:spMkLst>
        </pc:spChg>
      </pc:sldChg>
      <pc:sldChg chg="delSp modSp mod modNotes">
        <pc:chgData name="Milinkovic, Slavisa" userId="d6b370cb-6124-4398-9dc6-02c08a49d401" providerId="ADAL" clId="{D1B54D77-0C79-4CEF-8F7E-12D5C22A82C4}" dt="2026-05-05T16:12:26.584" v="112" actId="26606"/>
        <pc:sldMkLst>
          <pc:docMk/>
          <pc:sldMk cId="0" sldId="283"/>
        </pc:sldMkLst>
        <pc:spChg chg="mod">
          <ac:chgData name="Milinkovic, Slavisa" userId="d6b370cb-6124-4398-9dc6-02c08a49d401" providerId="ADAL" clId="{D1B54D77-0C79-4CEF-8F7E-12D5C22A82C4}" dt="2026-05-05T15:11:03.547" v="76" actId="26606"/>
          <ac:spMkLst>
            <pc:docMk/>
            <pc:sldMk cId="0" sldId="283"/>
            <ac:spMk id="7" creationId="{00000000-0000-0000-0000-000000000000}"/>
          </ac:spMkLst>
        </pc:spChg>
        <pc:spChg chg="mod">
          <ac:chgData name="Milinkovic, Slavisa" userId="d6b370cb-6124-4398-9dc6-02c08a49d401" providerId="ADAL" clId="{D1B54D77-0C79-4CEF-8F7E-12D5C22A82C4}" dt="2026-05-05T15:11:03.547" v="76" actId="26606"/>
          <ac:spMkLst>
            <pc:docMk/>
            <pc:sldMk cId="0" sldId="283"/>
            <ac:spMk id="8" creationId="{00000000-0000-0000-0000-000000000000}"/>
          </ac:spMkLst>
        </pc:spChg>
        <pc:spChg chg="mod">
          <ac:chgData name="Milinkovic, Slavisa" userId="d6b370cb-6124-4398-9dc6-02c08a49d401" providerId="ADAL" clId="{D1B54D77-0C79-4CEF-8F7E-12D5C22A82C4}" dt="2026-05-05T14:30:02.605" v="73" actId="26606"/>
          <ac:spMkLst>
            <pc:docMk/>
            <pc:sldMk cId="0" sldId="283"/>
            <ac:spMk id="9" creationId="{00000000-0000-0000-0000-000000000000}"/>
          </ac:spMkLst>
        </pc:spChg>
        <pc:spChg chg="mod">
          <ac:chgData name="Milinkovic, Slavisa" userId="d6b370cb-6124-4398-9dc6-02c08a49d401" providerId="ADAL" clId="{D1B54D77-0C79-4CEF-8F7E-12D5C22A82C4}" dt="2026-05-05T15:11:03.547" v="76" actId="26606"/>
          <ac:spMkLst>
            <pc:docMk/>
            <pc:sldMk cId="0" sldId="283"/>
            <ac:spMk id="10" creationId="{00000000-0000-0000-0000-000000000000}"/>
          </ac:spMkLst>
        </pc:spChg>
        <pc:spChg chg="mod">
          <ac:chgData name="Milinkovic, Slavisa" userId="d6b370cb-6124-4398-9dc6-02c08a49d401" providerId="ADAL" clId="{D1B54D77-0C79-4CEF-8F7E-12D5C22A82C4}" dt="2026-05-05T15:11:03.547" v="76" actId="26606"/>
          <ac:spMkLst>
            <pc:docMk/>
            <pc:sldMk cId="0" sldId="283"/>
            <ac:spMk id="12" creationId="{00000000-0000-0000-0000-000000000000}"/>
          </ac:spMkLst>
        </pc:spChg>
        <pc:spChg chg="mod">
          <ac:chgData name="Milinkovic, Slavisa" userId="d6b370cb-6124-4398-9dc6-02c08a49d401" providerId="ADAL" clId="{D1B54D77-0C79-4CEF-8F7E-12D5C22A82C4}" dt="2026-05-05T09:52:37.151" v="1" actId="26606"/>
          <ac:spMkLst>
            <pc:docMk/>
            <pc:sldMk cId="0" sldId="283"/>
            <ac:spMk id="13" creationId="{00000000-0000-0000-0000-000000000000}"/>
          </ac:spMkLst>
        </pc:spChg>
        <pc:spChg chg="mod">
          <ac:chgData name="Milinkovic, Slavisa" userId="d6b370cb-6124-4398-9dc6-02c08a49d401" providerId="ADAL" clId="{D1B54D77-0C79-4CEF-8F7E-12D5C22A82C4}" dt="2026-05-05T15:11:03.547" v="76" actId="26606"/>
          <ac:spMkLst>
            <pc:docMk/>
            <pc:sldMk cId="0" sldId="283"/>
            <ac:spMk id="16" creationId="{00000000-0000-0000-0000-000000000000}"/>
          </ac:spMkLst>
        </pc:spChg>
        <pc:spChg chg="mod">
          <ac:chgData name="Milinkovic, Slavisa" userId="d6b370cb-6124-4398-9dc6-02c08a49d401" providerId="ADAL" clId="{D1B54D77-0C79-4CEF-8F7E-12D5C22A82C4}" dt="2026-05-05T15:11:03.547" v="76" actId="26606"/>
          <ac:spMkLst>
            <pc:docMk/>
            <pc:sldMk cId="0" sldId="283"/>
            <ac:spMk id="17" creationId="{00000000-0000-0000-0000-000000000000}"/>
          </ac:spMkLst>
        </pc:spChg>
        <pc:spChg chg="mod">
          <ac:chgData name="Milinkovic, Slavisa" userId="d6b370cb-6124-4398-9dc6-02c08a49d401" providerId="ADAL" clId="{D1B54D77-0C79-4CEF-8F7E-12D5C22A82C4}" dt="2026-05-05T15:11:03.547" v="76" actId="26606"/>
          <ac:spMkLst>
            <pc:docMk/>
            <pc:sldMk cId="0" sldId="283"/>
            <ac:spMk id="20" creationId="{00000000-0000-0000-0000-000000000000}"/>
          </ac:spMkLst>
        </pc:spChg>
        <pc:spChg chg="mod">
          <ac:chgData name="Milinkovic, Slavisa" userId="d6b370cb-6124-4398-9dc6-02c08a49d401" providerId="ADAL" clId="{D1B54D77-0C79-4CEF-8F7E-12D5C22A82C4}" dt="2026-05-05T15:11:03.547" v="76" actId="26606"/>
          <ac:spMkLst>
            <pc:docMk/>
            <pc:sldMk cId="0" sldId="283"/>
            <ac:spMk id="23" creationId="{00000000-0000-0000-0000-000000000000}"/>
          </ac:spMkLst>
        </pc:spChg>
        <pc:spChg chg="mod">
          <ac:chgData name="Milinkovic, Slavisa" userId="d6b370cb-6124-4398-9dc6-02c08a49d401" providerId="ADAL" clId="{D1B54D77-0C79-4CEF-8F7E-12D5C22A82C4}" dt="2026-05-05T09:52:37.151" v="1" actId="26606"/>
          <ac:spMkLst>
            <pc:docMk/>
            <pc:sldMk cId="0" sldId="283"/>
            <ac:spMk id="26" creationId="{00000000-0000-0000-0000-000000000000}"/>
          </ac:spMkLst>
        </pc:spChg>
        <pc:spChg chg="mod">
          <ac:chgData name="Milinkovic, Slavisa" userId="d6b370cb-6124-4398-9dc6-02c08a49d401" providerId="ADAL" clId="{D1B54D77-0C79-4CEF-8F7E-12D5C22A82C4}" dt="2026-05-05T15:11:03.547" v="76" actId="26606"/>
          <ac:spMkLst>
            <pc:docMk/>
            <pc:sldMk cId="0" sldId="283"/>
            <ac:spMk id="27" creationId="{00000000-0000-0000-0000-000000000000}"/>
          </ac:spMkLst>
        </pc:spChg>
        <pc:spChg chg="mod">
          <ac:chgData name="Milinkovic, Slavisa" userId="d6b370cb-6124-4398-9dc6-02c08a49d401" providerId="ADAL" clId="{D1B54D77-0C79-4CEF-8F7E-12D5C22A82C4}" dt="2026-05-05T15:19:43.992" v="77" actId="26606"/>
          <ac:spMkLst>
            <pc:docMk/>
            <pc:sldMk cId="0" sldId="283"/>
            <ac:spMk id="29" creationId="{00000000-0000-0000-0000-000000000000}"/>
          </ac:spMkLst>
        </pc:spChg>
      </pc:sldChg>
      <pc:sldChg chg="delSp modSp del mod modNotes">
        <pc:chgData name="Milinkovic, Slavisa" userId="d6b370cb-6124-4398-9dc6-02c08a49d401" providerId="ADAL" clId="{D1B54D77-0C79-4CEF-8F7E-12D5C22A82C4}" dt="2026-05-05T15:11:03.547" v="76" actId="26606"/>
        <pc:sldMkLst>
          <pc:docMk/>
          <pc:sldMk cId="0" sldId="284"/>
        </pc:sldMkLst>
        <pc:spChg chg="mod">
          <ac:chgData name="Milinkovic, Slavisa" userId="d6b370cb-6124-4398-9dc6-02c08a49d401" providerId="ADAL" clId="{D1B54D77-0C79-4CEF-8F7E-12D5C22A82C4}" dt="2026-05-05T09:52:37.151" v="1" actId="26606"/>
          <ac:spMkLst>
            <pc:docMk/>
            <pc:sldMk cId="0" sldId="284"/>
            <ac:spMk id="4" creationId="{00000000-0000-0000-0000-000000000000}"/>
          </ac:spMkLst>
        </pc:spChg>
        <pc:spChg chg="mod">
          <ac:chgData name="Milinkovic, Slavisa" userId="d6b370cb-6124-4398-9dc6-02c08a49d401" providerId="ADAL" clId="{D1B54D77-0C79-4CEF-8F7E-12D5C22A82C4}" dt="2026-05-05T14:30:02.605" v="73" actId="26606"/>
          <ac:spMkLst>
            <pc:docMk/>
            <pc:sldMk cId="0" sldId="284"/>
            <ac:spMk id="9" creationId="{00000000-0000-0000-0000-000000000000}"/>
          </ac:spMkLst>
        </pc:spChg>
        <pc:spChg chg="mod">
          <ac:chgData name="Milinkovic, Slavisa" userId="d6b370cb-6124-4398-9dc6-02c08a49d401" providerId="ADAL" clId="{D1B54D77-0C79-4CEF-8F7E-12D5C22A82C4}" dt="2026-05-05T09:52:37.151" v="1" actId="26606"/>
          <ac:spMkLst>
            <pc:docMk/>
            <pc:sldMk cId="0" sldId="284"/>
            <ac:spMk id="13" creationId="{00000000-0000-0000-0000-000000000000}"/>
          </ac:spMkLst>
        </pc:spChg>
        <pc:spChg chg="mod">
          <ac:chgData name="Milinkovic, Slavisa" userId="d6b370cb-6124-4398-9dc6-02c08a49d401" providerId="ADAL" clId="{D1B54D77-0C79-4CEF-8F7E-12D5C22A82C4}" dt="2026-05-05T09:52:37.151" v="1" actId="26606"/>
          <ac:spMkLst>
            <pc:docMk/>
            <pc:sldMk cId="0" sldId="284"/>
            <ac:spMk id="14" creationId="{00000000-0000-0000-0000-000000000000}"/>
          </ac:spMkLst>
        </pc:spChg>
        <pc:spChg chg="mod">
          <ac:chgData name="Milinkovic, Slavisa" userId="d6b370cb-6124-4398-9dc6-02c08a49d401" providerId="ADAL" clId="{D1B54D77-0C79-4CEF-8F7E-12D5C22A82C4}" dt="2026-05-05T09:52:37.151" v="1" actId="26606"/>
          <ac:spMkLst>
            <pc:docMk/>
            <pc:sldMk cId="0" sldId="284"/>
            <ac:spMk id="17" creationId="{00000000-0000-0000-0000-000000000000}"/>
          </ac:spMkLst>
        </pc:spChg>
        <pc:spChg chg="del">
          <ac:chgData name="Milinkovic, Slavisa" userId="d6b370cb-6124-4398-9dc6-02c08a49d401" providerId="ADAL" clId="{D1B54D77-0C79-4CEF-8F7E-12D5C22A82C4}" dt="2026-05-05T09:52:37.151" v="1" actId="26606"/>
          <ac:spMkLst>
            <pc:docMk/>
            <pc:sldMk cId="0" sldId="284"/>
            <ac:spMk id="22" creationId="{00000000-0000-0000-0000-000000000000}"/>
          </ac:spMkLst>
        </pc:spChg>
        <pc:spChg chg="del">
          <ac:chgData name="Milinkovic, Slavisa" userId="d6b370cb-6124-4398-9dc6-02c08a49d401" providerId="ADAL" clId="{D1B54D77-0C79-4CEF-8F7E-12D5C22A82C4}" dt="2026-05-05T09:52:37.151" v="1" actId="26606"/>
          <ac:spMkLst>
            <pc:docMk/>
            <pc:sldMk cId="0" sldId="284"/>
            <ac:spMk id="27" creationId="{00000000-0000-0000-0000-000000000000}"/>
          </ac:spMkLst>
        </pc:spChg>
        <pc:spChg chg="del">
          <ac:chgData name="Milinkovic, Slavisa" userId="d6b370cb-6124-4398-9dc6-02c08a49d401" providerId="ADAL" clId="{D1B54D77-0C79-4CEF-8F7E-12D5C22A82C4}" dt="2026-05-05T09:52:37.151" v="1" actId="26606"/>
          <ac:spMkLst>
            <pc:docMk/>
            <pc:sldMk cId="0" sldId="284"/>
            <ac:spMk id="32" creationId="{00000000-0000-0000-0000-000000000000}"/>
          </ac:spMkLst>
        </pc:spChg>
        <pc:spChg chg="del">
          <ac:chgData name="Milinkovic, Slavisa" userId="d6b370cb-6124-4398-9dc6-02c08a49d401" providerId="ADAL" clId="{D1B54D77-0C79-4CEF-8F7E-12D5C22A82C4}" dt="2026-05-05T09:52:37.151" v="1" actId="26606"/>
          <ac:spMkLst>
            <pc:docMk/>
            <pc:sldMk cId="0" sldId="284"/>
            <ac:spMk id="34" creationId="{00000000-0000-0000-0000-000000000000}"/>
          </ac:spMkLst>
        </pc:spChg>
        <pc:spChg chg="del">
          <ac:chgData name="Milinkovic, Slavisa" userId="d6b370cb-6124-4398-9dc6-02c08a49d401" providerId="ADAL" clId="{D1B54D77-0C79-4CEF-8F7E-12D5C22A82C4}" dt="2026-05-05T09:52:37.151" v="1" actId="26606"/>
          <ac:spMkLst>
            <pc:docMk/>
            <pc:sldMk cId="0" sldId="284"/>
            <ac:spMk id="35" creationId="{00000000-0000-0000-0000-000000000000}"/>
          </ac:spMkLst>
        </pc:spChg>
        <pc:spChg chg="del">
          <ac:chgData name="Milinkovic, Slavisa" userId="d6b370cb-6124-4398-9dc6-02c08a49d401" providerId="ADAL" clId="{D1B54D77-0C79-4CEF-8F7E-12D5C22A82C4}" dt="2026-05-05T09:52:37.151" v="1" actId="26606"/>
          <ac:spMkLst>
            <pc:docMk/>
            <pc:sldMk cId="0" sldId="284"/>
            <ac:spMk id="39" creationId="{00000000-0000-0000-0000-000000000000}"/>
          </ac:spMkLst>
        </pc:spChg>
      </pc:sldChg>
      <pc:sldChg chg="addSp delSp modSp mod modNotes">
        <pc:chgData name="Milinkovic, Slavisa" userId="d6b370cb-6124-4398-9dc6-02c08a49d401" providerId="ADAL" clId="{D1B54D77-0C79-4CEF-8F7E-12D5C22A82C4}" dt="2026-05-05T16:12:26.584" v="112" actId="26606"/>
        <pc:sldMkLst>
          <pc:docMk/>
          <pc:sldMk cId="0" sldId="285"/>
        </pc:sldMkLst>
        <pc:spChg chg="mod">
          <ac:chgData name="Milinkovic, Slavisa" userId="d6b370cb-6124-4398-9dc6-02c08a49d401" providerId="ADAL" clId="{D1B54D77-0C79-4CEF-8F7E-12D5C22A82C4}" dt="2026-05-05T14:30:02.605" v="73" actId="26606"/>
          <ac:spMkLst>
            <pc:docMk/>
            <pc:sldMk cId="0" sldId="285"/>
            <ac:spMk id="9" creationId="{00000000-0000-0000-0000-000000000000}"/>
          </ac:spMkLst>
        </pc:spChg>
        <pc:spChg chg="mod">
          <ac:chgData name="Milinkovic, Slavisa" userId="d6b370cb-6124-4398-9dc6-02c08a49d401" providerId="ADAL" clId="{D1B54D77-0C79-4CEF-8F7E-12D5C22A82C4}" dt="2026-05-05T15:11:03.547" v="76" actId="26606"/>
          <ac:spMkLst>
            <pc:docMk/>
            <pc:sldMk cId="0" sldId="285"/>
            <ac:spMk id="14" creationId="{00000000-0000-0000-0000-000000000000}"/>
          </ac:spMkLst>
        </pc:spChg>
        <pc:spChg chg="mod">
          <ac:chgData name="Milinkovic, Slavisa" userId="d6b370cb-6124-4398-9dc6-02c08a49d401" providerId="ADAL" clId="{D1B54D77-0C79-4CEF-8F7E-12D5C22A82C4}" dt="2026-05-05T15:11:03.547" v="76" actId="26606"/>
          <ac:spMkLst>
            <pc:docMk/>
            <pc:sldMk cId="0" sldId="285"/>
            <ac:spMk id="16" creationId="{00000000-0000-0000-0000-000000000000}"/>
          </ac:spMkLst>
        </pc:spChg>
        <pc:spChg chg="mod">
          <ac:chgData name="Milinkovic, Slavisa" userId="d6b370cb-6124-4398-9dc6-02c08a49d401" providerId="ADAL" clId="{D1B54D77-0C79-4CEF-8F7E-12D5C22A82C4}" dt="2026-05-05T15:11:03.547" v="76" actId="26606"/>
          <ac:spMkLst>
            <pc:docMk/>
            <pc:sldMk cId="0" sldId="285"/>
            <ac:spMk id="19" creationId="{00000000-0000-0000-0000-000000000000}"/>
          </ac:spMkLst>
        </pc:spChg>
        <pc:spChg chg="mod">
          <ac:chgData name="Milinkovic, Slavisa" userId="d6b370cb-6124-4398-9dc6-02c08a49d401" providerId="ADAL" clId="{D1B54D77-0C79-4CEF-8F7E-12D5C22A82C4}" dt="2026-05-05T15:11:03.547" v="76" actId="26606"/>
          <ac:spMkLst>
            <pc:docMk/>
            <pc:sldMk cId="0" sldId="285"/>
            <ac:spMk id="20" creationId="{00000000-0000-0000-0000-000000000000}"/>
          </ac:spMkLst>
        </pc:spChg>
        <pc:spChg chg="mod">
          <ac:chgData name="Milinkovic, Slavisa" userId="d6b370cb-6124-4398-9dc6-02c08a49d401" providerId="ADAL" clId="{D1B54D77-0C79-4CEF-8F7E-12D5C22A82C4}" dt="2026-05-05T15:19:43.992" v="77" actId="26606"/>
          <ac:spMkLst>
            <pc:docMk/>
            <pc:sldMk cId="0" sldId="285"/>
            <ac:spMk id="28" creationId="{00000000-0000-0000-0000-000000000000}"/>
          </ac:spMkLst>
        </pc:spChg>
        <pc:spChg chg="del mod">
          <ac:chgData name="Milinkovic, Slavisa" userId="d6b370cb-6124-4398-9dc6-02c08a49d401" providerId="ADAL" clId="{D1B54D77-0C79-4CEF-8F7E-12D5C22A82C4}" dt="2026-05-05T15:11:03.547" v="76" actId="26606"/>
          <ac:spMkLst>
            <pc:docMk/>
            <pc:sldMk cId="0" sldId="285"/>
            <ac:spMk id="29" creationId="{00000000-0000-0000-0000-000000000000}"/>
          </ac:spMkLst>
        </pc:spChg>
        <pc:spChg chg="del mod">
          <ac:chgData name="Milinkovic, Slavisa" userId="d6b370cb-6124-4398-9dc6-02c08a49d401" providerId="ADAL" clId="{D1B54D77-0C79-4CEF-8F7E-12D5C22A82C4}" dt="2026-05-05T15:11:03.547" v="76" actId="26606"/>
          <ac:spMkLst>
            <pc:docMk/>
            <pc:sldMk cId="0" sldId="285"/>
            <ac:spMk id="30" creationId="{00000000-0000-0000-0000-000000000000}"/>
          </ac:spMkLst>
        </pc:spChg>
        <pc:spChg chg="del mod">
          <ac:chgData name="Milinkovic, Slavisa" userId="d6b370cb-6124-4398-9dc6-02c08a49d401" providerId="ADAL" clId="{D1B54D77-0C79-4CEF-8F7E-12D5C22A82C4}" dt="2026-05-05T15:11:03.547" v="76" actId="26606"/>
          <ac:spMkLst>
            <pc:docMk/>
            <pc:sldMk cId="0" sldId="285"/>
            <ac:spMk id="35" creationId="{00000000-0000-0000-0000-000000000000}"/>
          </ac:spMkLst>
        </pc:spChg>
        <pc:spChg chg="del mod">
          <ac:chgData name="Milinkovic, Slavisa" userId="d6b370cb-6124-4398-9dc6-02c08a49d401" providerId="ADAL" clId="{D1B54D77-0C79-4CEF-8F7E-12D5C22A82C4}" dt="2026-05-05T15:11:03.547" v="76" actId="26606"/>
          <ac:spMkLst>
            <pc:docMk/>
            <pc:sldMk cId="0" sldId="285"/>
            <ac:spMk id="39" creationId="{00000000-0000-0000-0000-000000000000}"/>
          </ac:spMkLst>
        </pc:spChg>
        <pc:spChg chg="add del">
          <ac:chgData name="Milinkovic, Slavisa" userId="d6b370cb-6124-4398-9dc6-02c08a49d401" providerId="ADAL" clId="{D1B54D77-0C79-4CEF-8F7E-12D5C22A82C4}" dt="2026-05-05T15:11:03.547" v="76" actId="26606"/>
          <ac:spMkLst>
            <pc:docMk/>
            <pc:sldMk cId="0" sldId="285"/>
            <ac:spMk id="43" creationId="{00000000-0000-0000-0000-000000000000}"/>
          </ac:spMkLst>
        </pc:spChg>
        <pc:spChg chg="add del">
          <ac:chgData name="Milinkovic, Slavisa" userId="d6b370cb-6124-4398-9dc6-02c08a49d401" providerId="ADAL" clId="{D1B54D77-0C79-4CEF-8F7E-12D5C22A82C4}" dt="2026-05-05T15:11:03.547" v="76" actId="26606"/>
          <ac:spMkLst>
            <pc:docMk/>
            <pc:sldMk cId="0" sldId="285"/>
            <ac:spMk id="44" creationId="{00000000-0000-0000-0000-000000000000}"/>
          </ac:spMkLst>
        </pc:spChg>
      </pc:sldChg>
      <pc:sldChg chg="delSp modSp add del mod modNotes">
        <pc:chgData name="Milinkovic, Slavisa" userId="d6b370cb-6124-4398-9dc6-02c08a49d401" providerId="ADAL" clId="{D1B54D77-0C79-4CEF-8F7E-12D5C22A82C4}" dt="2026-05-05T15:11:03.547" v="76" actId="26606"/>
        <pc:sldMkLst>
          <pc:docMk/>
          <pc:sldMk cId="0" sldId="286"/>
        </pc:sldMkLst>
        <pc:spChg chg="mod">
          <ac:chgData name="Milinkovic, Slavisa" userId="d6b370cb-6124-4398-9dc6-02c08a49d401" providerId="ADAL" clId="{D1B54D77-0C79-4CEF-8F7E-12D5C22A82C4}" dt="2026-05-05T09:52:37.151" v="1" actId="26606"/>
          <ac:spMkLst>
            <pc:docMk/>
            <pc:sldMk cId="0" sldId="286"/>
            <ac:spMk id="4" creationId="{00000000-0000-0000-0000-000000000000}"/>
          </ac:spMkLst>
        </pc:spChg>
        <pc:spChg chg="mod">
          <ac:chgData name="Milinkovic, Slavisa" userId="d6b370cb-6124-4398-9dc6-02c08a49d401" providerId="ADAL" clId="{D1B54D77-0C79-4CEF-8F7E-12D5C22A82C4}" dt="2026-05-05T09:52:37.151" v="1" actId="26606"/>
          <ac:spMkLst>
            <pc:docMk/>
            <pc:sldMk cId="0" sldId="286"/>
            <ac:spMk id="5" creationId="{00000000-0000-0000-0000-000000000000}"/>
          </ac:spMkLst>
        </pc:spChg>
        <pc:spChg chg="mod">
          <ac:chgData name="Milinkovic, Slavisa" userId="d6b370cb-6124-4398-9dc6-02c08a49d401" providerId="ADAL" clId="{D1B54D77-0C79-4CEF-8F7E-12D5C22A82C4}" dt="2026-05-05T14:30:02.605" v="73" actId="26606"/>
          <ac:spMkLst>
            <pc:docMk/>
            <pc:sldMk cId="0" sldId="286"/>
            <ac:spMk id="9" creationId="{00000000-0000-0000-0000-000000000000}"/>
          </ac:spMkLst>
        </pc:spChg>
        <pc:spChg chg="mod">
          <ac:chgData name="Milinkovic, Slavisa" userId="d6b370cb-6124-4398-9dc6-02c08a49d401" providerId="ADAL" clId="{D1B54D77-0C79-4CEF-8F7E-12D5C22A82C4}" dt="2026-05-05T09:52:37.151" v="1" actId="26606"/>
          <ac:spMkLst>
            <pc:docMk/>
            <pc:sldMk cId="0" sldId="286"/>
            <ac:spMk id="10" creationId="{00000000-0000-0000-0000-000000000000}"/>
          </ac:spMkLst>
        </pc:spChg>
        <pc:spChg chg="mod">
          <ac:chgData name="Milinkovic, Slavisa" userId="d6b370cb-6124-4398-9dc6-02c08a49d401" providerId="ADAL" clId="{D1B54D77-0C79-4CEF-8F7E-12D5C22A82C4}" dt="2026-05-05T09:52:37.151" v="1" actId="26606"/>
          <ac:spMkLst>
            <pc:docMk/>
            <pc:sldMk cId="0" sldId="286"/>
            <ac:spMk id="11" creationId="{00000000-0000-0000-0000-000000000000}"/>
          </ac:spMkLst>
        </pc:spChg>
        <pc:spChg chg="mod">
          <ac:chgData name="Milinkovic, Slavisa" userId="d6b370cb-6124-4398-9dc6-02c08a49d401" providerId="ADAL" clId="{D1B54D77-0C79-4CEF-8F7E-12D5C22A82C4}" dt="2026-05-05T09:52:37.151" v="1" actId="26606"/>
          <ac:spMkLst>
            <pc:docMk/>
            <pc:sldMk cId="0" sldId="286"/>
            <ac:spMk id="12" creationId="{00000000-0000-0000-0000-000000000000}"/>
          </ac:spMkLst>
        </pc:spChg>
        <pc:spChg chg="mod">
          <ac:chgData name="Milinkovic, Slavisa" userId="d6b370cb-6124-4398-9dc6-02c08a49d401" providerId="ADAL" clId="{D1B54D77-0C79-4CEF-8F7E-12D5C22A82C4}" dt="2026-05-05T09:52:37.151" v="1" actId="26606"/>
          <ac:spMkLst>
            <pc:docMk/>
            <pc:sldMk cId="0" sldId="286"/>
            <ac:spMk id="18" creationId="{00000000-0000-0000-0000-000000000000}"/>
          </ac:spMkLst>
        </pc:spChg>
        <pc:spChg chg="mod">
          <ac:chgData name="Milinkovic, Slavisa" userId="d6b370cb-6124-4398-9dc6-02c08a49d401" providerId="ADAL" clId="{D1B54D77-0C79-4CEF-8F7E-12D5C22A82C4}" dt="2026-05-05T09:52:37.151" v="1" actId="26606"/>
          <ac:spMkLst>
            <pc:docMk/>
            <pc:sldMk cId="0" sldId="286"/>
            <ac:spMk id="21" creationId="{00000000-0000-0000-0000-000000000000}"/>
          </ac:spMkLst>
        </pc:spChg>
        <pc:spChg chg="mod">
          <ac:chgData name="Milinkovic, Slavisa" userId="d6b370cb-6124-4398-9dc6-02c08a49d401" providerId="ADAL" clId="{D1B54D77-0C79-4CEF-8F7E-12D5C22A82C4}" dt="2026-05-05T09:52:37.151" v="1" actId="26606"/>
          <ac:spMkLst>
            <pc:docMk/>
            <pc:sldMk cId="0" sldId="286"/>
            <ac:spMk id="23" creationId="{00000000-0000-0000-0000-000000000000}"/>
          </ac:spMkLst>
        </pc:spChg>
        <pc:spChg chg="del">
          <ac:chgData name="Milinkovic, Slavisa" userId="d6b370cb-6124-4398-9dc6-02c08a49d401" providerId="ADAL" clId="{D1B54D77-0C79-4CEF-8F7E-12D5C22A82C4}" dt="2026-05-05T09:52:37.151" v="1" actId="26606"/>
          <ac:spMkLst>
            <pc:docMk/>
            <pc:sldMk cId="0" sldId="286"/>
            <ac:spMk id="26" creationId="{00000000-0000-0000-0000-000000000000}"/>
          </ac:spMkLst>
        </pc:spChg>
      </pc:sldChg>
      <pc:sldChg chg="modSp mod modNotes">
        <pc:chgData name="Milinkovic, Slavisa" userId="d6b370cb-6124-4398-9dc6-02c08a49d401" providerId="ADAL" clId="{D1B54D77-0C79-4CEF-8F7E-12D5C22A82C4}" dt="2026-05-05T16:12:26.584" v="112" actId="26606"/>
        <pc:sldMkLst>
          <pc:docMk/>
          <pc:sldMk cId="0" sldId="287"/>
        </pc:sldMkLst>
        <pc:spChg chg="mod">
          <ac:chgData name="Milinkovic, Slavisa" userId="d6b370cb-6124-4398-9dc6-02c08a49d401" providerId="ADAL" clId="{D1B54D77-0C79-4CEF-8F7E-12D5C22A82C4}" dt="2026-05-05T09:52:37.151" v="1" actId="26606"/>
          <ac:spMkLst>
            <pc:docMk/>
            <pc:sldMk cId="0" sldId="287"/>
            <ac:spMk id="4" creationId="{00000000-0000-0000-0000-000000000000}"/>
          </ac:spMkLst>
        </pc:spChg>
        <pc:spChg chg="mod">
          <ac:chgData name="Milinkovic, Slavisa" userId="d6b370cb-6124-4398-9dc6-02c08a49d401" providerId="ADAL" clId="{D1B54D77-0C79-4CEF-8F7E-12D5C22A82C4}" dt="2026-05-05T09:52:37.151" v="1" actId="26606"/>
          <ac:spMkLst>
            <pc:docMk/>
            <pc:sldMk cId="0" sldId="287"/>
            <ac:spMk id="5" creationId="{00000000-0000-0000-0000-000000000000}"/>
          </ac:spMkLst>
        </pc:spChg>
        <pc:spChg chg="mod">
          <ac:chgData name="Milinkovic, Slavisa" userId="d6b370cb-6124-4398-9dc6-02c08a49d401" providerId="ADAL" clId="{D1B54D77-0C79-4CEF-8F7E-12D5C22A82C4}" dt="2026-05-05T15:19:43.992" v="77" actId="26606"/>
          <ac:spMkLst>
            <pc:docMk/>
            <pc:sldMk cId="0" sldId="287"/>
            <ac:spMk id="9" creationId="{00000000-0000-0000-0000-000000000000}"/>
          </ac:spMkLst>
        </pc:spChg>
        <pc:spChg chg="mod">
          <ac:chgData name="Milinkovic, Slavisa" userId="d6b370cb-6124-4398-9dc6-02c08a49d401" providerId="ADAL" clId="{D1B54D77-0C79-4CEF-8F7E-12D5C22A82C4}" dt="2026-05-05T12:31:35.690" v="26" actId="14100"/>
          <ac:spMkLst>
            <pc:docMk/>
            <pc:sldMk cId="0" sldId="287"/>
            <ac:spMk id="14" creationId="{00000000-0000-0000-0000-000000000000}"/>
          </ac:spMkLst>
        </pc:spChg>
        <pc:spChg chg="mod">
          <ac:chgData name="Milinkovic, Slavisa" userId="d6b370cb-6124-4398-9dc6-02c08a49d401" providerId="ADAL" clId="{D1B54D77-0C79-4CEF-8F7E-12D5C22A82C4}" dt="2026-05-05T09:52:37.151" v="1" actId="26606"/>
          <ac:spMkLst>
            <pc:docMk/>
            <pc:sldMk cId="0" sldId="287"/>
            <ac:spMk id="16" creationId="{00000000-0000-0000-0000-000000000000}"/>
          </ac:spMkLst>
        </pc:spChg>
        <pc:spChg chg="mod">
          <ac:chgData name="Milinkovic, Slavisa" userId="d6b370cb-6124-4398-9dc6-02c08a49d401" providerId="ADAL" clId="{D1B54D77-0C79-4CEF-8F7E-12D5C22A82C4}" dt="2026-05-05T12:31:20.324" v="23" actId="14100"/>
          <ac:spMkLst>
            <pc:docMk/>
            <pc:sldMk cId="0" sldId="287"/>
            <ac:spMk id="17" creationId="{00000000-0000-0000-0000-000000000000}"/>
          </ac:spMkLst>
        </pc:spChg>
        <pc:spChg chg="mod">
          <ac:chgData name="Milinkovic, Slavisa" userId="d6b370cb-6124-4398-9dc6-02c08a49d401" providerId="ADAL" clId="{D1B54D77-0C79-4CEF-8F7E-12D5C22A82C4}" dt="2026-05-05T09:52:37.151" v="1" actId="26606"/>
          <ac:spMkLst>
            <pc:docMk/>
            <pc:sldMk cId="0" sldId="287"/>
            <ac:spMk id="19" creationId="{00000000-0000-0000-0000-000000000000}"/>
          </ac:spMkLst>
        </pc:spChg>
        <pc:spChg chg="mod">
          <ac:chgData name="Milinkovic, Slavisa" userId="d6b370cb-6124-4398-9dc6-02c08a49d401" providerId="ADAL" clId="{D1B54D77-0C79-4CEF-8F7E-12D5C22A82C4}" dt="2026-05-05T09:52:37.151" v="1" actId="26606"/>
          <ac:spMkLst>
            <pc:docMk/>
            <pc:sldMk cId="0" sldId="287"/>
            <ac:spMk id="20" creationId="{00000000-0000-0000-0000-000000000000}"/>
          </ac:spMkLst>
        </pc:spChg>
        <pc:spChg chg="mod">
          <ac:chgData name="Milinkovic, Slavisa" userId="d6b370cb-6124-4398-9dc6-02c08a49d401" providerId="ADAL" clId="{D1B54D77-0C79-4CEF-8F7E-12D5C22A82C4}" dt="2026-05-05T09:52:37.151" v="1" actId="26606"/>
          <ac:spMkLst>
            <pc:docMk/>
            <pc:sldMk cId="0" sldId="287"/>
            <ac:spMk id="25" creationId="{00000000-0000-0000-0000-000000000000}"/>
          </ac:spMkLst>
        </pc:spChg>
        <pc:spChg chg="mod">
          <ac:chgData name="Milinkovic, Slavisa" userId="d6b370cb-6124-4398-9dc6-02c08a49d401" providerId="ADAL" clId="{D1B54D77-0C79-4CEF-8F7E-12D5C22A82C4}" dt="2026-05-05T12:31:43.255" v="27" actId="14100"/>
          <ac:spMkLst>
            <pc:docMk/>
            <pc:sldMk cId="0" sldId="287"/>
            <ac:spMk id="26" creationId="{00000000-0000-0000-0000-000000000000}"/>
          </ac:spMkLst>
        </pc:spChg>
      </pc:sldChg>
      <pc:sldChg chg="addSp delSp modSp mod modNotes">
        <pc:chgData name="Milinkovic, Slavisa" userId="d6b370cb-6124-4398-9dc6-02c08a49d401" providerId="ADAL" clId="{D1B54D77-0C79-4CEF-8F7E-12D5C22A82C4}" dt="2026-05-05T16:12:26.584" v="112" actId="26606"/>
        <pc:sldMkLst>
          <pc:docMk/>
          <pc:sldMk cId="0" sldId="288"/>
        </pc:sldMkLst>
        <pc:spChg chg="mod">
          <ac:chgData name="Milinkovic, Slavisa" userId="d6b370cb-6124-4398-9dc6-02c08a49d401" providerId="ADAL" clId="{D1B54D77-0C79-4CEF-8F7E-12D5C22A82C4}" dt="2026-05-05T15:11:03.547" v="76" actId="26606"/>
          <ac:spMkLst>
            <pc:docMk/>
            <pc:sldMk cId="0" sldId="288"/>
            <ac:spMk id="4" creationId="{00000000-0000-0000-0000-000000000000}"/>
          </ac:spMkLst>
        </pc:spChg>
        <pc:spChg chg="mod">
          <ac:chgData name="Milinkovic, Slavisa" userId="d6b370cb-6124-4398-9dc6-02c08a49d401" providerId="ADAL" clId="{D1B54D77-0C79-4CEF-8F7E-12D5C22A82C4}" dt="2026-05-05T15:11:03.547" v="76" actId="26606"/>
          <ac:spMkLst>
            <pc:docMk/>
            <pc:sldMk cId="0" sldId="288"/>
            <ac:spMk id="5" creationId="{00000000-0000-0000-0000-000000000000}"/>
          </ac:spMkLst>
        </pc:spChg>
        <pc:spChg chg="mod">
          <ac:chgData name="Milinkovic, Slavisa" userId="d6b370cb-6124-4398-9dc6-02c08a49d401" providerId="ADAL" clId="{D1B54D77-0C79-4CEF-8F7E-12D5C22A82C4}" dt="2026-05-05T14:30:02.605" v="73" actId="26606"/>
          <ac:spMkLst>
            <pc:docMk/>
            <pc:sldMk cId="0" sldId="288"/>
            <ac:spMk id="9" creationId="{00000000-0000-0000-0000-000000000000}"/>
          </ac:spMkLst>
        </pc:spChg>
        <pc:spChg chg="mod">
          <ac:chgData name="Milinkovic, Slavisa" userId="d6b370cb-6124-4398-9dc6-02c08a49d401" providerId="ADAL" clId="{D1B54D77-0C79-4CEF-8F7E-12D5C22A82C4}" dt="2026-05-05T15:30:38.402" v="79" actId="26606"/>
          <ac:spMkLst>
            <pc:docMk/>
            <pc:sldMk cId="0" sldId="288"/>
            <ac:spMk id="10" creationId="{00000000-0000-0000-0000-000000000000}"/>
          </ac:spMkLst>
        </pc:spChg>
        <pc:spChg chg="mod">
          <ac:chgData name="Milinkovic, Slavisa" userId="d6b370cb-6124-4398-9dc6-02c08a49d401" providerId="ADAL" clId="{D1B54D77-0C79-4CEF-8F7E-12D5C22A82C4}" dt="2026-05-05T15:11:03.547" v="76" actId="26606"/>
          <ac:spMkLst>
            <pc:docMk/>
            <pc:sldMk cId="0" sldId="288"/>
            <ac:spMk id="11" creationId="{00000000-0000-0000-0000-000000000000}"/>
          </ac:spMkLst>
        </pc:spChg>
        <pc:spChg chg="mod">
          <ac:chgData name="Milinkovic, Slavisa" userId="d6b370cb-6124-4398-9dc6-02c08a49d401" providerId="ADAL" clId="{D1B54D77-0C79-4CEF-8F7E-12D5C22A82C4}" dt="2026-05-05T15:30:38.402" v="79" actId="26606"/>
          <ac:spMkLst>
            <pc:docMk/>
            <pc:sldMk cId="0" sldId="288"/>
            <ac:spMk id="12" creationId="{00000000-0000-0000-0000-000000000000}"/>
          </ac:spMkLst>
        </pc:spChg>
        <pc:spChg chg="mod">
          <ac:chgData name="Milinkovic, Slavisa" userId="d6b370cb-6124-4398-9dc6-02c08a49d401" providerId="ADAL" clId="{D1B54D77-0C79-4CEF-8F7E-12D5C22A82C4}" dt="2026-05-05T15:11:03.547" v="76" actId="26606"/>
          <ac:spMkLst>
            <pc:docMk/>
            <pc:sldMk cId="0" sldId="288"/>
            <ac:spMk id="13" creationId="{00000000-0000-0000-0000-000000000000}"/>
          </ac:spMkLst>
        </pc:spChg>
        <pc:spChg chg="mod">
          <ac:chgData name="Milinkovic, Slavisa" userId="d6b370cb-6124-4398-9dc6-02c08a49d401" providerId="ADAL" clId="{D1B54D77-0C79-4CEF-8F7E-12D5C22A82C4}" dt="2026-05-05T15:11:03.547" v="76" actId="26606"/>
          <ac:spMkLst>
            <pc:docMk/>
            <pc:sldMk cId="0" sldId="288"/>
            <ac:spMk id="18" creationId="{00000000-0000-0000-0000-000000000000}"/>
          </ac:spMkLst>
        </pc:spChg>
        <pc:spChg chg="mod">
          <ac:chgData name="Milinkovic, Slavisa" userId="d6b370cb-6124-4398-9dc6-02c08a49d401" providerId="ADAL" clId="{D1B54D77-0C79-4CEF-8F7E-12D5C22A82C4}" dt="2026-05-05T15:30:38.402" v="79" actId="26606"/>
          <ac:spMkLst>
            <pc:docMk/>
            <pc:sldMk cId="0" sldId="288"/>
            <ac:spMk id="20" creationId="{00000000-0000-0000-0000-000000000000}"/>
          </ac:spMkLst>
        </pc:spChg>
        <pc:spChg chg="mod">
          <ac:chgData name="Milinkovic, Slavisa" userId="d6b370cb-6124-4398-9dc6-02c08a49d401" providerId="ADAL" clId="{D1B54D77-0C79-4CEF-8F7E-12D5C22A82C4}" dt="2026-05-05T12:32:06.613" v="31" actId="14100"/>
          <ac:spMkLst>
            <pc:docMk/>
            <pc:sldMk cId="0" sldId="288"/>
            <ac:spMk id="23" creationId="{00000000-0000-0000-0000-000000000000}"/>
          </ac:spMkLst>
        </pc:spChg>
        <pc:spChg chg="mod">
          <ac:chgData name="Milinkovic, Slavisa" userId="d6b370cb-6124-4398-9dc6-02c08a49d401" providerId="ADAL" clId="{D1B54D77-0C79-4CEF-8F7E-12D5C22A82C4}" dt="2026-05-05T15:11:03.547" v="76" actId="26606"/>
          <ac:spMkLst>
            <pc:docMk/>
            <pc:sldMk cId="0" sldId="288"/>
            <ac:spMk id="25" creationId="{00000000-0000-0000-0000-000000000000}"/>
          </ac:spMkLst>
        </pc:spChg>
        <pc:spChg chg="mod">
          <ac:chgData name="Milinkovic, Slavisa" userId="d6b370cb-6124-4398-9dc6-02c08a49d401" providerId="ADAL" clId="{D1B54D77-0C79-4CEF-8F7E-12D5C22A82C4}" dt="2026-05-05T12:32:13.880" v="33" actId="14100"/>
          <ac:spMkLst>
            <pc:docMk/>
            <pc:sldMk cId="0" sldId="288"/>
            <ac:spMk id="26" creationId="{00000000-0000-0000-0000-000000000000}"/>
          </ac:spMkLst>
        </pc:spChg>
        <pc:spChg chg="mod">
          <ac:chgData name="Milinkovic, Slavisa" userId="d6b370cb-6124-4398-9dc6-02c08a49d401" providerId="ADAL" clId="{D1B54D77-0C79-4CEF-8F7E-12D5C22A82C4}" dt="2026-05-05T15:11:03.547" v="76" actId="26606"/>
          <ac:spMkLst>
            <pc:docMk/>
            <pc:sldMk cId="0" sldId="288"/>
            <ac:spMk id="28" creationId="{00000000-0000-0000-0000-000000000000}"/>
          </ac:spMkLst>
        </pc:spChg>
        <pc:spChg chg="mod">
          <ac:chgData name="Milinkovic, Slavisa" userId="d6b370cb-6124-4398-9dc6-02c08a49d401" providerId="ADAL" clId="{D1B54D77-0C79-4CEF-8F7E-12D5C22A82C4}" dt="2026-05-05T15:11:03.547" v="76" actId="26606"/>
          <ac:spMkLst>
            <pc:docMk/>
            <pc:sldMk cId="0" sldId="288"/>
            <ac:spMk id="29" creationId="{00000000-0000-0000-0000-000000000000}"/>
          </ac:spMkLst>
        </pc:spChg>
        <pc:spChg chg="mod">
          <ac:chgData name="Milinkovic, Slavisa" userId="d6b370cb-6124-4398-9dc6-02c08a49d401" providerId="ADAL" clId="{D1B54D77-0C79-4CEF-8F7E-12D5C22A82C4}" dt="2026-05-05T15:30:38.402" v="79" actId="26606"/>
          <ac:spMkLst>
            <pc:docMk/>
            <pc:sldMk cId="0" sldId="288"/>
            <ac:spMk id="30" creationId="{00000000-0000-0000-0000-000000000000}"/>
          </ac:spMkLst>
        </pc:spChg>
        <pc:spChg chg="mod">
          <ac:chgData name="Milinkovic, Slavisa" userId="d6b370cb-6124-4398-9dc6-02c08a49d401" providerId="ADAL" clId="{D1B54D77-0C79-4CEF-8F7E-12D5C22A82C4}" dt="2026-05-05T15:30:38.402" v="79" actId="26606"/>
          <ac:spMkLst>
            <pc:docMk/>
            <pc:sldMk cId="0" sldId="288"/>
            <ac:spMk id="32" creationId="{00000000-0000-0000-0000-000000000000}"/>
          </ac:spMkLst>
        </pc:spChg>
        <pc:spChg chg="add del">
          <ac:chgData name="Milinkovic, Slavisa" userId="d6b370cb-6124-4398-9dc6-02c08a49d401" providerId="ADAL" clId="{D1B54D77-0C79-4CEF-8F7E-12D5C22A82C4}" dt="2026-05-05T15:11:03.547" v="76" actId="26606"/>
          <ac:spMkLst>
            <pc:docMk/>
            <pc:sldMk cId="0" sldId="288"/>
            <ac:spMk id="34" creationId="{00000000-0000-0000-0000-000000000000}"/>
          </ac:spMkLst>
        </pc:spChg>
        <pc:spChg chg="mod">
          <ac:chgData name="Milinkovic, Slavisa" userId="d6b370cb-6124-4398-9dc6-02c08a49d401" providerId="ADAL" clId="{D1B54D77-0C79-4CEF-8F7E-12D5C22A82C4}" dt="2026-05-05T15:19:43.992" v="77" actId="26606"/>
          <ac:spMkLst>
            <pc:docMk/>
            <pc:sldMk cId="0" sldId="288"/>
            <ac:spMk id="44" creationId="{00000000-0000-0000-0000-000000000000}"/>
          </ac:spMkLst>
        </pc:spChg>
        <pc:spChg chg="add">
          <ac:chgData name="Milinkovic, Slavisa" userId="d6b370cb-6124-4398-9dc6-02c08a49d401" providerId="ADAL" clId="{D1B54D77-0C79-4CEF-8F7E-12D5C22A82C4}" dt="2026-05-05T15:30:38.402" v="79" actId="26606"/>
          <ac:spMkLst>
            <pc:docMk/>
            <pc:sldMk cId="0" sldId="288"/>
            <ac:spMk id="52" creationId="{00000000-0000-0000-0000-000000000000}"/>
          </ac:spMkLst>
        </pc:spChg>
        <pc:spChg chg="add">
          <ac:chgData name="Milinkovic, Slavisa" userId="d6b370cb-6124-4398-9dc6-02c08a49d401" providerId="ADAL" clId="{D1B54D77-0C79-4CEF-8F7E-12D5C22A82C4}" dt="2026-05-05T15:30:38.402" v="79" actId="26606"/>
          <ac:spMkLst>
            <pc:docMk/>
            <pc:sldMk cId="0" sldId="288"/>
            <ac:spMk id="59" creationId="{00000000-0000-0000-0000-000000000000}"/>
          </ac:spMkLst>
        </pc:spChg>
        <pc:spChg chg="add">
          <ac:chgData name="Milinkovic, Slavisa" userId="d6b370cb-6124-4398-9dc6-02c08a49d401" providerId="ADAL" clId="{D1B54D77-0C79-4CEF-8F7E-12D5C22A82C4}" dt="2026-05-05T15:30:38.402" v="79" actId="26606"/>
          <ac:spMkLst>
            <pc:docMk/>
            <pc:sldMk cId="0" sldId="288"/>
            <ac:spMk id="87" creationId="{00000000-0000-0000-0000-000000000000}"/>
          </ac:spMkLst>
        </pc:spChg>
        <pc:spChg chg="add">
          <ac:chgData name="Milinkovic, Slavisa" userId="d6b370cb-6124-4398-9dc6-02c08a49d401" providerId="ADAL" clId="{D1B54D77-0C79-4CEF-8F7E-12D5C22A82C4}" dt="2026-05-05T15:30:38.402" v="79" actId="26606"/>
          <ac:spMkLst>
            <pc:docMk/>
            <pc:sldMk cId="0" sldId="288"/>
            <ac:spMk id="90" creationId="{00000000-0000-0000-0000-000000000000}"/>
          </ac:spMkLst>
        </pc:spChg>
        <pc:spChg chg="add">
          <ac:chgData name="Milinkovic, Slavisa" userId="d6b370cb-6124-4398-9dc6-02c08a49d401" providerId="ADAL" clId="{D1B54D77-0C79-4CEF-8F7E-12D5C22A82C4}" dt="2026-05-05T15:30:38.402" v="79" actId="26606"/>
          <ac:spMkLst>
            <pc:docMk/>
            <pc:sldMk cId="0" sldId="288"/>
            <ac:spMk id="101" creationId="{00000000-0000-0000-0000-000000000000}"/>
          </ac:spMkLst>
        </pc:spChg>
      </pc:sldChg>
      <pc:sldChg chg="addSp delSp modSp mod modNotes">
        <pc:chgData name="Milinkovic, Slavisa" userId="d6b370cb-6124-4398-9dc6-02c08a49d401" providerId="ADAL" clId="{D1B54D77-0C79-4CEF-8F7E-12D5C22A82C4}" dt="2026-05-05T16:12:26.584" v="112" actId="26606"/>
        <pc:sldMkLst>
          <pc:docMk/>
          <pc:sldMk cId="0" sldId="289"/>
        </pc:sldMkLst>
        <pc:spChg chg="mod">
          <ac:chgData name="Milinkovic, Slavisa" userId="d6b370cb-6124-4398-9dc6-02c08a49d401" providerId="ADAL" clId="{D1B54D77-0C79-4CEF-8F7E-12D5C22A82C4}" dt="2026-05-05T09:52:37.151" v="1" actId="26606"/>
          <ac:spMkLst>
            <pc:docMk/>
            <pc:sldMk cId="0" sldId="289"/>
            <ac:spMk id="4" creationId="{00000000-0000-0000-0000-000000000000}"/>
          </ac:spMkLst>
        </pc:spChg>
        <pc:spChg chg="mod">
          <ac:chgData name="Milinkovic, Slavisa" userId="d6b370cb-6124-4398-9dc6-02c08a49d401" providerId="ADAL" clId="{D1B54D77-0C79-4CEF-8F7E-12D5C22A82C4}" dt="2026-05-05T15:35:51.274" v="80" actId="26606"/>
          <ac:spMkLst>
            <pc:docMk/>
            <pc:sldMk cId="0" sldId="289"/>
            <ac:spMk id="7" creationId="{00000000-0000-0000-0000-000000000000}"/>
          </ac:spMkLst>
        </pc:spChg>
        <pc:spChg chg="mod">
          <ac:chgData name="Milinkovic, Slavisa" userId="d6b370cb-6124-4398-9dc6-02c08a49d401" providerId="ADAL" clId="{D1B54D77-0C79-4CEF-8F7E-12D5C22A82C4}" dt="2026-05-05T14:30:02.605" v="73" actId="26606"/>
          <ac:spMkLst>
            <pc:docMk/>
            <pc:sldMk cId="0" sldId="289"/>
            <ac:spMk id="9" creationId="{00000000-0000-0000-0000-000000000000}"/>
          </ac:spMkLst>
        </pc:spChg>
        <pc:spChg chg="mod">
          <ac:chgData name="Milinkovic, Slavisa" userId="d6b370cb-6124-4398-9dc6-02c08a49d401" providerId="ADAL" clId="{D1B54D77-0C79-4CEF-8F7E-12D5C22A82C4}" dt="2026-05-05T09:52:37.151" v="1" actId="26606"/>
          <ac:spMkLst>
            <pc:docMk/>
            <pc:sldMk cId="0" sldId="289"/>
            <ac:spMk id="12" creationId="{00000000-0000-0000-0000-000000000000}"/>
          </ac:spMkLst>
        </pc:spChg>
        <pc:spChg chg="mod">
          <ac:chgData name="Milinkovic, Slavisa" userId="d6b370cb-6124-4398-9dc6-02c08a49d401" providerId="ADAL" clId="{D1B54D77-0C79-4CEF-8F7E-12D5C22A82C4}" dt="2026-05-05T09:52:37.151" v="1" actId="26606"/>
          <ac:spMkLst>
            <pc:docMk/>
            <pc:sldMk cId="0" sldId="289"/>
            <ac:spMk id="13" creationId="{00000000-0000-0000-0000-000000000000}"/>
          </ac:spMkLst>
        </pc:spChg>
        <pc:spChg chg="mod">
          <ac:chgData name="Milinkovic, Slavisa" userId="d6b370cb-6124-4398-9dc6-02c08a49d401" providerId="ADAL" clId="{D1B54D77-0C79-4CEF-8F7E-12D5C22A82C4}" dt="2026-05-05T15:35:51.274" v="80" actId="26606"/>
          <ac:spMkLst>
            <pc:docMk/>
            <pc:sldMk cId="0" sldId="289"/>
            <ac:spMk id="14" creationId="{00000000-0000-0000-0000-000000000000}"/>
          </ac:spMkLst>
        </pc:spChg>
        <pc:spChg chg="mod">
          <ac:chgData name="Milinkovic, Slavisa" userId="d6b370cb-6124-4398-9dc6-02c08a49d401" providerId="ADAL" clId="{D1B54D77-0C79-4CEF-8F7E-12D5C22A82C4}" dt="2026-05-05T15:35:51.274" v="80" actId="26606"/>
          <ac:spMkLst>
            <pc:docMk/>
            <pc:sldMk cId="0" sldId="289"/>
            <ac:spMk id="16" creationId="{00000000-0000-0000-0000-000000000000}"/>
          </ac:spMkLst>
        </pc:spChg>
        <pc:spChg chg="mod">
          <ac:chgData name="Milinkovic, Slavisa" userId="d6b370cb-6124-4398-9dc6-02c08a49d401" providerId="ADAL" clId="{D1B54D77-0C79-4CEF-8F7E-12D5C22A82C4}" dt="2026-05-05T09:52:37.151" v="1" actId="26606"/>
          <ac:spMkLst>
            <pc:docMk/>
            <pc:sldMk cId="0" sldId="289"/>
            <ac:spMk id="17" creationId="{00000000-0000-0000-0000-000000000000}"/>
          </ac:spMkLst>
        </pc:spChg>
        <pc:spChg chg="mod">
          <ac:chgData name="Milinkovic, Slavisa" userId="d6b370cb-6124-4398-9dc6-02c08a49d401" providerId="ADAL" clId="{D1B54D77-0C79-4CEF-8F7E-12D5C22A82C4}" dt="2026-05-05T15:35:51.274" v="80" actId="26606"/>
          <ac:spMkLst>
            <pc:docMk/>
            <pc:sldMk cId="0" sldId="289"/>
            <ac:spMk id="18" creationId="{00000000-0000-0000-0000-000000000000}"/>
          </ac:spMkLst>
        </pc:spChg>
        <pc:spChg chg="mod">
          <ac:chgData name="Milinkovic, Slavisa" userId="d6b370cb-6124-4398-9dc6-02c08a49d401" providerId="ADAL" clId="{D1B54D77-0C79-4CEF-8F7E-12D5C22A82C4}" dt="2026-05-05T15:11:03.547" v="76" actId="26606"/>
          <ac:spMkLst>
            <pc:docMk/>
            <pc:sldMk cId="0" sldId="289"/>
            <ac:spMk id="19" creationId="{00000000-0000-0000-0000-000000000000}"/>
          </ac:spMkLst>
        </pc:spChg>
        <pc:spChg chg="mod">
          <ac:chgData name="Milinkovic, Slavisa" userId="d6b370cb-6124-4398-9dc6-02c08a49d401" providerId="ADAL" clId="{D1B54D77-0C79-4CEF-8F7E-12D5C22A82C4}" dt="2026-05-05T09:52:37.151" v="1" actId="26606"/>
          <ac:spMkLst>
            <pc:docMk/>
            <pc:sldMk cId="0" sldId="289"/>
            <ac:spMk id="21" creationId="{00000000-0000-0000-0000-000000000000}"/>
          </ac:spMkLst>
        </pc:spChg>
        <pc:spChg chg="mod">
          <ac:chgData name="Milinkovic, Slavisa" userId="d6b370cb-6124-4398-9dc6-02c08a49d401" providerId="ADAL" clId="{D1B54D77-0C79-4CEF-8F7E-12D5C22A82C4}" dt="2026-05-05T09:52:37.151" v="1" actId="26606"/>
          <ac:spMkLst>
            <pc:docMk/>
            <pc:sldMk cId="0" sldId="289"/>
            <ac:spMk id="22" creationId="{00000000-0000-0000-0000-000000000000}"/>
          </ac:spMkLst>
        </pc:spChg>
        <pc:spChg chg="add">
          <ac:chgData name="Milinkovic, Slavisa" userId="d6b370cb-6124-4398-9dc6-02c08a49d401" providerId="ADAL" clId="{D1B54D77-0C79-4CEF-8F7E-12D5C22A82C4}" dt="2026-05-05T09:52:37.151" v="1" actId="26606"/>
          <ac:spMkLst>
            <pc:docMk/>
            <pc:sldMk cId="0" sldId="289"/>
            <ac:spMk id="26" creationId="{00000000-0000-0000-0000-000000000000}"/>
          </ac:spMkLst>
        </pc:spChg>
        <pc:spChg chg="add">
          <ac:chgData name="Milinkovic, Slavisa" userId="d6b370cb-6124-4398-9dc6-02c08a49d401" providerId="ADAL" clId="{D1B54D77-0C79-4CEF-8F7E-12D5C22A82C4}" dt="2026-05-05T09:52:37.151" v="1" actId="26606"/>
          <ac:spMkLst>
            <pc:docMk/>
            <pc:sldMk cId="0" sldId="289"/>
            <ac:spMk id="29" creationId="{00000000-0000-0000-0000-000000000000}"/>
          </ac:spMkLst>
        </pc:spChg>
        <pc:spChg chg="add mod">
          <ac:chgData name="Milinkovic, Slavisa" userId="d6b370cb-6124-4398-9dc6-02c08a49d401" providerId="ADAL" clId="{D1B54D77-0C79-4CEF-8F7E-12D5C22A82C4}" dt="2026-05-05T15:35:51.274" v="80" actId="26606"/>
          <ac:spMkLst>
            <pc:docMk/>
            <pc:sldMk cId="0" sldId="289"/>
            <ac:spMk id="36" creationId="{00000000-0000-0000-0000-000000000000}"/>
          </ac:spMkLst>
        </pc:spChg>
        <pc:spChg chg="add mod">
          <ac:chgData name="Milinkovic, Slavisa" userId="d6b370cb-6124-4398-9dc6-02c08a49d401" providerId="ADAL" clId="{D1B54D77-0C79-4CEF-8F7E-12D5C22A82C4}" dt="2026-05-05T15:35:51.274" v="80" actId="26606"/>
          <ac:spMkLst>
            <pc:docMk/>
            <pc:sldMk cId="0" sldId="289"/>
            <ac:spMk id="37" creationId="{00000000-0000-0000-0000-000000000000}"/>
          </ac:spMkLst>
        </pc:spChg>
        <pc:spChg chg="add mod">
          <ac:chgData name="Milinkovic, Slavisa" userId="d6b370cb-6124-4398-9dc6-02c08a49d401" providerId="ADAL" clId="{D1B54D77-0C79-4CEF-8F7E-12D5C22A82C4}" dt="2026-05-05T15:35:51.274" v="80" actId="26606"/>
          <ac:spMkLst>
            <pc:docMk/>
            <pc:sldMk cId="0" sldId="289"/>
            <ac:spMk id="39" creationId="{00000000-0000-0000-0000-000000000000}"/>
          </ac:spMkLst>
        </pc:spChg>
        <pc:spChg chg="add">
          <ac:chgData name="Milinkovic, Slavisa" userId="d6b370cb-6124-4398-9dc6-02c08a49d401" providerId="ADAL" clId="{D1B54D77-0C79-4CEF-8F7E-12D5C22A82C4}" dt="2026-05-05T15:11:03.547" v="76" actId="26606"/>
          <ac:spMkLst>
            <pc:docMk/>
            <pc:sldMk cId="0" sldId="289"/>
            <ac:spMk id="57" creationId="{00000000-0000-0000-0000-000000000000}"/>
          </ac:spMkLst>
        </pc:spChg>
        <pc:spChg chg="add mod">
          <ac:chgData name="Milinkovic, Slavisa" userId="d6b370cb-6124-4398-9dc6-02c08a49d401" providerId="ADAL" clId="{D1B54D77-0C79-4CEF-8F7E-12D5C22A82C4}" dt="2026-05-05T15:35:51.274" v="80" actId="26606"/>
          <ac:spMkLst>
            <pc:docMk/>
            <pc:sldMk cId="0" sldId="289"/>
            <ac:spMk id="58" creationId="{00000000-0000-0000-0000-000000000000}"/>
          </ac:spMkLst>
        </pc:spChg>
        <pc:spChg chg="mod">
          <ac:chgData name="Milinkovic, Slavisa" userId="d6b370cb-6124-4398-9dc6-02c08a49d401" providerId="ADAL" clId="{D1B54D77-0C79-4CEF-8F7E-12D5C22A82C4}" dt="2026-05-05T15:19:43.992" v="77" actId="26606"/>
          <ac:spMkLst>
            <pc:docMk/>
            <pc:sldMk cId="0" sldId="289"/>
            <ac:spMk id="62" creationId="{00000000-0000-0000-0000-000000000000}"/>
          </ac:spMkLst>
        </pc:spChg>
        <pc:spChg chg="add">
          <ac:chgData name="Milinkovic, Slavisa" userId="d6b370cb-6124-4398-9dc6-02c08a49d401" providerId="ADAL" clId="{D1B54D77-0C79-4CEF-8F7E-12D5C22A82C4}" dt="2026-05-05T15:35:51.274" v="80" actId="26606"/>
          <ac:spMkLst>
            <pc:docMk/>
            <pc:sldMk cId="0" sldId="289"/>
            <ac:spMk id="64" creationId="{00000000-0000-0000-0000-000000000000}"/>
          </ac:spMkLst>
        </pc:spChg>
        <pc:spChg chg="add">
          <ac:chgData name="Milinkovic, Slavisa" userId="d6b370cb-6124-4398-9dc6-02c08a49d401" providerId="ADAL" clId="{D1B54D77-0C79-4CEF-8F7E-12D5C22A82C4}" dt="2026-05-05T15:35:51.274" v="80" actId="26606"/>
          <ac:spMkLst>
            <pc:docMk/>
            <pc:sldMk cId="0" sldId="289"/>
            <ac:spMk id="73" creationId="{00000000-0000-0000-0000-000000000000}"/>
          </ac:spMkLst>
        </pc:spChg>
        <pc:graphicFrameChg chg="mod replId">
          <ac:chgData name="Milinkovic, Slavisa" userId="d6b370cb-6124-4398-9dc6-02c08a49d401" providerId="ADAL" clId="{D1B54D77-0C79-4CEF-8F7E-12D5C22A82C4}" dt="2026-05-05T15:11:03.085" v="75" actId="26606"/>
          <ac:graphicFrameMkLst>
            <pc:docMk/>
            <pc:sldMk cId="0" sldId="289"/>
            <ac:graphicFrameMk id="63" creationId="{00000000-0000-0000-0000-000000000000}"/>
          </ac:graphicFrameMkLst>
        </pc:graphicFrameChg>
      </pc:sldChg>
      <pc:sldChg chg="addSp modSp del mod setBg modNotes">
        <pc:chgData name="Milinkovic, Slavisa" userId="d6b370cb-6124-4398-9dc6-02c08a49d401" providerId="ADAL" clId="{D1B54D77-0C79-4CEF-8F7E-12D5C22A82C4}" dt="2026-05-05T15:11:03.547" v="76" actId="26606"/>
        <pc:sldMkLst>
          <pc:docMk/>
          <pc:sldMk cId="0" sldId="290"/>
        </pc:sldMkLst>
        <pc:spChg chg="mod">
          <ac:chgData name="Milinkovic, Slavisa" userId="d6b370cb-6124-4398-9dc6-02c08a49d401" providerId="ADAL" clId="{D1B54D77-0C79-4CEF-8F7E-12D5C22A82C4}" dt="2026-05-05T09:52:37.151" v="1" actId="26606"/>
          <ac:spMkLst>
            <pc:docMk/>
            <pc:sldMk cId="0" sldId="290"/>
            <ac:spMk id="2" creationId="{00000000-0000-0000-0000-000000000000}"/>
          </ac:spMkLst>
        </pc:spChg>
        <pc:spChg chg="mod">
          <ac:chgData name="Milinkovic, Slavisa" userId="d6b370cb-6124-4398-9dc6-02c08a49d401" providerId="ADAL" clId="{D1B54D77-0C79-4CEF-8F7E-12D5C22A82C4}" dt="2026-05-05T09:52:37.151" v="1" actId="26606"/>
          <ac:spMkLst>
            <pc:docMk/>
            <pc:sldMk cId="0" sldId="290"/>
            <ac:spMk id="4" creationId="{00000000-0000-0000-0000-000000000000}"/>
          </ac:spMkLst>
        </pc:spChg>
        <pc:spChg chg="mod">
          <ac:chgData name="Milinkovic, Slavisa" userId="d6b370cb-6124-4398-9dc6-02c08a49d401" providerId="ADAL" clId="{D1B54D77-0C79-4CEF-8F7E-12D5C22A82C4}" dt="2026-05-05T09:52:37.151" v="1" actId="26606"/>
          <ac:spMkLst>
            <pc:docMk/>
            <pc:sldMk cId="0" sldId="290"/>
            <ac:spMk id="8" creationId="{00000000-0000-0000-0000-000000000000}"/>
          </ac:spMkLst>
        </pc:spChg>
        <pc:spChg chg="mod">
          <ac:chgData name="Milinkovic, Slavisa" userId="d6b370cb-6124-4398-9dc6-02c08a49d401" providerId="ADAL" clId="{D1B54D77-0C79-4CEF-8F7E-12D5C22A82C4}" dt="2026-05-05T14:30:02.605" v="73" actId="26606"/>
          <ac:spMkLst>
            <pc:docMk/>
            <pc:sldMk cId="0" sldId="290"/>
            <ac:spMk id="9" creationId="{00000000-0000-0000-0000-000000000000}"/>
          </ac:spMkLst>
        </pc:spChg>
        <pc:spChg chg="mod">
          <ac:chgData name="Milinkovic, Slavisa" userId="d6b370cb-6124-4398-9dc6-02c08a49d401" providerId="ADAL" clId="{D1B54D77-0C79-4CEF-8F7E-12D5C22A82C4}" dt="2026-05-05T09:52:37.151" v="1" actId="26606"/>
          <ac:spMkLst>
            <pc:docMk/>
            <pc:sldMk cId="0" sldId="290"/>
            <ac:spMk id="13" creationId="{00000000-0000-0000-0000-000000000000}"/>
          </ac:spMkLst>
        </pc:spChg>
        <pc:spChg chg="add">
          <ac:chgData name="Milinkovic, Slavisa" userId="d6b370cb-6124-4398-9dc6-02c08a49d401" providerId="ADAL" clId="{D1B54D77-0C79-4CEF-8F7E-12D5C22A82C4}" dt="2026-05-05T09:52:37.151" v="1" actId="26606"/>
          <ac:spMkLst>
            <pc:docMk/>
            <pc:sldMk cId="0" sldId="290"/>
            <ac:spMk id="21" creationId="{00000000-0000-0000-0000-000000000000}"/>
          </ac:spMkLst>
        </pc:spChg>
        <pc:spChg chg="add">
          <ac:chgData name="Milinkovic, Slavisa" userId="d6b370cb-6124-4398-9dc6-02c08a49d401" providerId="ADAL" clId="{D1B54D77-0C79-4CEF-8F7E-12D5C22A82C4}" dt="2026-05-05T09:52:37.151" v="1" actId="26606"/>
          <ac:spMkLst>
            <pc:docMk/>
            <pc:sldMk cId="0" sldId="290"/>
            <ac:spMk id="26" creationId="{00000000-0000-0000-0000-000000000000}"/>
          </ac:spMkLst>
        </pc:spChg>
        <pc:spChg chg="add">
          <ac:chgData name="Milinkovic, Slavisa" userId="d6b370cb-6124-4398-9dc6-02c08a49d401" providerId="ADAL" clId="{D1B54D77-0C79-4CEF-8F7E-12D5C22A82C4}" dt="2026-05-05T09:52:37.151" v="1" actId="26606"/>
          <ac:spMkLst>
            <pc:docMk/>
            <pc:sldMk cId="0" sldId="290"/>
            <ac:spMk id="36" creationId="{00000000-0000-0000-0000-000000000000}"/>
          </ac:spMkLst>
        </pc:spChg>
        <pc:spChg chg="add">
          <ac:chgData name="Milinkovic, Slavisa" userId="d6b370cb-6124-4398-9dc6-02c08a49d401" providerId="ADAL" clId="{D1B54D77-0C79-4CEF-8F7E-12D5C22A82C4}" dt="2026-05-05T09:52:37.151" v="1" actId="26606"/>
          <ac:spMkLst>
            <pc:docMk/>
            <pc:sldMk cId="0" sldId="290"/>
            <ac:spMk id="38" creationId="{00000000-0000-0000-0000-000000000000}"/>
          </ac:spMkLst>
        </pc:spChg>
        <pc:spChg chg="add">
          <ac:chgData name="Milinkovic, Slavisa" userId="d6b370cb-6124-4398-9dc6-02c08a49d401" providerId="ADAL" clId="{D1B54D77-0C79-4CEF-8F7E-12D5C22A82C4}" dt="2026-05-05T09:52:37.151" v="1" actId="26606"/>
          <ac:spMkLst>
            <pc:docMk/>
            <pc:sldMk cId="0" sldId="290"/>
            <ac:spMk id="41" creationId="{00000000-0000-0000-0000-000000000000}"/>
          </ac:spMkLst>
        </pc:spChg>
      </pc:sldChg>
      <pc:sldChg chg="modSp add del mod">
        <pc:chgData name="Milinkovic, Slavisa" userId="d6b370cb-6124-4398-9dc6-02c08a49d401" providerId="ADAL" clId="{D1B54D77-0C79-4CEF-8F7E-12D5C22A82C4}" dt="2026-05-05T15:11:03.547" v="76" actId="26606"/>
        <pc:sldMkLst>
          <pc:docMk/>
          <pc:sldMk cId="0" sldId="291"/>
        </pc:sldMkLst>
        <pc:spChg chg="mod">
          <ac:chgData name="Milinkovic, Slavisa" userId="d6b370cb-6124-4398-9dc6-02c08a49d401" providerId="ADAL" clId="{D1B54D77-0C79-4CEF-8F7E-12D5C22A82C4}" dt="2026-05-05T14:30:02.605" v="73" actId="26606"/>
          <ac:spMkLst>
            <pc:docMk/>
            <pc:sldMk cId="0" sldId="291"/>
            <ac:spMk id="9" creationId="{00000000-0000-0000-0000-000000000000}"/>
          </ac:spMkLst>
        </pc:spChg>
        <pc:spChg chg="mod">
          <ac:chgData name="Milinkovic, Slavisa" userId="d6b370cb-6124-4398-9dc6-02c08a49d401" providerId="ADAL" clId="{D1B54D77-0C79-4CEF-8F7E-12D5C22A82C4}" dt="2026-05-05T12:32:50.043" v="38" actId="14100"/>
          <ac:spMkLst>
            <pc:docMk/>
            <pc:sldMk cId="0" sldId="291"/>
            <ac:spMk id="29" creationId="{00000000-0000-0000-0000-000000000000}"/>
          </ac:spMkLst>
        </pc:spChg>
        <pc:spChg chg="mod">
          <ac:chgData name="Milinkovic, Slavisa" userId="d6b370cb-6124-4398-9dc6-02c08a49d401" providerId="ADAL" clId="{D1B54D77-0C79-4CEF-8F7E-12D5C22A82C4}" dt="2026-05-05T12:33:00.380" v="40" actId="14100"/>
          <ac:spMkLst>
            <pc:docMk/>
            <pc:sldMk cId="0" sldId="291"/>
            <ac:spMk id="32" creationId="{00000000-0000-0000-0000-000000000000}"/>
          </ac:spMkLst>
        </pc:spChg>
        <pc:spChg chg="mod">
          <ac:chgData name="Milinkovic, Slavisa" userId="d6b370cb-6124-4398-9dc6-02c08a49d401" providerId="ADAL" clId="{D1B54D77-0C79-4CEF-8F7E-12D5C22A82C4}" dt="2026-05-05T12:32:41.901" v="36" actId="14100"/>
          <ac:spMkLst>
            <pc:docMk/>
            <pc:sldMk cId="0" sldId="291"/>
            <ac:spMk id="35" creationId="{00000000-0000-0000-0000-000000000000}"/>
          </ac:spMkLst>
        </pc:spChg>
        <pc:spChg chg="mod">
          <ac:chgData name="Milinkovic, Slavisa" userId="d6b370cb-6124-4398-9dc6-02c08a49d401" providerId="ADAL" clId="{D1B54D77-0C79-4CEF-8F7E-12D5C22A82C4}" dt="2026-05-05T12:32:34.529" v="34" actId="14100"/>
          <ac:spMkLst>
            <pc:docMk/>
            <pc:sldMk cId="0" sldId="291"/>
            <ac:spMk id="38" creationId="{00000000-0000-0000-0000-000000000000}"/>
          </ac:spMkLst>
        </pc:spChg>
      </pc:sldChg>
      <pc:sldChg chg="modSp add mod modNotes">
        <pc:chgData name="Milinkovic, Slavisa" userId="d6b370cb-6124-4398-9dc6-02c08a49d401" providerId="ADAL" clId="{D1B54D77-0C79-4CEF-8F7E-12D5C22A82C4}" dt="2026-05-05T16:12:26.584" v="112" actId="26606"/>
        <pc:sldMkLst>
          <pc:docMk/>
          <pc:sldMk cId="0" sldId="292"/>
        </pc:sldMkLst>
        <pc:spChg chg="mod">
          <ac:chgData name="Milinkovic, Slavisa" userId="d6b370cb-6124-4398-9dc6-02c08a49d401" providerId="ADAL" clId="{D1B54D77-0C79-4CEF-8F7E-12D5C22A82C4}" dt="2026-05-05T15:19:43.992" v="77" actId="26606"/>
          <ac:spMkLst>
            <pc:docMk/>
            <pc:sldMk cId="0" sldId="292"/>
            <ac:spMk id="9" creationId="{00000000-0000-0000-0000-000000000000}"/>
          </ac:spMkLst>
        </pc:spChg>
      </pc:sldChg>
      <pc:sldChg chg="modSp add mod modNotes">
        <pc:chgData name="Milinkovic, Slavisa" userId="d6b370cb-6124-4398-9dc6-02c08a49d401" providerId="ADAL" clId="{D1B54D77-0C79-4CEF-8F7E-12D5C22A82C4}" dt="2026-05-05T16:12:26.584" v="112" actId="26606"/>
        <pc:sldMkLst>
          <pc:docMk/>
          <pc:sldMk cId="0" sldId="293"/>
        </pc:sldMkLst>
        <pc:spChg chg="mod">
          <ac:chgData name="Milinkovic, Slavisa" userId="d6b370cb-6124-4398-9dc6-02c08a49d401" providerId="ADAL" clId="{D1B54D77-0C79-4CEF-8F7E-12D5C22A82C4}" dt="2026-05-05T15:19:43.992" v="77" actId="26606"/>
          <ac:spMkLst>
            <pc:docMk/>
            <pc:sldMk cId="0" sldId="293"/>
            <ac:spMk id="9" creationId="{00000000-0000-0000-0000-000000000000}"/>
          </ac:spMkLst>
        </pc:spChg>
      </pc:sldChg>
      <pc:sldChg chg="addSp modSp add mod modNotes">
        <pc:chgData name="Milinkovic, Slavisa" userId="d6b370cb-6124-4398-9dc6-02c08a49d401" providerId="ADAL" clId="{D1B54D77-0C79-4CEF-8F7E-12D5C22A82C4}" dt="2026-05-05T16:12:26.584" v="112" actId="26606"/>
        <pc:sldMkLst>
          <pc:docMk/>
          <pc:sldMk cId="0" sldId="294"/>
        </pc:sldMkLst>
        <pc:spChg chg="mod">
          <ac:chgData name="Milinkovic, Slavisa" userId="d6b370cb-6124-4398-9dc6-02c08a49d401" providerId="ADAL" clId="{D1B54D77-0C79-4CEF-8F7E-12D5C22A82C4}" dt="2026-05-05T15:35:51.274" v="80" actId="26606"/>
          <ac:spMkLst>
            <pc:docMk/>
            <pc:sldMk cId="0" sldId="294"/>
            <ac:spMk id="8" creationId="{00000000-0000-0000-0000-000000000000}"/>
          </ac:spMkLst>
        </pc:spChg>
        <pc:spChg chg="mod">
          <ac:chgData name="Milinkovic, Slavisa" userId="d6b370cb-6124-4398-9dc6-02c08a49d401" providerId="ADAL" clId="{D1B54D77-0C79-4CEF-8F7E-12D5C22A82C4}" dt="2026-05-05T15:19:43.992" v="77" actId="26606"/>
          <ac:spMkLst>
            <pc:docMk/>
            <pc:sldMk cId="0" sldId="294"/>
            <ac:spMk id="9" creationId="{00000000-0000-0000-0000-000000000000}"/>
          </ac:spMkLst>
        </pc:spChg>
        <pc:spChg chg="mod">
          <ac:chgData name="Milinkovic, Slavisa" userId="d6b370cb-6124-4398-9dc6-02c08a49d401" providerId="ADAL" clId="{D1B54D77-0C79-4CEF-8F7E-12D5C22A82C4}" dt="2026-05-05T15:35:51.274" v="80" actId="26606"/>
          <ac:spMkLst>
            <pc:docMk/>
            <pc:sldMk cId="0" sldId="294"/>
            <ac:spMk id="16" creationId="{00000000-0000-0000-0000-000000000000}"/>
          </ac:spMkLst>
        </pc:spChg>
        <pc:spChg chg="mod">
          <ac:chgData name="Milinkovic, Slavisa" userId="d6b370cb-6124-4398-9dc6-02c08a49d401" providerId="ADAL" clId="{D1B54D77-0C79-4CEF-8F7E-12D5C22A82C4}" dt="2026-05-05T15:35:51.274" v="80" actId="26606"/>
          <ac:spMkLst>
            <pc:docMk/>
            <pc:sldMk cId="0" sldId="294"/>
            <ac:spMk id="17" creationId="{00000000-0000-0000-0000-000000000000}"/>
          </ac:spMkLst>
        </pc:spChg>
        <pc:spChg chg="mod">
          <ac:chgData name="Milinkovic, Slavisa" userId="d6b370cb-6124-4398-9dc6-02c08a49d401" providerId="ADAL" clId="{D1B54D77-0C79-4CEF-8F7E-12D5C22A82C4}" dt="2026-05-05T15:35:51.274" v="80" actId="26606"/>
          <ac:spMkLst>
            <pc:docMk/>
            <pc:sldMk cId="0" sldId="294"/>
            <ac:spMk id="20" creationId="{00000000-0000-0000-0000-000000000000}"/>
          </ac:spMkLst>
        </pc:spChg>
        <pc:spChg chg="mod">
          <ac:chgData name="Milinkovic, Slavisa" userId="d6b370cb-6124-4398-9dc6-02c08a49d401" providerId="ADAL" clId="{D1B54D77-0C79-4CEF-8F7E-12D5C22A82C4}" dt="2026-05-05T15:35:51.274" v="80" actId="26606"/>
          <ac:spMkLst>
            <pc:docMk/>
            <pc:sldMk cId="0" sldId="294"/>
            <ac:spMk id="24" creationId="{00000000-0000-0000-0000-000000000000}"/>
          </ac:spMkLst>
        </pc:spChg>
        <pc:spChg chg="mod">
          <ac:chgData name="Milinkovic, Slavisa" userId="d6b370cb-6124-4398-9dc6-02c08a49d401" providerId="ADAL" clId="{D1B54D77-0C79-4CEF-8F7E-12D5C22A82C4}" dt="2026-05-05T15:35:51.274" v="80" actId="26606"/>
          <ac:spMkLst>
            <pc:docMk/>
            <pc:sldMk cId="0" sldId="294"/>
            <ac:spMk id="27" creationId="{00000000-0000-0000-0000-000000000000}"/>
          </ac:spMkLst>
        </pc:spChg>
        <pc:spChg chg="mod">
          <ac:chgData name="Milinkovic, Slavisa" userId="d6b370cb-6124-4398-9dc6-02c08a49d401" providerId="ADAL" clId="{D1B54D77-0C79-4CEF-8F7E-12D5C22A82C4}" dt="2026-05-05T15:35:51.274" v="80" actId="26606"/>
          <ac:spMkLst>
            <pc:docMk/>
            <pc:sldMk cId="0" sldId="294"/>
            <ac:spMk id="28" creationId="{00000000-0000-0000-0000-000000000000}"/>
          </ac:spMkLst>
        </pc:spChg>
        <pc:spChg chg="mod">
          <ac:chgData name="Milinkovic, Slavisa" userId="d6b370cb-6124-4398-9dc6-02c08a49d401" providerId="ADAL" clId="{D1B54D77-0C79-4CEF-8F7E-12D5C22A82C4}" dt="2026-05-05T15:35:51.274" v="80" actId="26606"/>
          <ac:spMkLst>
            <pc:docMk/>
            <pc:sldMk cId="0" sldId="294"/>
            <ac:spMk id="34" creationId="{00000000-0000-0000-0000-000000000000}"/>
          </ac:spMkLst>
        </pc:spChg>
        <pc:spChg chg="mod">
          <ac:chgData name="Milinkovic, Slavisa" userId="d6b370cb-6124-4398-9dc6-02c08a49d401" providerId="ADAL" clId="{D1B54D77-0C79-4CEF-8F7E-12D5C22A82C4}" dt="2026-05-05T15:35:51.274" v="80" actId="26606"/>
          <ac:spMkLst>
            <pc:docMk/>
            <pc:sldMk cId="0" sldId="294"/>
            <ac:spMk id="35" creationId="{00000000-0000-0000-0000-000000000000}"/>
          </ac:spMkLst>
        </pc:spChg>
        <pc:spChg chg="add">
          <ac:chgData name="Milinkovic, Slavisa" userId="d6b370cb-6124-4398-9dc6-02c08a49d401" providerId="ADAL" clId="{D1B54D77-0C79-4CEF-8F7E-12D5C22A82C4}" dt="2026-05-05T15:35:51.274" v="80" actId="26606"/>
          <ac:spMkLst>
            <pc:docMk/>
            <pc:sldMk cId="0" sldId="294"/>
            <ac:spMk id="40" creationId="{00000000-0000-0000-0000-000000000000}"/>
          </ac:spMkLst>
        </pc:spChg>
      </pc:sldChg>
      <pc:sldChg chg="modSp add mod modNotes">
        <pc:chgData name="Milinkovic, Slavisa" userId="d6b370cb-6124-4398-9dc6-02c08a49d401" providerId="ADAL" clId="{D1B54D77-0C79-4CEF-8F7E-12D5C22A82C4}" dt="2026-05-05T16:12:26.584" v="112" actId="26606"/>
        <pc:sldMkLst>
          <pc:docMk/>
          <pc:sldMk cId="0" sldId="295"/>
        </pc:sldMkLst>
        <pc:spChg chg="mod">
          <ac:chgData name="Milinkovic, Slavisa" userId="d6b370cb-6124-4398-9dc6-02c08a49d401" providerId="ADAL" clId="{D1B54D77-0C79-4CEF-8F7E-12D5C22A82C4}" dt="2026-05-05T15:47:56.847" v="86" actId="26606"/>
          <ac:spMkLst>
            <pc:docMk/>
            <pc:sldMk cId="0" sldId="295"/>
            <ac:spMk id="4" creationId="{00000000-0000-0000-0000-000000000000}"/>
          </ac:spMkLst>
        </pc:spChg>
        <pc:spChg chg="mod">
          <ac:chgData name="Milinkovic, Slavisa" userId="d6b370cb-6124-4398-9dc6-02c08a49d401" providerId="ADAL" clId="{D1B54D77-0C79-4CEF-8F7E-12D5C22A82C4}" dt="2026-05-05T15:47:56.847" v="86" actId="26606"/>
          <ac:spMkLst>
            <pc:docMk/>
            <pc:sldMk cId="0" sldId="295"/>
            <ac:spMk id="5" creationId="{00000000-0000-0000-0000-000000000000}"/>
          </ac:spMkLst>
        </pc:spChg>
        <pc:spChg chg="mod">
          <ac:chgData name="Milinkovic, Slavisa" userId="d6b370cb-6124-4398-9dc6-02c08a49d401" providerId="ADAL" clId="{D1B54D77-0C79-4CEF-8F7E-12D5C22A82C4}" dt="2026-05-05T15:19:43.992" v="77" actId="26606"/>
          <ac:spMkLst>
            <pc:docMk/>
            <pc:sldMk cId="0" sldId="295"/>
            <ac:spMk id="9" creationId="{00000000-0000-0000-0000-000000000000}"/>
          </ac:spMkLst>
        </pc:spChg>
        <pc:spChg chg="mod">
          <ac:chgData name="Milinkovic, Slavisa" userId="d6b370cb-6124-4398-9dc6-02c08a49d401" providerId="ADAL" clId="{D1B54D77-0C79-4CEF-8F7E-12D5C22A82C4}" dt="2026-05-05T15:47:56.847" v="86" actId="26606"/>
          <ac:spMkLst>
            <pc:docMk/>
            <pc:sldMk cId="0" sldId="295"/>
            <ac:spMk id="10" creationId="{00000000-0000-0000-0000-000000000000}"/>
          </ac:spMkLst>
        </pc:spChg>
        <pc:spChg chg="mod">
          <ac:chgData name="Milinkovic, Slavisa" userId="d6b370cb-6124-4398-9dc6-02c08a49d401" providerId="ADAL" clId="{D1B54D77-0C79-4CEF-8F7E-12D5C22A82C4}" dt="2026-05-05T15:47:56.847" v="86" actId="26606"/>
          <ac:spMkLst>
            <pc:docMk/>
            <pc:sldMk cId="0" sldId="295"/>
            <ac:spMk id="13" creationId="{00000000-0000-0000-0000-000000000000}"/>
          </ac:spMkLst>
        </pc:spChg>
        <pc:spChg chg="mod">
          <ac:chgData name="Milinkovic, Slavisa" userId="d6b370cb-6124-4398-9dc6-02c08a49d401" providerId="ADAL" clId="{D1B54D77-0C79-4CEF-8F7E-12D5C22A82C4}" dt="2026-05-05T15:47:56.847" v="86" actId="26606"/>
          <ac:spMkLst>
            <pc:docMk/>
            <pc:sldMk cId="0" sldId="295"/>
            <ac:spMk id="14" creationId="{00000000-0000-0000-0000-000000000000}"/>
          </ac:spMkLst>
        </pc:spChg>
        <pc:spChg chg="mod">
          <ac:chgData name="Milinkovic, Slavisa" userId="d6b370cb-6124-4398-9dc6-02c08a49d401" providerId="ADAL" clId="{D1B54D77-0C79-4CEF-8F7E-12D5C22A82C4}" dt="2026-05-05T15:47:56.847" v="86" actId="26606"/>
          <ac:spMkLst>
            <pc:docMk/>
            <pc:sldMk cId="0" sldId="295"/>
            <ac:spMk id="18" creationId="{00000000-0000-0000-0000-000000000000}"/>
          </ac:spMkLst>
        </pc:spChg>
        <pc:spChg chg="mod">
          <ac:chgData name="Milinkovic, Slavisa" userId="d6b370cb-6124-4398-9dc6-02c08a49d401" providerId="ADAL" clId="{D1B54D77-0C79-4CEF-8F7E-12D5C22A82C4}" dt="2026-05-05T15:47:56.847" v="86" actId="26606"/>
          <ac:spMkLst>
            <pc:docMk/>
            <pc:sldMk cId="0" sldId="295"/>
            <ac:spMk id="19" creationId="{00000000-0000-0000-0000-000000000000}"/>
          </ac:spMkLst>
        </pc:spChg>
        <pc:spChg chg="mod">
          <ac:chgData name="Milinkovic, Slavisa" userId="d6b370cb-6124-4398-9dc6-02c08a49d401" providerId="ADAL" clId="{D1B54D77-0C79-4CEF-8F7E-12D5C22A82C4}" dt="2026-05-05T15:47:56.847" v="86" actId="26606"/>
          <ac:spMkLst>
            <pc:docMk/>
            <pc:sldMk cId="0" sldId="295"/>
            <ac:spMk id="20" creationId="{00000000-0000-0000-0000-000000000000}"/>
          </ac:spMkLst>
        </pc:spChg>
        <pc:spChg chg="mod">
          <ac:chgData name="Milinkovic, Slavisa" userId="d6b370cb-6124-4398-9dc6-02c08a49d401" providerId="ADAL" clId="{D1B54D77-0C79-4CEF-8F7E-12D5C22A82C4}" dt="2026-05-05T15:47:56.847" v="86" actId="26606"/>
          <ac:spMkLst>
            <pc:docMk/>
            <pc:sldMk cId="0" sldId="295"/>
            <ac:spMk id="21" creationId="{00000000-0000-0000-0000-000000000000}"/>
          </ac:spMkLst>
        </pc:spChg>
        <pc:spChg chg="mod">
          <ac:chgData name="Milinkovic, Slavisa" userId="d6b370cb-6124-4398-9dc6-02c08a49d401" providerId="ADAL" clId="{D1B54D77-0C79-4CEF-8F7E-12D5C22A82C4}" dt="2026-05-05T15:47:56.847" v="86" actId="26606"/>
          <ac:spMkLst>
            <pc:docMk/>
            <pc:sldMk cId="0" sldId="295"/>
            <ac:spMk id="22" creationId="{00000000-0000-0000-0000-000000000000}"/>
          </ac:spMkLst>
        </pc:spChg>
      </pc:sldChg>
      <pc:sldChg chg="add del">
        <pc:chgData name="Milinkovic, Slavisa" userId="d6b370cb-6124-4398-9dc6-02c08a49d401" providerId="ADAL" clId="{D1B54D77-0C79-4CEF-8F7E-12D5C22A82C4}" dt="2026-05-05T15:11:03.547" v="76" actId="26606"/>
        <pc:sldMkLst>
          <pc:docMk/>
          <pc:sldMk cId="0" sldId="296"/>
        </pc:sldMkLst>
      </pc:sldChg>
      <pc:sldChg chg="addSp modSp add mod setBg modNotes">
        <pc:chgData name="Milinkovic, Slavisa" userId="d6b370cb-6124-4398-9dc6-02c08a49d401" providerId="ADAL" clId="{D1B54D77-0C79-4CEF-8F7E-12D5C22A82C4}" dt="2026-05-05T16:12:26.584" v="112" actId="26606"/>
        <pc:sldMkLst>
          <pc:docMk/>
          <pc:sldMk cId="0" sldId="297"/>
        </pc:sldMkLst>
        <pc:spChg chg="mod">
          <ac:chgData name="Milinkovic, Slavisa" userId="d6b370cb-6124-4398-9dc6-02c08a49d401" providerId="ADAL" clId="{D1B54D77-0C79-4CEF-8F7E-12D5C22A82C4}" dt="2026-05-05T14:20:17.010" v="71" actId="26606"/>
          <ac:spMkLst>
            <pc:docMk/>
            <pc:sldMk cId="0" sldId="297"/>
            <ac:spMk id="2" creationId="{00000000-0000-0000-0000-000000000000}"/>
          </ac:spMkLst>
        </pc:spChg>
        <pc:spChg chg="mod">
          <ac:chgData name="Milinkovic, Slavisa" userId="d6b370cb-6124-4398-9dc6-02c08a49d401" providerId="ADAL" clId="{D1B54D77-0C79-4CEF-8F7E-12D5C22A82C4}" dt="2026-05-05T15:47:56.847" v="86" actId="26606"/>
          <ac:spMkLst>
            <pc:docMk/>
            <pc:sldMk cId="0" sldId="297"/>
            <ac:spMk id="7" creationId="{00000000-0000-0000-0000-000000000000}"/>
          </ac:spMkLst>
        </pc:spChg>
        <pc:spChg chg="mod">
          <ac:chgData name="Milinkovic, Slavisa" userId="d6b370cb-6124-4398-9dc6-02c08a49d401" providerId="ADAL" clId="{D1B54D77-0C79-4CEF-8F7E-12D5C22A82C4}" dt="2026-05-05T15:47:56.847" v="86" actId="26606"/>
          <ac:spMkLst>
            <pc:docMk/>
            <pc:sldMk cId="0" sldId="297"/>
            <ac:spMk id="9" creationId="{00000000-0000-0000-0000-000000000000}"/>
          </ac:spMkLst>
        </pc:spChg>
        <pc:spChg chg="mod">
          <ac:chgData name="Milinkovic, Slavisa" userId="d6b370cb-6124-4398-9dc6-02c08a49d401" providerId="ADAL" clId="{D1B54D77-0C79-4CEF-8F7E-12D5C22A82C4}" dt="2026-05-05T15:47:56.847" v="86" actId="26606"/>
          <ac:spMkLst>
            <pc:docMk/>
            <pc:sldMk cId="0" sldId="297"/>
            <ac:spMk id="12" creationId="{00000000-0000-0000-0000-000000000000}"/>
          </ac:spMkLst>
        </pc:spChg>
        <pc:spChg chg="mod">
          <ac:chgData name="Milinkovic, Slavisa" userId="d6b370cb-6124-4398-9dc6-02c08a49d401" providerId="ADAL" clId="{D1B54D77-0C79-4CEF-8F7E-12D5C22A82C4}" dt="2026-05-05T15:47:56.847" v="86" actId="26606"/>
          <ac:spMkLst>
            <pc:docMk/>
            <pc:sldMk cId="0" sldId="297"/>
            <ac:spMk id="15" creationId="{00000000-0000-0000-0000-000000000000}"/>
          </ac:spMkLst>
        </pc:spChg>
        <pc:spChg chg="mod">
          <ac:chgData name="Milinkovic, Slavisa" userId="d6b370cb-6124-4398-9dc6-02c08a49d401" providerId="ADAL" clId="{D1B54D77-0C79-4CEF-8F7E-12D5C22A82C4}" dt="2026-05-05T15:47:56.847" v="86" actId="26606"/>
          <ac:spMkLst>
            <pc:docMk/>
            <pc:sldMk cId="0" sldId="297"/>
            <ac:spMk id="16" creationId="{00000000-0000-0000-0000-000000000000}"/>
          </ac:spMkLst>
        </pc:spChg>
        <pc:spChg chg="mod">
          <ac:chgData name="Milinkovic, Slavisa" userId="d6b370cb-6124-4398-9dc6-02c08a49d401" providerId="ADAL" clId="{D1B54D77-0C79-4CEF-8F7E-12D5C22A82C4}" dt="2026-05-05T15:47:56.847" v="86" actId="26606"/>
          <ac:spMkLst>
            <pc:docMk/>
            <pc:sldMk cId="0" sldId="297"/>
            <ac:spMk id="19" creationId="{00000000-0000-0000-0000-000000000000}"/>
          </ac:spMkLst>
        </pc:spChg>
        <pc:spChg chg="mod">
          <ac:chgData name="Milinkovic, Slavisa" userId="d6b370cb-6124-4398-9dc6-02c08a49d401" providerId="ADAL" clId="{D1B54D77-0C79-4CEF-8F7E-12D5C22A82C4}" dt="2026-05-05T15:47:56.847" v="86" actId="26606"/>
          <ac:spMkLst>
            <pc:docMk/>
            <pc:sldMk cId="0" sldId="297"/>
            <ac:spMk id="22" creationId="{00000000-0000-0000-0000-000000000000}"/>
          </ac:spMkLst>
        </pc:spChg>
        <pc:spChg chg="mod">
          <ac:chgData name="Milinkovic, Slavisa" userId="d6b370cb-6124-4398-9dc6-02c08a49d401" providerId="ADAL" clId="{D1B54D77-0C79-4CEF-8F7E-12D5C22A82C4}" dt="2026-05-05T15:47:56.847" v="86" actId="26606"/>
          <ac:spMkLst>
            <pc:docMk/>
            <pc:sldMk cId="0" sldId="297"/>
            <ac:spMk id="28" creationId="{00000000-0000-0000-0000-000000000000}"/>
          </ac:spMkLst>
        </pc:spChg>
        <pc:spChg chg="add mod">
          <ac:chgData name="Milinkovic, Slavisa" userId="d6b370cb-6124-4398-9dc6-02c08a49d401" providerId="ADAL" clId="{D1B54D77-0C79-4CEF-8F7E-12D5C22A82C4}" dt="2026-05-05T15:47:56.847" v="86" actId="26606"/>
          <ac:spMkLst>
            <pc:docMk/>
            <pc:sldMk cId="0" sldId="297"/>
            <ac:spMk id="31" creationId="{00000000-0000-0000-0000-000000000000}"/>
          </ac:spMkLst>
        </pc:spChg>
        <pc:spChg chg="add">
          <ac:chgData name="Milinkovic, Slavisa" userId="d6b370cb-6124-4398-9dc6-02c08a49d401" providerId="ADAL" clId="{D1B54D77-0C79-4CEF-8F7E-12D5C22A82C4}" dt="2026-05-05T15:47:56.847" v="86" actId="26606"/>
          <ac:spMkLst>
            <pc:docMk/>
            <pc:sldMk cId="0" sldId="297"/>
            <ac:spMk id="40" creationId="{00000000-0000-0000-0000-000000000000}"/>
          </ac:spMkLst>
        </pc:spChg>
      </pc:sldChg>
      <pc:sldChg chg="add del setBg">
        <pc:chgData name="Milinkovic, Slavisa" userId="d6b370cb-6124-4398-9dc6-02c08a49d401" providerId="ADAL" clId="{D1B54D77-0C79-4CEF-8F7E-12D5C22A82C4}" dt="2026-05-05T13:13:48.439" v="61" actId="47"/>
        <pc:sldMkLst>
          <pc:docMk/>
          <pc:sldMk cId="0" sldId="298"/>
        </pc:sldMkLst>
      </pc:sldChg>
      <pc:sldChg chg="addSp modSp add del mod setBg modNotes">
        <pc:chgData name="Milinkovic, Slavisa" userId="d6b370cb-6124-4398-9dc6-02c08a49d401" providerId="ADAL" clId="{D1B54D77-0C79-4CEF-8F7E-12D5C22A82C4}" dt="2026-05-05T15:19:43.992" v="77" actId="26606"/>
        <pc:sldMkLst>
          <pc:docMk/>
          <pc:sldMk cId="0" sldId="299"/>
        </pc:sldMkLst>
        <pc:spChg chg="mod">
          <ac:chgData name="Milinkovic, Slavisa" userId="d6b370cb-6124-4398-9dc6-02c08a49d401" providerId="ADAL" clId="{D1B54D77-0C79-4CEF-8F7E-12D5C22A82C4}" dt="2026-05-05T14:20:17.010" v="71" actId="26606"/>
          <ac:spMkLst>
            <pc:docMk/>
            <pc:sldMk cId="0" sldId="299"/>
            <ac:spMk id="2" creationId="{00000000-0000-0000-0000-000000000000}"/>
          </ac:spMkLst>
        </pc:spChg>
        <pc:spChg chg="mod">
          <ac:chgData name="Milinkovic, Slavisa" userId="d6b370cb-6124-4398-9dc6-02c08a49d401" providerId="ADAL" clId="{D1B54D77-0C79-4CEF-8F7E-12D5C22A82C4}" dt="2026-05-05T14:24:56.265" v="72" actId="26606"/>
          <ac:spMkLst>
            <pc:docMk/>
            <pc:sldMk cId="0" sldId="299"/>
            <ac:spMk id="3" creationId="{00000000-0000-0000-0000-000000000000}"/>
          </ac:spMkLst>
        </pc:spChg>
        <pc:spChg chg="mod">
          <ac:chgData name="Milinkovic, Slavisa" userId="d6b370cb-6124-4398-9dc6-02c08a49d401" providerId="ADAL" clId="{D1B54D77-0C79-4CEF-8F7E-12D5C22A82C4}" dt="2026-05-05T14:24:56.265" v="72" actId="26606"/>
          <ac:spMkLst>
            <pc:docMk/>
            <pc:sldMk cId="0" sldId="299"/>
            <ac:spMk id="4" creationId="{00000000-0000-0000-0000-000000000000}"/>
          </ac:spMkLst>
        </pc:spChg>
        <pc:spChg chg="mod">
          <ac:chgData name="Milinkovic, Slavisa" userId="d6b370cb-6124-4398-9dc6-02c08a49d401" providerId="ADAL" clId="{D1B54D77-0C79-4CEF-8F7E-12D5C22A82C4}" dt="2026-05-05T14:24:56.265" v="72" actId="26606"/>
          <ac:spMkLst>
            <pc:docMk/>
            <pc:sldMk cId="0" sldId="299"/>
            <ac:spMk id="5" creationId="{00000000-0000-0000-0000-000000000000}"/>
          </ac:spMkLst>
        </pc:spChg>
        <pc:spChg chg="mod">
          <ac:chgData name="Milinkovic, Slavisa" userId="d6b370cb-6124-4398-9dc6-02c08a49d401" providerId="ADAL" clId="{D1B54D77-0C79-4CEF-8F7E-12D5C22A82C4}" dt="2026-05-05T14:24:56.265" v="72" actId="26606"/>
          <ac:spMkLst>
            <pc:docMk/>
            <pc:sldMk cId="0" sldId="299"/>
            <ac:spMk id="6" creationId="{00000000-0000-0000-0000-000000000000}"/>
          </ac:spMkLst>
        </pc:spChg>
        <pc:spChg chg="add">
          <ac:chgData name="Milinkovic, Slavisa" userId="d6b370cb-6124-4398-9dc6-02c08a49d401" providerId="ADAL" clId="{D1B54D77-0C79-4CEF-8F7E-12D5C22A82C4}" dt="2026-05-05T14:20:17.010" v="71" actId="26606"/>
          <ac:spMkLst>
            <pc:docMk/>
            <pc:sldMk cId="0" sldId="299"/>
            <ac:spMk id="7" creationId="{00000000-0000-0000-0000-000000000000}"/>
          </ac:spMkLst>
        </pc:spChg>
        <pc:spChg chg="add">
          <ac:chgData name="Milinkovic, Slavisa" userId="d6b370cb-6124-4398-9dc6-02c08a49d401" providerId="ADAL" clId="{D1B54D77-0C79-4CEF-8F7E-12D5C22A82C4}" dt="2026-05-05T14:20:17.010" v="71" actId="26606"/>
          <ac:spMkLst>
            <pc:docMk/>
            <pc:sldMk cId="0" sldId="299"/>
            <ac:spMk id="8" creationId="{00000000-0000-0000-0000-000000000000}"/>
          </ac:spMkLst>
        </pc:spChg>
        <pc:spChg chg="add">
          <ac:chgData name="Milinkovic, Slavisa" userId="d6b370cb-6124-4398-9dc6-02c08a49d401" providerId="ADAL" clId="{D1B54D77-0C79-4CEF-8F7E-12D5C22A82C4}" dt="2026-05-05T14:20:17.010" v="71" actId="26606"/>
          <ac:spMkLst>
            <pc:docMk/>
            <pc:sldMk cId="0" sldId="299"/>
            <ac:spMk id="10" creationId="{00000000-0000-0000-0000-000000000000}"/>
          </ac:spMkLst>
        </pc:spChg>
        <pc:spChg chg="add">
          <ac:chgData name="Milinkovic, Slavisa" userId="d6b370cb-6124-4398-9dc6-02c08a49d401" providerId="ADAL" clId="{D1B54D77-0C79-4CEF-8F7E-12D5C22A82C4}" dt="2026-05-05T14:20:17.010" v="71" actId="26606"/>
          <ac:spMkLst>
            <pc:docMk/>
            <pc:sldMk cId="0" sldId="299"/>
            <ac:spMk id="12" creationId="{00000000-0000-0000-0000-000000000000}"/>
          </ac:spMkLst>
        </pc:spChg>
        <pc:spChg chg="add">
          <ac:chgData name="Milinkovic, Slavisa" userId="d6b370cb-6124-4398-9dc6-02c08a49d401" providerId="ADAL" clId="{D1B54D77-0C79-4CEF-8F7E-12D5C22A82C4}" dt="2026-05-05T14:20:17.010" v="71" actId="26606"/>
          <ac:spMkLst>
            <pc:docMk/>
            <pc:sldMk cId="0" sldId="299"/>
            <ac:spMk id="13" creationId="{00000000-0000-0000-0000-000000000000}"/>
          </ac:spMkLst>
        </pc:spChg>
        <pc:spChg chg="add">
          <ac:chgData name="Milinkovic, Slavisa" userId="d6b370cb-6124-4398-9dc6-02c08a49d401" providerId="ADAL" clId="{D1B54D77-0C79-4CEF-8F7E-12D5C22A82C4}" dt="2026-05-05T14:20:17.010" v="71" actId="26606"/>
          <ac:spMkLst>
            <pc:docMk/>
            <pc:sldMk cId="0" sldId="299"/>
            <ac:spMk id="15" creationId="{00000000-0000-0000-0000-000000000000}"/>
          </ac:spMkLst>
        </pc:spChg>
        <pc:spChg chg="add mod">
          <ac:chgData name="Milinkovic, Slavisa" userId="d6b370cb-6124-4398-9dc6-02c08a49d401" providerId="ADAL" clId="{D1B54D77-0C79-4CEF-8F7E-12D5C22A82C4}" dt="2026-05-05T15:19:43.992" v="77" actId="26606"/>
          <ac:spMkLst>
            <pc:docMk/>
            <pc:sldMk cId="0" sldId="299"/>
            <ac:spMk id="16" creationId="{00000000-0000-0000-0000-000000000000}"/>
          </ac:spMkLst>
        </pc:spChg>
      </pc:sldChg>
      <pc:sldChg chg="addSp modSp add mod setBg modNotes">
        <pc:chgData name="Milinkovic, Slavisa" userId="d6b370cb-6124-4398-9dc6-02c08a49d401" providerId="ADAL" clId="{D1B54D77-0C79-4CEF-8F7E-12D5C22A82C4}" dt="2026-05-05T15:19:43.992" v="77" actId="26606"/>
        <pc:sldMkLst>
          <pc:docMk/>
          <pc:sldMk cId="0" sldId="300"/>
        </pc:sldMkLst>
        <pc:spChg chg="mod">
          <ac:chgData name="Milinkovic, Slavisa" userId="d6b370cb-6124-4398-9dc6-02c08a49d401" providerId="ADAL" clId="{D1B54D77-0C79-4CEF-8F7E-12D5C22A82C4}" dt="2026-05-05T14:24:56.265" v="72" actId="26606"/>
          <ac:spMkLst>
            <pc:docMk/>
            <pc:sldMk cId="0" sldId="300"/>
            <ac:spMk id="2" creationId="{00000000-0000-0000-0000-000000000000}"/>
          </ac:spMkLst>
        </pc:spChg>
        <pc:spChg chg="mod">
          <ac:chgData name="Milinkovic, Slavisa" userId="d6b370cb-6124-4398-9dc6-02c08a49d401" providerId="ADAL" clId="{D1B54D77-0C79-4CEF-8F7E-12D5C22A82C4}" dt="2026-05-05T14:20:17.010" v="71" actId="26606"/>
          <ac:spMkLst>
            <pc:docMk/>
            <pc:sldMk cId="0" sldId="300"/>
            <ac:spMk id="4" creationId="{00000000-0000-0000-0000-000000000000}"/>
          </ac:spMkLst>
        </pc:spChg>
        <pc:spChg chg="mod">
          <ac:chgData name="Milinkovic, Slavisa" userId="d6b370cb-6124-4398-9dc6-02c08a49d401" providerId="ADAL" clId="{D1B54D77-0C79-4CEF-8F7E-12D5C22A82C4}" dt="2026-05-05T14:20:17.010" v="71" actId="26606"/>
          <ac:spMkLst>
            <pc:docMk/>
            <pc:sldMk cId="0" sldId="300"/>
            <ac:spMk id="6" creationId="{00000000-0000-0000-0000-000000000000}"/>
          </ac:spMkLst>
        </pc:spChg>
        <pc:spChg chg="mod">
          <ac:chgData name="Milinkovic, Slavisa" userId="d6b370cb-6124-4398-9dc6-02c08a49d401" providerId="ADAL" clId="{D1B54D77-0C79-4CEF-8F7E-12D5C22A82C4}" dt="2026-05-05T14:24:56.265" v="72" actId="26606"/>
          <ac:spMkLst>
            <pc:docMk/>
            <pc:sldMk cId="0" sldId="300"/>
            <ac:spMk id="7" creationId="{00000000-0000-0000-0000-000000000000}"/>
          </ac:spMkLst>
        </pc:spChg>
        <pc:spChg chg="mod">
          <ac:chgData name="Milinkovic, Slavisa" userId="d6b370cb-6124-4398-9dc6-02c08a49d401" providerId="ADAL" clId="{D1B54D77-0C79-4CEF-8F7E-12D5C22A82C4}" dt="2026-05-05T15:19:43.992" v="77" actId="26606"/>
          <ac:spMkLst>
            <pc:docMk/>
            <pc:sldMk cId="0" sldId="300"/>
            <ac:spMk id="9" creationId="{00000000-0000-0000-0000-000000000000}"/>
          </ac:spMkLst>
        </pc:spChg>
        <pc:spChg chg="mod">
          <ac:chgData name="Milinkovic, Slavisa" userId="d6b370cb-6124-4398-9dc6-02c08a49d401" providerId="ADAL" clId="{D1B54D77-0C79-4CEF-8F7E-12D5C22A82C4}" dt="2026-05-05T14:24:56.265" v="72" actId="26606"/>
          <ac:spMkLst>
            <pc:docMk/>
            <pc:sldMk cId="0" sldId="300"/>
            <ac:spMk id="11" creationId="{00000000-0000-0000-0000-000000000000}"/>
          </ac:spMkLst>
        </pc:spChg>
        <pc:spChg chg="mod">
          <ac:chgData name="Milinkovic, Slavisa" userId="d6b370cb-6124-4398-9dc6-02c08a49d401" providerId="ADAL" clId="{D1B54D77-0C79-4CEF-8F7E-12D5C22A82C4}" dt="2026-05-05T14:24:56.265" v="72" actId="26606"/>
          <ac:spMkLst>
            <pc:docMk/>
            <pc:sldMk cId="0" sldId="300"/>
            <ac:spMk id="12" creationId="{00000000-0000-0000-0000-000000000000}"/>
          </ac:spMkLst>
        </pc:spChg>
        <pc:spChg chg="mod">
          <ac:chgData name="Milinkovic, Slavisa" userId="d6b370cb-6124-4398-9dc6-02c08a49d401" providerId="ADAL" clId="{D1B54D77-0C79-4CEF-8F7E-12D5C22A82C4}" dt="2026-05-05T14:20:17.010" v="71" actId="26606"/>
          <ac:spMkLst>
            <pc:docMk/>
            <pc:sldMk cId="0" sldId="300"/>
            <ac:spMk id="13" creationId="{00000000-0000-0000-0000-000000000000}"/>
          </ac:spMkLst>
        </pc:spChg>
        <pc:spChg chg="mod">
          <ac:chgData name="Milinkovic, Slavisa" userId="d6b370cb-6124-4398-9dc6-02c08a49d401" providerId="ADAL" clId="{D1B54D77-0C79-4CEF-8F7E-12D5C22A82C4}" dt="2026-05-05T14:24:56.265" v="72" actId="26606"/>
          <ac:spMkLst>
            <pc:docMk/>
            <pc:sldMk cId="0" sldId="300"/>
            <ac:spMk id="15" creationId="{00000000-0000-0000-0000-000000000000}"/>
          </ac:spMkLst>
        </pc:spChg>
        <pc:spChg chg="mod">
          <ac:chgData name="Milinkovic, Slavisa" userId="d6b370cb-6124-4398-9dc6-02c08a49d401" providerId="ADAL" clId="{D1B54D77-0C79-4CEF-8F7E-12D5C22A82C4}" dt="2026-05-05T14:24:56.265" v="72" actId="26606"/>
          <ac:spMkLst>
            <pc:docMk/>
            <pc:sldMk cId="0" sldId="300"/>
            <ac:spMk id="16" creationId="{00000000-0000-0000-0000-000000000000}"/>
          </ac:spMkLst>
        </pc:spChg>
        <pc:spChg chg="mod">
          <ac:chgData name="Milinkovic, Slavisa" userId="d6b370cb-6124-4398-9dc6-02c08a49d401" providerId="ADAL" clId="{D1B54D77-0C79-4CEF-8F7E-12D5C22A82C4}" dt="2026-05-05T14:24:56.265" v="72" actId="26606"/>
          <ac:spMkLst>
            <pc:docMk/>
            <pc:sldMk cId="0" sldId="300"/>
            <ac:spMk id="18" creationId="{00000000-0000-0000-0000-000000000000}"/>
          </ac:spMkLst>
        </pc:spChg>
        <pc:spChg chg="mod">
          <ac:chgData name="Milinkovic, Slavisa" userId="d6b370cb-6124-4398-9dc6-02c08a49d401" providerId="ADAL" clId="{D1B54D77-0C79-4CEF-8F7E-12D5C22A82C4}" dt="2026-05-05T14:24:56.265" v="72" actId="26606"/>
          <ac:spMkLst>
            <pc:docMk/>
            <pc:sldMk cId="0" sldId="300"/>
            <ac:spMk id="19" creationId="{00000000-0000-0000-0000-000000000000}"/>
          </ac:spMkLst>
        </pc:spChg>
        <pc:spChg chg="mod">
          <ac:chgData name="Milinkovic, Slavisa" userId="d6b370cb-6124-4398-9dc6-02c08a49d401" providerId="ADAL" clId="{D1B54D77-0C79-4CEF-8F7E-12D5C22A82C4}" dt="2026-05-05T14:20:17.010" v="71" actId="26606"/>
          <ac:spMkLst>
            <pc:docMk/>
            <pc:sldMk cId="0" sldId="300"/>
            <ac:spMk id="20" creationId="{00000000-0000-0000-0000-000000000000}"/>
          </ac:spMkLst>
        </pc:spChg>
        <pc:spChg chg="mod">
          <ac:chgData name="Milinkovic, Slavisa" userId="d6b370cb-6124-4398-9dc6-02c08a49d401" providerId="ADAL" clId="{D1B54D77-0C79-4CEF-8F7E-12D5C22A82C4}" dt="2026-05-05T14:24:56.265" v="72" actId="26606"/>
          <ac:spMkLst>
            <pc:docMk/>
            <pc:sldMk cId="0" sldId="300"/>
            <ac:spMk id="21" creationId="{00000000-0000-0000-0000-000000000000}"/>
          </ac:spMkLst>
        </pc:spChg>
        <pc:spChg chg="add">
          <ac:chgData name="Milinkovic, Slavisa" userId="d6b370cb-6124-4398-9dc6-02c08a49d401" providerId="ADAL" clId="{D1B54D77-0C79-4CEF-8F7E-12D5C22A82C4}" dt="2026-05-05T14:20:17.010" v="71" actId="26606"/>
          <ac:spMkLst>
            <pc:docMk/>
            <pc:sldMk cId="0" sldId="300"/>
            <ac:spMk id="24" creationId="{00000000-0000-0000-0000-000000000000}"/>
          </ac:spMkLst>
        </pc:spChg>
      </pc:sldChg>
      <pc:sldChg chg="addSp modSp add mod setBg modNotes">
        <pc:chgData name="Milinkovic, Slavisa" userId="d6b370cb-6124-4398-9dc6-02c08a49d401" providerId="ADAL" clId="{D1B54D77-0C79-4CEF-8F7E-12D5C22A82C4}" dt="2026-05-05T15:19:43.992" v="77" actId="26606"/>
        <pc:sldMkLst>
          <pc:docMk/>
          <pc:sldMk cId="0" sldId="301"/>
        </pc:sldMkLst>
        <pc:spChg chg="mod">
          <ac:chgData name="Milinkovic, Slavisa" userId="d6b370cb-6124-4398-9dc6-02c08a49d401" providerId="ADAL" clId="{D1B54D77-0C79-4CEF-8F7E-12D5C22A82C4}" dt="2026-05-05T14:24:56.265" v="72" actId="26606"/>
          <ac:spMkLst>
            <pc:docMk/>
            <pc:sldMk cId="0" sldId="301"/>
            <ac:spMk id="2" creationId="{00000000-0000-0000-0000-000000000000}"/>
          </ac:spMkLst>
        </pc:spChg>
        <pc:spChg chg="mod">
          <ac:chgData name="Milinkovic, Slavisa" userId="d6b370cb-6124-4398-9dc6-02c08a49d401" providerId="ADAL" clId="{D1B54D77-0C79-4CEF-8F7E-12D5C22A82C4}" dt="2026-05-05T14:24:56.265" v="72" actId="26606"/>
          <ac:spMkLst>
            <pc:docMk/>
            <pc:sldMk cId="0" sldId="301"/>
            <ac:spMk id="3" creationId="{00000000-0000-0000-0000-000000000000}"/>
          </ac:spMkLst>
        </pc:spChg>
        <pc:spChg chg="mod">
          <ac:chgData name="Milinkovic, Slavisa" userId="d6b370cb-6124-4398-9dc6-02c08a49d401" providerId="ADAL" clId="{D1B54D77-0C79-4CEF-8F7E-12D5C22A82C4}" dt="2026-05-05T14:20:17.010" v="71" actId="26606"/>
          <ac:spMkLst>
            <pc:docMk/>
            <pc:sldMk cId="0" sldId="301"/>
            <ac:spMk id="4" creationId="{00000000-0000-0000-0000-000000000000}"/>
          </ac:spMkLst>
        </pc:spChg>
        <pc:spChg chg="mod">
          <ac:chgData name="Milinkovic, Slavisa" userId="d6b370cb-6124-4398-9dc6-02c08a49d401" providerId="ADAL" clId="{D1B54D77-0C79-4CEF-8F7E-12D5C22A82C4}" dt="2026-05-05T14:24:56.265" v="72" actId="26606"/>
          <ac:spMkLst>
            <pc:docMk/>
            <pc:sldMk cId="0" sldId="301"/>
            <ac:spMk id="7" creationId="{00000000-0000-0000-0000-000000000000}"/>
          </ac:spMkLst>
        </pc:spChg>
        <pc:spChg chg="mod">
          <ac:chgData name="Milinkovic, Slavisa" userId="d6b370cb-6124-4398-9dc6-02c08a49d401" providerId="ADAL" clId="{D1B54D77-0C79-4CEF-8F7E-12D5C22A82C4}" dt="2026-05-05T14:24:56.265" v="72" actId="26606"/>
          <ac:spMkLst>
            <pc:docMk/>
            <pc:sldMk cId="0" sldId="301"/>
            <ac:spMk id="8" creationId="{00000000-0000-0000-0000-000000000000}"/>
          </ac:spMkLst>
        </pc:spChg>
        <pc:spChg chg="mod">
          <ac:chgData name="Milinkovic, Slavisa" userId="d6b370cb-6124-4398-9dc6-02c08a49d401" providerId="ADAL" clId="{D1B54D77-0C79-4CEF-8F7E-12D5C22A82C4}" dt="2026-05-05T15:19:43.992" v="77" actId="26606"/>
          <ac:spMkLst>
            <pc:docMk/>
            <pc:sldMk cId="0" sldId="301"/>
            <ac:spMk id="9" creationId="{00000000-0000-0000-0000-000000000000}"/>
          </ac:spMkLst>
        </pc:spChg>
        <pc:spChg chg="mod">
          <ac:chgData name="Milinkovic, Slavisa" userId="d6b370cb-6124-4398-9dc6-02c08a49d401" providerId="ADAL" clId="{D1B54D77-0C79-4CEF-8F7E-12D5C22A82C4}" dt="2026-05-05T14:20:17.010" v="71" actId="26606"/>
          <ac:spMkLst>
            <pc:docMk/>
            <pc:sldMk cId="0" sldId="301"/>
            <ac:spMk id="10" creationId="{00000000-0000-0000-0000-000000000000}"/>
          </ac:spMkLst>
        </pc:spChg>
        <pc:spChg chg="mod">
          <ac:chgData name="Milinkovic, Slavisa" userId="d6b370cb-6124-4398-9dc6-02c08a49d401" providerId="ADAL" clId="{D1B54D77-0C79-4CEF-8F7E-12D5C22A82C4}" dt="2026-05-05T14:20:17.010" v="71" actId="26606"/>
          <ac:spMkLst>
            <pc:docMk/>
            <pc:sldMk cId="0" sldId="301"/>
            <ac:spMk id="11" creationId="{00000000-0000-0000-0000-000000000000}"/>
          </ac:spMkLst>
        </pc:spChg>
        <pc:spChg chg="mod">
          <ac:chgData name="Milinkovic, Slavisa" userId="d6b370cb-6124-4398-9dc6-02c08a49d401" providerId="ADAL" clId="{D1B54D77-0C79-4CEF-8F7E-12D5C22A82C4}" dt="2026-05-05T14:24:56.265" v="72" actId="26606"/>
          <ac:spMkLst>
            <pc:docMk/>
            <pc:sldMk cId="0" sldId="301"/>
            <ac:spMk id="12" creationId="{00000000-0000-0000-0000-000000000000}"/>
          </ac:spMkLst>
        </pc:spChg>
        <pc:spChg chg="mod">
          <ac:chgData name="Milinkovic, Slavisa" userId="d6b370cb-6124-4398-9dc6-02c08a49d401" providerId="ADAL" clId="{D1B54D77-0C79-4CEF-8F7E-12D5C22A82C4}" dt="2026-05-05T14:24:56.265" v="72" actId="26606"/>
          <ac:spMkLst>
            <pc:docMk/>
            <pc:sldMk cId="0" sldId="301"/>
            <ac:spMk id="14" creationId="{00000000-0000-0000-0000-000000000000}"/>
          </ac:spMkLst>
        </pc:spChg>
        <pc:spChg chg="mod">
          <ac:chgData name="Milinkovic, Slavisa" userId="d6b370cb-6124-4398-9dc6-02c08a49d401" providerId="ADAL" clId="{D1B54D77-0C79-4CEF-8F7E-12D5C22A82C4}" dt="2026-05-05T14:20:17.010" v="71" actId="26606"/>
          <ac:spMkLst>
            <pc:docMk/>
            <pc:sldMk cId="0" sldId="301"/>
            <ac:spMk id="16" creationId="{00000000-0000-0000-0000-000000000000}"/>
          </ac:spMkLst>
        </pc:spChg>
        <pc:spChg chg="mod">
          <ac:chgData name="Milinkovic, Slavisa" userId="d6b370cb-6124-4398-9dc6-02c08a49d401" providerId="ADAL" clId="{D1B54D77-0C79-4CEF-8F7E-12D5C22A82C4}" dt="2026-05-05T14:20:17.010" v="71" actId="26606"/>
          <ac:spMkLst>
            <pc:docMk/>
            <pc:sldMk cId="0" sldId="301"/>
            <ac:spMk id="17" creationId="{00000000-0000-0000-0000-000000000000}"/>
          </ac:spMkLst>
        </pc:spChg>
        <pc:spChg chg="mod">
          <ac:chgData name="Milinkovic, Slavisa" userId="d6b370cb-6124-4398-9dc6-02c08a49d401" providerId="ADAL" clId="{D1B54D77-0C79-4CEF-8F7E-12D5C22A82C4}" dt="2026-05-05T14:20:17.010" v="71" actId="26606"/>
          <ac:spMkLst>
            <pc:docMk/>
            <pc:sldMk cId="0" sldId="301"/>
            <ac:spMk id="18" creationId="{00000000-0000-0000-0000-000000000000}"/>
          </ac:spMkLst>
        </pc:spChg>
        <pc:spChg chg="mod">
          <ac:chgData name="Milinkovic, Slavisa" userId="d6b370cb-6124-4398-9dc6-02c08a49d401" providerId="ADAL" clId="{D1B54D77-0C79-4CEF-8F7E-12D5C22A82C4}" dt="2026-05-05T14:24:56.265" v="72" actId="26606"/>
          <ac:spMkLst>
            <pc:docMk/>
            <pc:sldMk cId="0" sldId="301"/>
            <ac:spMk id="20" creationId="{00000000-0000-0000-0000-000000000000}"/>
          </ac:spMkLst>
        </pc:spChg>
        <pc:spChg chg="mod">
          <ac:chgData name="Milinkovic, Slavisa" userId="d6b370cb-6124-4398-9dc6-02c08a49d401" providerId="ADAL" clId="{D1B54D77-0C79-4CEF-8F7E-12D5C22A82C4}" dt="2026-05-05T14:24:56.265" v="72" actId="26606"/>
          <ac:spMkLst>
            <pc:docMk/>
            <pc:sldMk cId="0" sldId="301"/>
            <ac:spMk id="23" creationId="{00000000-0000-0000-0000-000000000000}"/>
          </ac:spMkLst>
        </pc:spChg>
        <pc:spChg chg="mod">
          <ac:chgData name="Milinkovic, Slavisa" userId="d6b370cb-6124-4398-9dc6-02c08a49d401" providerId="ADAL" clId="{D1B54D77-0C79-4CEF-8F7E-12D5C22A82C4}" dt="2026-05-05T14:24:56.265" v="72" actId="26606"/>
          <ac:spMkLst>
            <pc:docMk/>
            <pc:sldMk cId="0" sldId="301"/>
            <ac:spMk id="27" creationId="{00000000-0000-0000-0000-000000000000}"/>
          </ac:spMkLst>
        </pc:spChg>
      </pc:sldChg>
      <pc:sldChg chg="addSp modSp add mod setBg modNotes">
        <pc:chgData name="Milinkovic, Slavisa" userId="d6b370cb-6124-4398-9dc6-02c08a49d401" providerId="ADAL" clId="{D1B54D77-0C79-4CEF-8F7E-12D5C22A82C4}" dt="2026-05-05T15:19:43.992" v="77" actId="26606"/>
        <pc:sldMkLst>
          <pc:docMk/>
          <pc:sldMk cId="0" sldId="302"/>
        </pc:sldMkLst>
        <pc:spChg chg="mod">
          <ac:chgData name="Milinkovic, Slavisa" userId="d6b370cb-6124-4398-9dc6-02c08a49d401" providerId="ADAL" clId="{D1B54D77-0C79-4CEF-8F7E-12D5C22A82C4}" dt="2026-05-05T14:24:56.265" v="72" actId="26606"/>
          <ac:spMkLst>
            <pc:docMk/>
            <pc:sldMk cId="0" sldId="302"/>
            <ac:spMk id="2" creationId="{00000000-0000-0000-0000-000000000000}"/>
          </ac:spMkLst>
        </pc:spChg>
        <pc:spChg chg="mod">
          <ac:chgData name="Milinkovic, Slavisa" userId="d6b370cb-6124-4398-9dc6-02c08a49d401" providerId="ADAL" clId="{D1B54D77-0C79-4CEF-8F7E-12D5C22A82C4}" dt="2026-05-05T14:24:56.265" v="72" actId="26606"/>
          <ac:spMkLst>
            <pc:docMk/>
            <pc:sldMk cId="0" sldId="302"/>
            <ac:spMk id="4" creationId="{00000000-0000-0000-0000-000000000000}"/>
          </ac:spMkLst>
        </pc:spChg>
        <pc:spChg chg="mod">
          <ac:chgData name="Milinkovic, Slavisa" userId="d6b370cb-6124-4398-9dc6-02c08a49d401" providerId="ADAL" clId="{D1B54D77-0C79-4CEF-8F7E-12D5C22A82C4}" dt="2026-05-05T14:20:17.010" v="71" actId="26606"/>
          <ac:spMkLst>
            <pc:docMk/>
            <pc:sldMk cId="0" sldId="302"/>
            <ac:spMk id="6" creationId="{00000000-0000-0000-0000-000000000000}"/>
          </ac:spMkLst>
        </pc:spChg>
        <pc:spChg chg="mod">
          <ac:chgData name="Milinkovic, Slavisa" userId="d6b370cb-6124-4398-9dc6-02c08a49d401" providerId="ADAL" clId="{D1B54D77-0C79-4CEF-8F7E-12D5C22A82C4}" dt="2026-05-05T14:24:56.265" v="72" actId="26606"/>
          <ac:spMkLst>
            <pc:docMk/>
            <pc:sldMk cId="0" sldId="302"/>
            <ac:spMk id="7" creationId="{00000000-0000-0000-0000-000000000000}"/>
          </ac:spMkLst>
        </pc:spChg>
        <pc:spChg chg="mod">
          <ac:chgData name="Milinkovic, Slavisa" userId="d6b370cb-6124-4398-9dc6-02c08a49d401" providerId="ADAL" clId="{D1B54D77-0C79-4CEF-8F7E-12D5C22A82C4}" dt="2026-05-05T14:24:56.265" v="72" actId="26606"/>
          <ac:spMkLst>
            <pc:docMk/>
            <pc:sldMk cId="0" sldId="302"/>
            <ac:spMk id="8" creationId="{00000000-0000-0000-0000-000000000000}"/>
          </ac:spMkLst>
        </pc:spChg>
        <pc:spChg chg="mod">
          <ac:chgData name="Milinkovic, Slavisa" userId="d6b370cb-6124-4398-9dc6-02c08a49d401" providerId="ADAL" clId="{D1B54D77-0C79-4CEF-8F7E-12D5C22A82C4}" dt="2026-05-05T15:19:43.992" v="77" actId="26606"/>
          <ac:spMkLst>
            <pc:docMk/>
            <pc:sldMk cId="0" sldId="302"/>
            <ac:spMk id="9" creationId="{00000000-0000-0000-0000-000000000000}"/>
          </ac:spMkLst>
        </pc:spChg>
        <pc:spChg chg="mod">
          <ac:chgData name="Milinkovic, Slavisa" userId="d6b370cb-6124-4398-9dc6-02c08a49d401" providerId="ADAL" clId="{D1B54D77-0C79-4CEF-8F7E-12D5C22A82C4}" dt="2026-05-05T14:24:56.265" v="72" actId="26606"/>
          <ac:spMkLst>
            <pc:docMk/>
            <pc:sldMk cId="0" sldId="302"/>
            <ac:spMk id="11" creationId="{00000000-0000-0000-0000-000000000000}"/>
          </ac:spMkLst>
        </pc:spChg>
        <pc:spChg chg="mod">
          <ac:chgData name="Milinkovic, Slavisa" userId="d6b370cb-6124-4398-9dc6-02c08a49d401" providerId="ADAL" clId="{D1B54D77-0C79-4CEF-8F7E-12D5C22A82C4}" dt="2026-05-05T14:24:56.265" v="72" actId="26606"/>
          <ac:spMkLst>
            <pc:docMk/>
            <pc:sldMk cId="0" sldId="302"/>
            <ac:spMk id="12" creationId="{00000000-0000-0000-0000-000000000000}"/>
          </ac:spMkLst>
        </pc:spChg>
        <pc:spChg chg="mod">
          <ac:chgData name="Milinkovic, Slavisa" userId="d6b370cb-6124-4398-9dc6-02c08a49d401" providerId="ADAL" clId="{D1B54D77-0C79-4CEF-8F7E-12D5C22A82C4}" dt="2026-05-05T14:20:17.010" v="71" actId="26606"/>
          <ac:spMkLst>
            <pc:docMk/>
            <pc:sldMk cId="0" sldId="302"/>
            <ac:spMk id="13" creationId="{00000000-0000-0000-0000-000000000000}"/>
          </ac:spMkLst>
        </pc:spChg>
        <pc:spChg chg="mod">
          <ac:chgData name="Milinkovic, Slavisa" userId="d6b370cb-6124-4398-9dc6-02c08a49d401" providerId="ADAL" clId="{D1B54D77-0C79-4CEF-8F7E-12D5C22A82C4}" dt="2026-05-05T14:24:56.265" v="72" actId="26606"/>
          <ac:spMkLst>
            <pc:docMk/>
            <pc:sldMk cId="0" sldId="302"/>
            <ac:spMk id="15" creationId="{00000000-0000-0000-0000-000000000000}"/>
          </ac:spMkLst>
        </pc:spChg>
        <pc:spChg chg="mod">
          <ac:chgData name="Milinkovic, Slavisa" userId="d6b370cb-6124-4398-9dc6-02c08a49d401" providerId="ADAL" clId="{D1B54D77-0C79-4CEF-8F7E-12D5C22A82C4}" dt="2026-05-05T14:24:56.265" v="72" actId="26606"/>
          <ac:spMkLst>
            <pc:docMk/>
            <pc:sldMk cId="0" sldId="302"/>
            <ac:spMk id="16" creationId="{00000000-0000-0000-0000-000000000000}"/>
          </ac:spMkLst>
        </pc:spChg>
        <pc:spChg chg="mod">
          <ac:chgData name="Milinkovic, Slavisa" userId="d6b370cb-6124-4398-9dc6-02c08a49d401" providerId="ADAL" clId="{D1B54D77-0C79-4CEF-8F7E-12D5C22A82C4}" dt="2026-05-05T14:20:17.010" v="71" actId="26606"/>
          <ac:spMkLst>
            <pc:docMk/>
            <pc:sldMk cId="0" sldId="302"/>
            <ac:spMk id="18" creationId="{00000000-0000-0000-0000-000000000000}"/>
          </ac:spMkLst>
        </pc:spChg>
        <pc:spChg chg="mod">
          <ac:chgData name="Milinkovic, Slavisa" userId="d6b370cb-6124-4398-9dc6-02c08a49d401" providerId="ADAL" clId="{D1B54D77-0C79-4CEF-8F7E-12D5C22A82C4}" dt="2026-05-05T14:24:56.265" v="72" actId="26606"/>
          <ac:spMkLst>
            <pc:docMk/>
            <pc:sldMk cId="0" sldId="302"/>
            <ac:spMk id="19" creationId="{00000000-0000-0000-0000-000000000000}"/>
          </ac:spMkLst>
        </pc:spChg>
      </pc:sldChg>
      <pc:sldChg chg="addSp delSp modSp add mod setBg modNotes">
        <pc:chgData name="Milinkovic, Slavisa" userId="d6b370cb-6124-4398-9dc6-02c08a49d401" providerId="ADAL" clId="{D1B54D77-0C79-4CEF-8F7E-12D5C22A82C4}" dt="2026-05-05T15:19:43.992" v="77" actId="26606"/>
        <pc:sldMkLst>
          <pc:docMk/>
          <pc:sldMk cId="0" sldId="303"/>
        </pc:sldMkLst>
        <pc:spChg chg="mod">
          <ac:chgData name="Milinkovic, Slavisa" userId="d6b370cb-6124-4398-9dc6-02c08a49d401" providerId="ADAL" clId="{D1B54D77-0C79-4CEF-8F7E-12D5C22A82C4}" dt="2026-05-05T14:24:56.265" v="72" actId="26606"/>
          <ac:spMkLst>
            <pc:docMk/>
            <pc:sldMk cId="0" sldId="303"/>
            <ac:spMk id="2" creationId="{00000000-0000-0000-0000-000000000000}"/>
          </ac:spMkLst>
        </pc:spChg>
        <pc:spChg chg="mod">
          <ac:chgData name="Milinkovic, Slavisa" userId="d6b370cb-6124-4398-9dc6-02c08a49d401" providerId="ADAL" clId="{D1B54D77-0C79-4CEF-8F7E-12D5C22A82C4}" dt="2026-05-05T14:20:17.010" v="71" actId="26606"/>
          <ac:spMkLst>
            <pc:docMk/>
            <pc:sldMk cId="0" sldId="303"/>
            <ac:spMk id="5" creationId="{00000000-0000-0000-0000-000000000000}"/>
          </ac:spMkLst>
        </pc:spChg>
        <pc:spChg chg="mod">
          <ac:chgData name="Milinkovic, Slavisa" userId="d6b370cb-6124-4398-9dc6-02c08a49d401" providerId="ADAL" clId="{D1B54D77-0C79-4CEF-8F7E-12D5C22A82C4}" dt="2026-05-05T14:24:56.265" v="72" actId="26606"/>
          <ac:spMkLst>
            <pc:docMk/>
            <pc:sldMk cId="0" sldId="303"/>
            <ac:spMk id="6" creationId="{00000000-0000-0000-0000-000000000000}"/>
          </ac:spMkLst>
        </pc:spChg>
        <pc:spChg chg="mod">
          <ac:chgData name="Milinkovic, Slavisa" userId="d6b370cb-6124-4398-9dc6-02c08a49d401" providerId="ADAL" clId="{D1B54D77-0C79-4CEF-8F7E-12D5C22A82C4}" dt="2026-05-05T15:19:43.992" v="77" actId="26606"/>
          <ac:spMkLst>
            <pc:docMk/>
            <pc:sldMk cId="0" sldId="303"/>
            <ac:spMk id="9" creationId="{00000000-0000-0000-0000-000000000000}"/>
          </ac:spMkLst>
        </pc:spChg>
        <pc:spChg chg="mod">
          <ac:chgData name="Milinkovic, Slavisa" userId="d6b370cb-6124-4398-9dc6-02c08a49d401" providerId="ADAL" clId="{D1B54D77-0C79-4CEF-8F7E-12D5C22A82C4}" dt="2026-05-05T14:24:56.265" v="72" actId="26606"/>
          <ac:spMkLst>
            <pc:docMk/>
            <pc:sldMk cId="0" sldId="303"/>
            <ac:spMk id="11" creationId="{00000000-0000-0000-0000-000000000000}"/>
          </ac:spMkLst>
        </pc:spChg>
        <pc:spChg chg="mod">
          <ac:chgData name="Milinkovic, Slavisa" userId="d6b370cb-6124-4398-9dc6-02c08a49d401" providerId="ADAL" clId="{D1B54D77-0C79-4CEF-8F7E-12D5C22A82C4}" dt="2026-05-05T14:24:56.265" v="72" actId="26606"/>
          <ac:spMkLst>
            <pc:docMk/>
            <pc:sldMk cId="0" sldId="303"/>
            <ac:spMk id="12" creationId="{00000000-0000-0000-0000-000000000000}"/>
          </ac:spMkLst>
        </pc:spChg>
        <pc:spChg chg="mod">
          <ac:chgData name="Milinkovic, Slavisa" userId="d6b370cb-6124-4398-9dc6-02c08a49d401" providerId="ADAL" clId="{D1B54D77-0C79-4CEF-8F7E-12D5C22A82C4}" dt="2026-05-05T14:24:56.265" v="72" actId="26606"/>
          <ac:spMkLst>
            <pc:docMk/>
            <pc:sldMk cId="0" sldId="303"/>
            <ac:spMk id="13" creationId="{00000000-0000-0000-0000-000000000000}"/>
          </ac:spMkLst>
        </pc:spChg>
        <pc:spChg chg="mod">
          <ac:chgData name="Milinkovic, Slavisa" userId="d6b370cb-6124-4398-9dc6-02c08a49d401" providerId="ADAL" clId="{D1B54D77-0C79-4CEF-8F7E-12D5C22A82C4}" dt="2026-05-05T14:24:56.265" v="72" actId="26606"/>
          <ac:spMkLst>
            <pc:docMk/>
            <pc:sldMk cId="0" sldId="303"/>
            <ac:spMk id="16" creationId="{00000000-0000-0000-0000-000000000000}"/>
          </ac:spMkLst>
        </pc:spChg>
        <pc:spChg chg="mod">
          <ac:chgData name="Milinkovic, Slavisa" userId="d6b370cb-6124-4398-9dc6-02c08a49d401" providerId="ADAL" clId="{D1B54D77-0C79-4CEF-8F7E-12D5C22A82C4}" dt="2026-05-05T14:24:56.265" v="72" actId="26606"/>
          <ac:spMkLst>
            <pc:docMk/>
            <pc:sldMk cId="0" sldId="303"/>
            <ac:spMk id="17" creationId="{00000000-0000-0000-0000-000000000000}"/>
          </ac:spMkLst>
        </pc:spChg>
        <pc:spChg chg="mod">
          <ac:chgData name="Milinkovic, Slavisa" userId="d6b370cb-6124-4398-9dc6-02c08a49d401" providerId="ADAL" clId="{D1B54D77-0C79-4CEF-8F7E-12D5C22A82C4}" dt="2026-05-05T14:24:56.265" v="72" actId="26606"/>
          <ac:spMkLst>
            <pc:docMk/>
            <pc:sldMk cId="0" sldId="303"/>
            <ac:spMk id="18" creationId="{00000000-0000-0000-0000-000000000000}"/>
          </ac:spMkLst>
        </pc:spChg>
        <pc:spChg chg="mod">
          <ac:chgData name="Milinkovic, Slavisa" userId="d6b370cb-6124-4398-9dc6-02c08a49d401" providerId="ADAL" clId="{D1B54D77-0C79-4CEF-8F7E-12D5C22A82C4}" dt="2026-05-05T14:20:17.010" v="71" actId="26606"/>
          <ac:spMkLst>
            <pc:docMk/>
            <pc:sldMk cId="0" sldId="303"/>
            <ac:spMk id="21" creationId="{00000000-0000-0000-0000-000000000000}"/>
          </ac:spMkLst>
        </pc:spChg>
        <pc:spChg chg="mod">
          <ac:chgData name="Milinkovic, Slavisa" userId="d6b370cb-6124-4398-9dc6-02c08a49d401" providerId="ADAL" clId="{D1B54D77-0C79-4CEF-8F7E-12D5C22A82C4}" dt="2026-05-05T14:24:56.265" v="72" actId="26606"/>
          <ac:spMkLst>
            <pc:docMk/>
            <pc:sldMk cId="0" sldId="303"/>
            <ac:spMk id="28" creationId="{00000000-0000-0000-0000-000000000000}"/>
          </ac:spMkLst>
        </pc:spChg>
        <pc:spChg chg="del">
          <ac:chgData name="Milinkovic, Slavisa" userId="d6b370cb-6124-4398-9dc6-02c08a49d401" providerId="ADAL" clId="{D1B54D77-0C79-4CEF-8F7E-12D5C22A82C4}" dt="2026-05-05T14:20:17.010" v="71" actId="26606"/>
          <ac:spMkLst>
            <pc:docMk/>
            <pc:sldMk cId="0" sldId="303"/>
            <ac:spMk id="40" creationId="{00000000-0000-0000-0000-000000000000}"/>
          </ac:spMkLst>
        </pc:spChg>
        <pc:spChg chg="del">
          <ac:chgData name="Milinkovic, Slavisa" userId="d6b370cb-6124-4398-9dc6-02c08a49d401" providerId="ADAL" clId="{D1B54D77-0C79-4CEF-8F7E-12D5C22A82C4}" dt="2026-05-05T14:20:17.010" v="71" actId="26606"/>
          <ac:spMkLst>
            <pc:docMk/>
            <pc:sldMk cId="0" sldId="303"/>
            <ac:spMk id="57" creationId="{00000000-0000-0000-0000-000000000000}"/>
          </ac:spMkLst>
        </pc:spChg>
        <pc:spChg chg="del">
          <ac:chgData name="Milinkovic, Slavisa" userId="d6b370cb-6124-4398-9dc6-02c08a49d401" providerId="ADAL" clId="{D1B54D77-0C79-4CEF-8F7E-12D5C22A82C4}" dt="2026-05-05T14:20:17.010" v="71" actId="26606"/>
          <ac:spMkLst>
            <pc:docMk/>
            <pc:sldMk cId="0" sldId="303"/>
            <ac:spMk id="64" creationId="{00000000-0000-0000-0000-000000000000}"/>
          </ac:spMkLst>
        </pc:spChg>
        <pc:spChg chg="del">
          <ac:chgData name="Milinkovic, Slavisa" userId="d6b370cb-6124-4398-9dc6-02c08a49d401" providerId="ADAL" clId="{D1B54D77-0C79-4CEF-8F7E-12D5C22A82C4}" dt="2026-05-05T14:20:17.010" v="71" actId="26606"/>
          <ac:spMkLst>
            <pc:docMk/>
            <pc:sldMk cId="0" sldId="303"/>
            <ac:spMk id="67" creationId="{00000000-0000-0000-0000-000000000000}"/>
          </ac:spMkLst>
        </pc:spChg>
        <pc:spChg chg="del">
          <ac:chgData name="Milinkovic, Slavisa" userId="d6b370cb-6124-4398-9dc6-02c08a49d401" providerId="ADAL" clId="{D1B54D77-0C79-4CEF-8F7E-12D5C22A82C4}" dt="2026-05-05T14:20:17.010" v="71" actId="26606"/>
          <ac:spMkLst>
            <pc:docMk/>
            <pc:sldMk cId="0" sldId="303"/>
            <ac:spMk id="70" creationId="{00000000-0000-0000-0000-000000000000}"/>
          </ac:spMkLst>
        </pc:spChg>
        <pc:spChg chg="mod replId">
          <ac:chgData name="Milinkovic, Slavisa" userId="d6b370cb-6124-4398-9dc6-02c08a49d401" providerId="ADAL" clId="{D1B54D77-0C79-4CEF-8F7E-12D5C22A82C4}" dt="2026-05-05T14:20:16.116" v="70" actId="26606"/>
          <ac:spMkLst>
            <pc:docMk/>
            <pc:sldMk cId="0" sldId="303"/>
            <ac:spMk id="72" creationId="{00000000-0000-0000-0000-000000000000}"/>
          </ac:spMkLst>
        </pc:spChg>
      </pc:sldChg>
      <pc:sldChg chg="addSp delSp modSp add mod setBg modNotes">
        <pc:chgData name="Milinkovic, Slavisa" userId="d6b370cb-6124-4398-9dc6-02c08a49d401" providerId="ADAL" clId="{D1B54D77-0C79-4CEF-8F7E-12D5C22A82C4}" dt="2026-05-05T16:12:26.584" v="112" actId="26606"/>
        <pc:sldMkLst>
          <pc:docMk/>
          <pc:sldMk cId="0" sldId="304"/>
        </pc:sldMkLst>
        <pc:spChg chg="mod">
          <ac:chgData name="Milinkovic, Slavisa" userId="d6b370cb-6124-4398-9dc6-02c08a49d401" providerId="ADAL" clId="{D1B54D77-0C79-4CEF-8F7E-12D5C22A82C4}" dt="2026-05-05T15:47:56.847" v="86" actId="26606"/>
          <ac:spMkLst>
            <pc:docMk/>
            <pc:sldMk cId="0" sldId="304"/>
            <ac:spMk id="6" creationId="{00000000-0000-0000-0000-000000000000}"/>
          </ac:spMkLst>
        </pc:spChg>
        <pc:spChg chg="mod">
          <ac:chgData name="Milinkovic, Slavisa" userId="d6b370cb-6124-4398-9dc6-02c08a49d401" providerId="ADAL" clId="{D1B54D77-0C79-4CEF-8F7E-12D5C22A82C4}" dt="2026-05-05T15:47:56.847" v="86" actId="26606"/>
          <ac:spMkLst>
            <pc:docMk/>
            <pc:sldMk cId="0" sldId="304"/>
            <ac:spMk id="7" creationId="{00000000-0000-0000-0000-000000000000}"/>
          </ac:spMkLst>
        </pc:spChg>
        <pc:spChg chg="mod">
          <ac:chgData name="Milinkovic, Slavisa" userId="d6b370cb-6124-4398-9dc6-02c08a49d401" providerId="ADAL" clId="{D1B54D77-0C79-4CEF-8F7E-12D5C22A82C4}" dt="2026-05-05T15:19:43.992" v="77" actId="26606"/>
          <ac:spMkLst>
            <pc:docMk/>
            <pc:sldMk cId="0" sldId="304"/>
            <ac:spMk id="9" creationId="{00000000-0000-0000-0000-000000000000}"/>
          </ac:spMkLst>
        </pc:spChg>
        <pc:spChg chg="mod">
          <ac:chgData name="Milinkovic, Slavisa" userId="d6b370cb-6124-4398-9dc6-02c08a49d401" providerId="ADAL" clId="{D1B54D77-0C79-4CEF-8F7E-12D5C22A82C4}" dt="2026-05-05T14:24:56.265" v="72" actId="26606"/>
          <ac:spMkLst>
            <pc:docMk/>
            <pc:sldMk cId="0" sldId="304"/>
            <ac:spMk id="10" creationId="{00000000-0000-0000-0000-000000000000}"/>
          </ac:spMkLst>
        </pc:spChg>
        <pc:spChg chg="mod">
          <ac:chgData name="Milinkovic, Slavisa" userId="d6b370cb-6124-4398-9dc6-02c08a49d401" providerId="ADAL" clId="{D1B54D77-0C79-4CEF-8F7E-12D5C22A82C4}" dt="2026-05-05T15:47:56.847" v="86" actId="26606"/>
          <ac:spMkLst>
            <pc:docMk/>
            <pc:sldMk cId="0" sldId="304"/>
            <ac:spMk id="12" creationId="{00000000-0000-0000-0000-000000000000}"/>
          </ac:spMkLst>
        </pc:spChg>
        <pc:spChg chg="mod">
          <ac:chgData name="Milinkovic, Slavisa" userId="d6b370cb-6124-4398-9dc6-02c08a49d401" providerId="ADAL" clId="{D1B54D77-0C79-4CEF-8F7E-12D5C22A82C4}" dt="2026-05-05T15:47:56.847" v="86" actId="26606"/>
          <ac:spMkLst>
            <pc:docMk/>
            <pc:sldMk cId="0" sldId="304"/>
            <ac:spMk id="13" creationId="{00000000-0000-0000-0000-000000000000}"/>
          </ac:spMkLst>
        </pc:spChg>
        <pc:spChg chg="mod">
          <ac:chgData name="Milinkovic, Slavisa" userId="d6b370cb-6124-4398-9dc6-02c08a49d401" providerId="ADAL" clId="{D1B54D77-0C79-4CEF-8F7E-12D5C22A82C4}" dt="2026-05-05T15:47:56.847" v="86" actId="26606"/>
          <ac:spMkLst>
            <pc:docMk/>
            <pc:sldMk cId="0" sldId="304"/>
            <ac:spMk id="14" creationId="{00000000-0000-0000-0000-000000000000}"/>
          </ac:spMkLst>
        </pc:spChg>
        <pc:spChg chg="mod">
          <ac:chgData name="Milinkovic, Slavisa" userId="d6b370cb-6124-4398-9dc6-02c08a49d401" providerId="ADAL" clId="{D1B54D77-0C79-4CEF-8F7E-12D5C22A82C4}" dt="2026-05-05T15:47:56.847" v="86" actId="26606"/>
          <ac:spMkLst>
            <pc:docMk/>
            <pc:sldMk cId="0" sldId="304"/>
            <ac:spMk id="15" creationId="{00000000-0000-0000-0000-000000000000}"/>
          </ac:spMkLst>
        </pc:spChg>
        <pc:spChg chg="add del mod">
          <ac:chgData name="Milinkovic, Slavisa" userId="d6b370cb-6124-4398-9dc6-02c08a49d401" providerId="ADAL" clId="{D1B54D77-0C79-4CEF-8F7E-12D5C22A82C4}" dt="2026-05-05T16:03:33.634" v="111" actId="6549"/>
          <ac:spMkLst>
            <pc:docMk/>
            <pc:sldMk cId="0" sldId="304"/>
            <ac:spMk id="16" creationId="{00000000-0000-0000-0000-000000000000}"/>
          </ac:spMkLst>
        </pc:spChg>
        <pc:spChg chg="mod">
          <ac:chgData name="Milinkovic, Slavisa" userId="d6b370cb-6124-4398-9dc6-02c08a49d401" providerId="ADAL" clId="{D1B54D77-0C79-4CEF-8F7E-12D5C22A82C4}" dt="2026-05-05T14:24:56.265" v="72" actId="26606"/>
          <ac:spMkLst>
            <pc:docMk/>
            <pc:sldMk cId="0" sldId="304"/>
            <ac:spMk id="18" creationId="{00000000-0000-0000-0000-000000000000}"/>
          </ac:spMkLst>
        </pc:spChg>
        <pc:spChg chg="mod">
          <ac:chgData name="Milinkovic, Slavisa" userId="d6b370cb-6124-4398-9dc6-02c08a49d401" providerId="ADAL" clId="{D1B54D77-0C79-4CEF-8F7E-12D5C22A82C4}" dt="2026-05-05T16:03:25.179" v="103" actId="6549"/>
          <ac:spMkLst>
            <pc:docMk/>
            <pc:sldMk cId="0" sldId="304"/>
            <ac:spMk id="20" creationId="{00000000-0000-0000-0000-000000000000}"/>
          </ac:spMkLst>
        </pc:spChg>
        <pc:spChg chg="mod">
          <ac:chgData name="Milinkovic, Slavisa" userId="d6b370cb-6124-4398-9dc6-02c08a49d401" providerId="ADAL" clId="{D1B54D77-0C79-4CEF-8F7E-12D5C22A82C4}" dt="2026-05-05T14:24:56.265" v="72" actId="26606"/>
          <ac:spMkLst>
            <pc:docMk/>
            <pc:sldMk cId="0" sldId="304"/>
            <ac:spMk id="21" creationId="{00000000-0000-0000-0000-000000000000}"/>
          </ac:spMkLst>
        </pc:spChg>
        <pc:spChg chg="mod">
          <ac:chgData name="Milinkovic, Slavisa" userId="d6b370cb-6124-4398-9dc6-02c08a49d401" providerId="ADAL" clId="{D1B54D77-0C79-4CEF-8F7E-12D5C22A82C4}" dt="2026-05-05T14:24:56.265" v="72" actId="26606"/>
          <ac:spMkLst>
            <pc:docMk/>
            <pc:sldMk cId="0" sldId="304"/>
            <ac:spMk id="25" creationId="{00000000-0000-0000-0000-000000000000}"/>
          </ac:spMkLst>
        </pc:spChg>
        <pc:spChg chg="mod">
          <ac:chgData name="Milinkovic, Slavisa" userId="d6b370cb-6124-4398-9dc6-02c08a49d401" providerId="ADAL" clId="{D1B54D77-0C79-4CEF-8F7E-12D5C22A82C4}" dt="2026-05-05T14:24:56.265" v="72" actId="26606"/>
          <ac:spMkLst>
            <pc:docMk/>
            <pc:sldMk cId="0" sldId="304"/>
            <ac:spMk id="26" creationId="{00000000-0000-0000-0000-000000000000}"/>
          </ac:spMkLst>
        </pc:spChg>
        <pc:spChg chg="mod">
          <ac:chgData name="Milinkovic, Slavisa" userId="d6b370cb-6124-4398-9dc6-02c08a49d401" providerId="ADAL" clId="{D1B54D77-0C79-4CEF-8F7E-12D5C22A82C4}" dt="2026-05-05T15:47:56.847" v="86" actId="26606"/>
          <ac:spMkLst>
            <pc:docMk/>
            <pc:sldMk cId="0" sldId="304"/>
            <ac:spMk id="27" creationId="{00000000-0000-0000-0000-000000000000}"/>
          </ac:spMkLst>
        </pc:spChg>
        <pc:spChg chg="mod">
          <ac:chgData name="Milinkovic, Slavisa" userId="d6b370cb-6124-4398-9dc6-02c08a49d401" providerId="ADAL" clId="{D1B54D77-0C79-4CEF-8F7E-12D5C22A82C4}" dt="2026-05-05T15:47:56.847" v="86" actId="26606"/>
          <ac:spMkLst>
            <pc:docMk/>
            <pc:sldMk cId="0" sldId="304"/>
            <ac:spMk id="28" creationId="{00000000-0000-0000-0000-000000000000}"/>
          </ac:spMkLst>
        </pc:spChg>
        <pc:spChg chg="mod">
          <ac:chgData name="Milinkovic, Slavisa" userId="d6b370cb-6124-4398-9dc6-02c08a49d401" providerId="ADAL" clId="{D1B54D77-0C79-4CEF-8F7E-12D5C22A82C4}" dt="2026-05-05T15:47:56.847" v="86" actId="26606"/>
          <ac:spMkLst>
            <pc:docMk/>
            <pc:sldMk cId="0" sldId="304"/>
            <ac:spMk id="29" creationId="{00000000-0000-0000-0000-000000000000}"/>
          </ac:spMkLst>
        </pc:spChg>
        <pc:spChg chg="mod">
          <ac:chgData name="Milinkovic, Slavisa" userId="d6b370cb-6124-4398-9dc6-02c08a49d401" providerId="ADAL" clId="{D1B54D77-0C79-4CEF-8F7E-12D5C22A82C4}" dt="2026-05-05T14:24:56.265" v="72" actId="26606"/>
          <ac:spMkLst>
            <pc:docMk/>
            <pc:sldMk cId="0" sldId="304"/>
            <ac:spMk id="30" creationId="{00000000-0000-0000-0000-000000000000}"/>
          </ac:spMkLst>
        </pc:spChg>
        <pc:spChg chg="mod">
          <ac:chgData name="Milinkovic, Slavisa" userId="d6b370cb-6124-4398-9dc6-02c08a49d401" providerId="ADAL" clId="{D1B54D77-0C79-4CEF-8F7E-12D5C22A82C4}" dt="2026-05-05T15:47:56.847" v="86" actId="26606"/>
          <ac:spMkLst>
            <pc:docMk/>
            <pc:sldMk cId="0" sldId="304"/>
            <ac:spMk id="31" creationId="{00000000-0000-0000-0000-000000000000}"/>
          </ac:spMkLst>
        </pc:spChg>
      </pc:sldChg>
      <pc:sldChg chg="addSp modSp add mod setBg modNotes">
        <pc:chgData name="Milinkovic, Slavisa" userId="d6b370cb-6124-4398-9dc6-02c08a49d401" providerId="ADAL" clId="{D1B54D77-0C79-4CEF-8F7E-12D5C22A82C4}" dt="2026-05-05T15:19:43.992" v="77" actId="26606"/>
        <pc:sldMkLst>
          <pc:docMk/>
          <pc:sldMk cId="0" sldId="305"/>
        </pc:sldMkLst>
        <pc:spChg chg="mod">
          <ac:chgData name="Milinkovic, Slavisa" userId="d6b370cb-6124-4398-9dc6-02c08a49d401" providerId="ADAL" clId="{D1B54D77-0C79-4CEF-8F7E-12D5C22A82C4}" dt="2026-05-05T14:20:17.010" v="71" actId="26606"/>
          <ac:spMkLst>
            <pc:docMk/>
            <pc:sldMk cId="0" sldId="305"/>
            <ac:spMk id="7" creationId="{00000000-0000-0000-0000-000000000000}"/>
          </ac:spMkLst>
        </pc:spChg>
        <pc:spChg chg="mod">
          <ac:chgData name="Milinkovic, Slavisa" userId="d6b370cb-6124-4398-9dc6-02c08a49d401" providerId="ADAL" clId="{D1B54D77-0C79-4CEF-8F7E-12D5C22A82C4}" dt="2026-05-05T15:19:43.992" v="77" actId="26606"/>
          <ac:spMkLst>
            <pc:docMk/>
            <pc:sldMk cId="0" sldId="305"/>
            <ac:spMk id="9" creationId="{00000000-0000-0000-0000-000000000000}"/>
          </ac:spMkLst>
        </pc:spChg>
        <pc:spChg chg="mod">
          <ac:chgData name="Milinkovic, Slavisa" userId="d6b370cb-6124-4398-9dc6-02c08a49d401" providerId="ADAL" clId="{D1B54D77-0C79-4CEF-8F7E-12D5C22A82C4}" dt="2026-05-05T14:20:17.010" v="71" actId="26606"/>
          <ac:spMkLst>
            <pc:docMk/>
            <pc:sldMk cId="0" sldId="305"/>
            <ac:spMk id="11" creationId="{00000000-0000-0000-0000-000000000000}"/>
          </ac:spMkLst>
        </pc:spChg>
        <pc:spChg chg="mod">
          <ac:chgData name="Milinkovic, Slavisa" userId="d6b370cb-6124-4398-9dc6-02c08a49d401" providerId="ADAL" clId="{D1B54D77-0C79-4CEF-8F7E-12D5C22A82C4}" dt="2026-05-05T14:20:17.010" v="71" actId="26606"/>
          <ac:spMkLst>
            <pc:docMk/>
            <pc:sldMk cId="0" sldId="305"/>
            <ac:spMk id="13" creationId="{00000000-0000-0000-0000-000000000000}"/>
          </ac:spMkLst>
        </pc:spChg>
        <pc:spChg chg="mod">
          <ac:chgData name="Milinkovic, Slavisa" userId="d6b370cb-6124-4398-9dc6-02c08a49d401" providerId="ADAL" clId="{D1B54D77-0C79-4CEF-8F7E-12D5C22A82C4}" dt="2026-05-05T14:20:17.010" v="71" actId="26606"/>
          <ac:spMkLst>
            <pc:docMk/>
            <pc:sldMk cId="0" sldId="305"/>
            <ac:spMk id="15" creationId="{00000000-0000-0000-0000-000000000000}"/>
          </ac:spMkLst>
        </pc:spChg>
        <pc:spChg chg="mod">
          <ac:chgData name="Milinkovic, Slavisa" userId="d6b370cb-6124-4398-9dc6-02c08a49d401" providerId="ADAL" clId="{D1B54D77-0C79-4CEF-8F7E-12D5C22A82C4}" dt="2026-05-05T14:20:17.010" v="71" actId="26606"/>
          <ac:spMkLst>
            <pc:docMk/>
            <pc:sldMk cId="0" sldId="305"/>
            <ac:spMk id="17" creationId="{00000000-0000-0000-0000-000000000000}"/>
          </ac:spMkLst>
        </pc:spChg>
        <pc:spChg chg="mod">
          <ac:chgData name="Milinkovic, Slavisa" userId="d6b370cb-6124-4398-9dc6-02c08a49d401" providerId="ADAL" clId="{D1B54D77-0C79-4CEF-8F7E-12D5C22A82C4}" dt="2026-05-05T14:20:17.010" v="71" actId="26606"/>
          <ac:spMkLst>
            <pc:docMk/>
            <pc:sldMk cId="0" sldId="305"/>
            <ac:spMk id="19" creationId="{00000000-0000-0000-0000-000000000000}"/>
          </ac:spMkLst>
        </pc:spChg>
        <pc:spChg chg="mod">
          <ac:chgData name="Milinkovic, Slavisa" userId="d6b370cb-6124-4398-9dc6-02c08a49d401" providerId="ADAL" clId="{D1B54D77-0C79-4CEF-8F7E-12D5C22A82C4}" dt="2026-05-05T14:20:17.010" v="71" actId="26606"/>
          <ac:spMkLst>
            <pc:docMk/>
            <pc:sldMk cId="0" sldId="305"/>
            <ac:spMk id="23" creationId="{00000000-0000-0000-0000-000000000000}"/>
          </ac:spMkLst>
        </pc:spChg>
        <pc:spChg chg="add">
          <ac:chgData name="Milinkovic, Slavisa" userId="d6b370cb-6124-4398-9dc6-02c08a49d401" providerId="ADAL" clId="{D1B54D77-0C79-4CEF-8F7E-12D5C22A82C4}" dt="2026-05-05T14:20:17.010" v="71" actId="26606"/>
          <ac:spMkLst>
            <pc:docMk/>
            <pc:sldMk cId="0" sldId="305"/>
            <ac:spMk id="32" creationId="{00000000-0000-0000-0000-000000000000}"/>
          </ac:spMkLst>
        </pc:spChg>
        <pc:spChg chg="add">
          <ac:chgData name="Milinkovic, Slavisa" userId="d6b370cb-6124-4398-9dc6-02c08a49d401" providerId="ADAL" clId="{D1B54D77-0C79-4CEF-8F7E-12D5C22A82C4}" dt="2026-05-05T14:20:17.010" v="71" actId="26606"/>
          <ac:spMkLst>
            <pc:docMk/>
            <pc:sldMk cId="0" sldId="305"/>
            <ac:spMk id="33" creationId="{00000000-0000-0000-0000-000000000000}"/>
          </ac:spMkLst>
        </pc:spChg>
      </pc:sldChg>
      <pc:sldChg chg="addSp modSp add del mod setBg modNotes">
        <pc:chgData name="Milinkovic, Slavisa" userId="d6b370cb-6124-4398-9dc6-02c08a49d401" providerId="ADAL" clId="{D1B54D77-0C79-4CEF-8F7E-12D5C22A82C4}" dt="2026-05-05T15:19:43.992" v="77" actId="26606"/>
        <pc:sldMkLst>
          <pc:docMk/>
          <pc:sldMk cId="0" sldId="306"/>
        </pc:sldMkLst>
        <pc:spChg chg="mod">
          <ac:chgData name="Milinkovic, Slavisa" userId="d6b370cb-6124-4398-9dc6-02c08a49d401" providerId="ADAL" clId="{D1B54D77-0C79-4CEF-8F7E-12D5C22A82C4}" dt="2026-05-05T14:20:17.010" v="71" actId="26606"/>
          <ac:spMkLst>
            <pc:docMk/>
            <pc:sldMk cId="0" sldId="306"/>
            <ac:spMk id="2" creationId="{00000000-0000-0000-0000-000000000000}"/>
          </ac:spMkLst>
        </pc:spChg>
        <pc:spChg chg="mod">
          <ac:chgData name="Milinkovic, Slavisa" userId="d6b370cb-6124-4398-9dc6-02c08a49d401" providerId="ADAL" clId="{D1B54D77-0C79-4CEF-8F7E-12D5C22A82C4}" dt="2026-05-05T14:20:17.010" v="71" actId="26606"/>
          <ac:spMkLst>
            <pc:docMk/>
            <pc:sldMk cId="0" sldId="306"/>
            <ac:spMk id="3" creationId="{00000000-0000-0000-0000-000000000000}"/>
          </ac:spMkLst>
        </pc:spChg>
        <pc:spChg chg="mod">
          <ac:chgData name="Milinkovic, Slavisa" userId="d6b370cb-6124-4398-9dc6-02c08a49d401" providerId="ADAL" clId="{D1B54D77-0C79-4CEF-8F7E-12D5C22A82C4}" dt="2026-05-05T14:20:17.010" v="71" actId="26606"/>
          <ac:spMkLst>
            <pc:docMk/>
            <pc:sldMk cId="0" sldId="306"/>
            <ac:spMk id="4" creationId="{00000000-0000-0000-0000-000000000000}"/>
          </ac:spMkLst>
        </pc:spChg>
        <pc:spChg chg="mod">
          <ac:chgData name="Milinkovic, Slavisa" userId="d6b370cb-6124-4398-9dc6-02c08a49d401" providerId="ADAL" clId="{D1B54D77-0C79-4CEF-8F7E-12D5C22A82C4}" dt="2026-05-05T14:20:17.010" v="71" actId="26606"/>
          <ac:spMkLst>
            <pc:docMk/>
            <pc:sldMk cId="0" sldId="306"/>
            <ac:spMk id="5" creationId="{00000000-0000-0000-0000-000000000000}"/>
          </ac:spMkLst>
        </pc:spChg>
        <pc:spChg chg="mod">
          <ac:chgData name="Milinkovic, Slavisa" userId="d6b370cb-6124-4398-9dc6-02c08a49d401" providerId="ADAL" clId="{D1B54D77-0C79-4CEF-8F7E-12D5C22A82C4}" dt="2026-05-05T14:20:17.010" v="71" actId="26606"/>
          <ac:spMkLst>
            <pc:docMk/>
            <pc:sldMk cId="0" sldId="306"/>
            <ac:spMk id="8" creationId="{00000000-0000-0000-0000-000000000000}"/>
          </ac:spMkLst>
        </pc:spChg>
        <pc:spChg chg="mod">
          <ac:chgData name="Milinkovic, Slavisa" userId="d6b370cb-6124-4398-9dc6-02c08a49d401" providerId="ADAL" clId="{D1B54D77-0C79-4CEF-8F7E-12D5C22A82C4}" dt="2026-05-05T15:11:03.547" v="76" actId="26606"/>
          <ac:spMkLst>
            <pc:docMk/>
            <pc:sldMk cId="0" sldId="306"/>
            <ac:spMk id="9" creationId="{00000000-0000-0000-0000-000000000000}"/>
          </ac:spMkLst>
        </pc:spChg>
        <pc:spChg chg="mod">
          <ac:chgData name="Milinkovic, Slavisa" userId="d6b370cb-6124-4398-9dc6-02c08a49d401" providerId="ADAL" clId="{D1B54D77-0C79-4CEF-8F7E-12D5C22A82C4}" dt="2026-05-05T14:20:17.010" v="71" actId="26606"/>
          <ac:spMkLst>
            <pc:docMk/>
            <pc:sldMk cId="0" sldId="306"/>
            <ac:spMk id="11" creationId="{00000000-0000-0000-0000-000000000000}"/>
          </ac:spMkLst>
        </pc:spChg>
        <pc:spChg chg="add">
          <ac:chgData name="Milinkovic, Slavisa" userId="d6b370cb-6124-4398-9dc6-02c08a49d401" providerId="ADAL" clId="{D1B54D77-0C79-4CEF-8F7E-12D5C22A82C4}" dt="2026-05-05T14:20:17.010" v="71" actId="26606"/>
          <ac:spMkLst>
            <pc:docMk/>
            <pc:sldMk cId="0" sldId="306"/>
            <ac:spMk id="13" creationId="{00000000-0000-0000-0000-000000000000}"/>
          </ac:spMkLst>
        </pc:spChg>
        <pc:spChg chg="add">
          <ac:chgData name="Milinkovic, Slavisa" userId="d6b370cb-6124-4398-9dc6-02c08a49d401" providerId="ADAL" clId="{D1B54D77-0C79-4CEF-8F7E-12D5C22A82C4}" dt="2026-05-05T14:20:17.010" v="71" actId="26606"/>
          <ac:spMkLst>
            <pc:docMk/>
            <pc:sldMk cId="0" sldId="306"/>
            <ac:spMk id="15" creationId="{00000000-0000-0000-0000-000000000000}"/>
          </ac:spMkLst>
        </pc:spChg>
        <pc:spChg chg="add">
          <ac:chgData name="Milinkovic, Slavisa" userId="d6b370cb-6124-4398-9dc6-02c08a49d401" providerId="ADAL" clId="{D1B54D77-0C79-4CEF-8F7E-12D5C22A82C4}" dt="2026-05-05T14:20:17.010" v="71" actId="26606"/>
          <ac:spMkLst>
            <pc:docMk/>
            <pc:sldMk cId="0" sldId="306"/>
            <ac:spMk id="16" creationId="{00000000-0000-0000-0000-000000000000}"/>
          </ac:spMkLst>
        </pc:spChg>
        <pc:spChg chg="add">
          <ac:chgData name="Milinkovic, Slavisa" userId="d6b370cb-6124-4398-9dc6-02c08a49d401" providerId="ADAL" clId="{D1B54D77-0C79-4CEF-8F7E-12D5C22A82C4}" dt="2026-05-05T14:20:17.010" v="71" actId="26606"/>
          <ac:spMkLst>
            <pc:docMk/>
            <pc:sldMk cId="0" sldId="306"/>
            <ac:spMk id="17" creationId="{00000000-0000-0000-0000-000000000000}"/>
          </ac:spMkLst>
        </pc:spChg>
      </pc:sldChg>
      <pc:sldChg chg="addSp modSp add del mod ord setBg modNotes">
        <pc:chgData name="Milinkovic, Slavisa" userId="d6b370cb-6124-4398-9dc6-02c08a49d401" providerId="ADAL" clId="{D1B54D77-0C79-4CEF-8F7E-12D5C22A82C4}" dt="2026-05-05T16:12:26.584" v="112" actId="26606"/>
        <pc:sldMkLst>
          <pc:docMk/>
          <pc:sldMk cId="0" sldId="307"/>
        </pc:sldMkLst>
        <pc:spChg chg="mod">
          <ac:chgData name="Milinkovic, Slavisa" userId="d6b370cb-6124-4398-9dc6-02c08a49d401" providerId="ADAL" clId="{D1B54D77-0C79-4CEF-8F7E-12D5C22A82C4}" dt="2026-05-05T14:20:17.010" v="71" actId="26606"/>
          <ac:spMkLst>
            <pc:docMk/>
            <pc:sldMk cId="0" sldId="307"/>
            <ac:spMk id="3" creationId="{00000000-0000-0000-0000-000000000000}"/>
          </ac:spMkLst>
        </pc:spChg>
        <pc:spChg chg="mod">
          <ac:chgData name="Milinkovic, Slavisa" userId="d6b370cb-6124-4398-9dc6-02c08a49d401" providerId="ADAL" clId="{D1B54D77-0C79-4CEF-8F7E-12D5C22A82C4}" dt="2026-05-05T14:20:17.010" v="71" actId="26606"/>
          <ac:spMkLst>
            <pc:docMk/>
            <pc:sldMk cId="0" sldId="307"/>
            <ac:spMk id="6" creationId="{00000000-0000-0000-0000-000000000000}"/>
          </ac:spMkLst>
        </pc:spChg>
        <pc:spChg chg="mod">
          <ac:chgData name="Milinkovic, Slavisa" userId="d6b370cb-6124-4398-9dc6-02c08a49d401" providerId="ADAL" clId="{D1B54D77-0C79-4CEF-8F7E-12D5C22A82C4}" dt="2026-05-05T15:25:02.317" v="78" actId="26606"/>
          <ac:spMkLst>
            <pc:docMk/>
            <pc:sldMk cId="0" sldId="307"/>
            <ac:spMk id="9" creationId="{00000000-0000-0000-0000-000000000000}"/>
          </ac:spMkLst>
        </pc:spChg>
        <pc:spChg chg="mod">
          <ac:chgData name="Milinkovic, Slavisa" userId="d6b370cb-6124-4398-9dc6-02c08a49d401" providerId="ADAL" clId="{D1B54D77-0C79-4CEF-8F7E-12D5C22A82C4}" dt="2026-05-05T15:25:02.317" v="78" actId="26606"/>
          <ac:spMkLst>
            <pc:docMk/>
            <pc:sldMk cId="0" sldId="307"/>
            <ac:spMk id="13" creationId="{00000000-0000-0000-0000-000000000000}"/>
          </ac:spMkLst>
        </pc:spChg>
        <pc:spChg chg="mod">
          <ac:chgData name="Milinkovic, Slavisa" userId="d6b370cb-6124-4398-9dc6-02c08a49d401" providerId="ADAL" clId="{D1B54D77-0C79-4CEF-8F7E-12D5C22A82C4}" dt="2026-05-05T15:25:02.317" v="78" actId="26606"/>
          <ac:spMkLst>
            <pc:docMk/>
            <pc:sldMk cId="0" sldId="307"/>
            <ac:spMk id="18" creationId="{00000000-0000-0000-0000-000000000000}"/>
          </ac:spMkLst>
        </pc:spChg>
        <pc:spChg chg="mod">
          <ac:chgData name="Milinkovic, Slavisa" userId="d6b370cb-6124-4398-9dc6-02c08a49d401" providerId="ADAL" clId="{D1B54D77-0C79-4CEF-8F7E-12D5C22A82C4}" dt="2026-05-05T15:25:02.317" v="78" actId="26606"/>
          <ac:spMkLst>
            <pc:docMk/>
            <pc:sldMk cId="0" sldId="307"/>
            <ac:spMk id="29" creationId="{00000000-0000-0000-0000-000000000000}"/>
          </ac:spMkLst>
        </pc:spChg>
        <pc:spChg chg="mod">
          <ac:chgData name="Milinkovic, Slavisa" userId="d6b370cb-6124-4398-9dc6-02c08a49d401" providerId="ADAL" clId="{D1B54D77-0C79-4CEF-8F7E-12D5C22A82C4}" dt="2026-05-05T15:25:02.317" v="78" actId="26606"/>
          <ac:spMkLst>
            <pc:docMk/>
            <pc:sldMk cId="0" sldId="307"/>
            <ac:spMk id="30" creationId="{00000000-0000-0000-0000-000000000000}"/>
          </ac:spMkLst>
        </pc:spChg>
        <pc:spChg chg="add mod">
          <ac:chgData name="Milinkovic, Slavisa" userId="d6b370cb-6124-4398-9dc6-02c08a49d401" providerId="ADAL" clId="{D1B54D77-0C79-4CEF-8F7E-12D5C22A82C4}" dt="2026-05-05T15:25:02.317" v="78" actId="26606"/>
          <ac:spMkLst>
            <pc:docMk/>
            <pc:sldMk cId="0" sldId="307"/>
            <ac:spMk id="37" creationId="{00000000-0000-0000-0000-000000000000}"/>
          </ac:spMkLst>
        </pc:spChg>
        <pc:spChg chg="add mod">
          <ac:chgData name="Milinkovic, Slavisa" userId="d6b370cb-6124-4398-9dc6-02c08a49d401" providerId="ADAL" clId="{D1B54D77-0C79-4CEF-8F7E-12D5C22A82C4}" dt="2026-05-05T15:25:02.317" v="78" actId="26606"/>
          <ac:spMkLst>
            <pc:docMk/>
            <pc:sldMk cId="0" sldId="307"/>
            <ac:spMk id="46" creationId="{00000000-0000-0000-0000-000000000000}"/>
          </ac:spMkLst>
        </pc:spChg>
        <pc:spChg chg="add mod">
          <ac:chgData name="Milinkovic, Slavisa" userId="d6b370cb-6124-4398-9dc6-02c08a49d401" providerId="ADAL" clId="{D1B54D77-0C79-4CEF-8F7E-12D5C22A82C4}" dt="2026-05-05T15:25:02.317" v="78" actId="26606"/>
          <ac:spMkLst>
            <pc:docMk/>
            <pc:sldMk cId="0" sldId="307"/>
            <ac:spMk id="51" creationId="{00000000-0000-0000-0000-000000000000}"/>
          </ac:spMkLst>
        </pc:spChg>
        <pc:spChg chg="add mod">
          <ac:chgData name="Milinkovic, Slavisa" userId="d6b370cb-6124-4398-9dc6-02c08a49d401" providerId="ADAL" clId="{D1B54D77-0C79-4CEF-8F7E-12D5C22A82C4}" dt="2026-05-05T15:25:02.317" v="78" actId="26606"/>
          <ac:spMkLst>
            <pc:docMk/>
            <pc:sldMk cId="0" sldId="307"/>
            <ac:spMk id="54" creationId="{00000000-0000-0000-0000-000000000000}"/>
          </ac:spMkLst>
        </pc:spChg>
        <pc:spChg chg="add">
          <ac:chgData name="Milinkovic, Slavisa" userId="d6b370cb-6124-4398-9dc6-02c08a49d401" providerId="ADAL" clId="{D1B54D77-0C79-4CEF-8F7E-12D5C22A82C4}" dt="2026-05-05T15:25:02.317" v="78" actId="26606"/>
          <ac:spMkLst>
            <pc:docMk/>
            <pc:sldMk cId="0" sldId="307"/>
            <ac:spMk id="58" creationId="{00000000-0000-0000-0000-000000000000}"/>
          </ac:spMkLst>
        </pc:spChg>
      </pc:sldChg>
      <pc:sldChg chg="addSp modSp add mod ord setBg modNotes">
        <pc:chgData name="Milinkovic, Slavisa" userId="d6b370cb-6124-4398-9dc6-02c08a49d401" providerId="ADAL" clId="{D1B54D77-0C79-4CEF-8F7E-12D5C22A82C4}" dt="2026-05-05T16:12:26.584" v="112" actId="26606"/>
        <pc:sldMkLst>
          <pc:docMk/>
          <pc:sldMk cId="0" sldId="308"/>
        </pc:sldMkLst>
        <pc:spChg chg="mod">
          <ac:chgData name="Milinkovic, Slavisa" userId="d6b370cb-6124-4398-9dc6-02c08a49d401" providerId="ADAL" clId="{D1B54D77-0C79-4CEF-8F7E-12D5C22A82C4}" dt="2026-05-05T15:11:03.547" v="76" actId="26606"/>
          <ac:spMkLst>
            <pc:docMk/>
            <pc:sldMk cId="0" sldId="308"/>
            <ac:spMk id="4" creationId="{00000000-0000-0000-0000-000000000000}"/>
          </ac:spMkLst>
        </pc:spChg>
        <pc:spChg chg="mod">
          <ac:chgData name="Milinkovic, Slavisa" userId="d6b370cb-6124-4398-9dc6-02c08a49d401" providerId="ADAL" clId="{D1B54D77-0C79-4CEF-8F7E-12D5C22A82C4}" dt="2026-05-05T15:11:03.547" v="76" actId="26606"/>
          <ac:spMkLst>
            <pc:docMk/>
            <pc:sldMk cId="0" sldId="308"/>
            <ac:spMk id="5" creationId="{00000000-0000-0000-0000-000000000000}"/>
          </ac:spMkLst>
        </pc:spChg>
        <pc:spChg chg="mod">
          <ac:chgData name="Milinkovic, Slavisa" userId="d6b370cb-6124-4398-9dc6-02c08a49d401" providerId="ADAL" clId="{D1B54D77-0C79-4CEF-8F7E-12D5C22A82C4}" dt="2026-05-05T15:19:43.992" v="77" actId="26606"/>
          <ac:spMkLst>
            <pc:docMk/>
            <pc:sldMk cId="0" sldId="308"/>
            <ac:spMk id="9" creationId="{00000000-0000-0000-0000-000000000000}"/>
          </ac:spMkLst>
        </pc:spChg>
        <pc:spChg chg="mod">
          <ac:chgData name="Milinkovic, Slavisa" userId="d6b370cb-6124-4398-9dc6-02c08a49d401" providerId="ADAL" clId="{D1B54D77-0C79-4CEF-8F7E-12D5C22A82C4}" dt="2026-05-05T15:25:02.317" v="78" actId="26606"/>
          <ac:spMkLst>
            <pc:docMk/>
            <pc:sldMk cId="0" sldId="308"/>
            <ac:spMk id="16" creationId="{00000000-0000-0000-0000-000000000000}"/>
          </ac:spMkLst>
        </pc:spChg>
        <pc:spChg chg="mod">
          <ac:chgData name="Milinkovic, Slavisa" userId="d6b370cb-6124-4398-9dc6-02c08a49d401" providerId="ADAL" clId="{D1B54D77-0C79-4CEF-8F7E-12D5C22A82C4}" dt="2026-05-05T15:25:02.317" v="78" actId="26606"/>
          <ac:spMkLst>
            <pc:docMk/>
            <pc:sldMk cId="0" sldId="308"/>
            <ac:spMk id="17" creationId="{00000000-0000-0000-0000-000000000000}"/>
          </ac:spMkLst>
        </pc:spChg>
        <pc:spChg chg="mod">
          <ac:chgData name="Milinkovic, Slavisa" userId="d6b370cb-6124-4398-9dc6-02c08a49d401" providerId="ADAL" clId="{D1B54D77-0C79-4CEF-8F7E-12D5C22A82C4}" dt="2026-05-05T15:25:02.317" v="78" actId="26606"/>
          <ac:spMkLst>
            <pc:docMk/>
            <pc:sldMk cId="0" sldId="308"/>
            <ac:spMk id="20" creationId="{00000000-0000-0000-0000-000000000000}"/>
          </ac:spMkLst>
        </pc:spChg>
        <pc:spChg chg="mod">
          <ac:chgData name="Milinkovic, Slavisa" userId="d6b370cb-6124-4398-9dc6-02c08a49d401" providerId="ADAL" clId="{D1B54D77-0C79-4CEF-8F7E-12D5C22A82C4}" dt="2026-05-05T15:25:02.317" v="78" actId="26606"/>
          <ac:spMkLst>
            <pc:docMk/>
            <pc:sldMk cId="0" sldId="308"/>
            <ac:spMk id="22" creationId="{00000000-0000-0000-0000-000000000000}"/>
          </ac:spMkLst>
        </pc:spChg>
        <pc:spChg chg="mod">
          <ac:chgData name="Milinkovic, Slavisa" userId="d6b370cb-6124-4398-9dc6-02c08a49d401" providerId="ADAL" clId="{D1B54D77-0C79-4CEF-8F7E-12D5C22A82C4}" dt="2026-05-05T15:25:02.317" v="78" actId="26606"/>
          <ac:spMkLst>
            <pc:docMk/>
            <pc:sldMk cId="0" sldId="308"/>
            <ac:spMk id="23" creationId="{00000000-0000-0000-0000-000000000000}"/>
          </ac:spMkLst>
        </pc:spChg>
        <pc:spChg chg="mod">
          <ac:chgData name="Milinkovic, Slavisa" userId="d6b370cb-6124-4398-9dc6-02c08a49d401" providerId="ADAL" clId="{D1B54D77-0C79-4CEF-8F7E-12D5C22A82C4}" dt="2026-05-05T15:25:02.317" v="78" actId="26606"/>
          <ac:spMkLst>
            <pc:docMk/>
            <pc:sldMk cId="0" sldId="308"/>
            <ac:spMk id="24" creationId="{00000000-0000-0000-0000-000000000000}"/>
          </ac:spMkLst>
        </pc:spChg>
        <pc:spChg chg="mod">
          <ac:chgData name="Milinkovic, Slavisa" userId="d6b370cb-6124-4398-9dc6-02c08a49d401" providerId="ADAL" clId="{D1B54D77-0C79-4CEF-8F7E-12D5C22A82C4}" dt="2026-05-05T14:20:17.010" v="71" actId="26606"/>
          <ac:spMkLst>
            <pc:docMk/>
            <pc:sldMk cId="0" sldId="308"/>
            <ac:spMk id="36" creationId="{00000000-0000-0000-0000-000000000000}"/>
          </ac:spMkLst>
        </pc:spChg>
        <pc:spChg chg="mod">
          <ac:chgData name="Milinkovic, Slavisa" userId="d6b370cb-6124-4398-9dc6-02c08a49d401" providerId="ADAL" clId="{D1B54D77-0C79-4CEF-8F7E-12D5C22A82C4}" dt="2026-05-05T15:25:02.317" v="78" actId="26606"/>
          <ac:spMkLst>
            <pc:docMk/>
            <pc:sldMk cId="0" sldId="308"/>
            <ac:spMk id="40" creationId="{00000000-0000-0000-0000-000000000000}"/>
          </ac:spMkLst>
        </pc:spChg>
        <pc:spChg chg="mod">
          <ac:chgData name="Milinkovic, Slavisa" userId="d6b370cb-6124-4398-9dc6-02c08a49d401" providerId="ADAL" clId="{D1B54D77-0C79-4CEF-8F7E-12D5C22A82C4}" dt="2026-05-05T15:25:02.317" v="78" actId="26606"/>
          <ac:spMkLst>
            <pc:docMk/>
            <pc:sldMk cId="0" sldId="308"/>
            <ac:spMk id="42" creationId="{00000000-0000-0000-0000-000000000000}"/>
          </ac:spMkLst>
        </pc:spChg>
        <pc:spChg chg="add mod">
          <ac:chgData name="Milinkovic, Slavisa" userId="d6b370cb-6124-4398-9dc6-02c08a49d401" providerId="ADAL" clId="{D1B54D77-0C79-4CEF-8F7E-12D5C22A82C4}" dt="2026-05-05T15:25:02.317" v="78" actId="26606"/>
          <ac:spMkLst>
            <pc:docMk/>
            <pc:sldMk cId="0" sldId="308"/>
            <ac:spMk id="49" creationId="{00000000-0000-0000-0000-000000000000}"/>
          </ac:spMkLst>
        </pc:spChg>
        <pc:spChg chg="add">
          <ac:chgData name="Milinkovic, Slavisa" userId="d6b370cb-6124-4398-9dc6-02c08a49d401" providerId="ADAL" clId="{D1B54D77-0C79-4CEF-8F7E-12D5C22A82C4}" dt="2026-05-05T15:25:02.317" v="78" actId="26606"/>
          <ac:spMkLst>
            <pc:docMk/>
            <pc:sldMk cId="0" sldId="308"/>
            <ac:spMk id="54" creationId="{00000000-0000-0000-0000-000000000000}"/>
          </ac:spMkLst>
        </pc:spChg>
      </pc:sldChg>
      <pc:sldChg chg="addSp modSp add mod ord setBg modNotes">
        <pc:chgData name="Milinkovic, Slavisa" userId="d6b370cb-6124-4398-9dc6-02c08a49d401" providerId="ADAL" clId="{D1B54D77-0C79-4CEF-8F7E-12D5C22A82C4}" dt="2026-05-05T15:19:43.992" v="77" actId="26606"/>
        <pc:sldMkLst>
          <pc:docMk/>
          <pc:sldMk cId="0" sldId="309"/>
        </pc:sldMkLst>
        <pc:spChg chg="mod">
          <ac:chgData name="Milinkovic, Slavisa" userId="d6b370cb-6124-4398-9dc6-02c08a49d401" providerId="ADAL" clId="{D1B54D77-0C79-4CEF-8F7E-12D5C22A82C4}" dt="2026-05-05T14:20:17.010" v="71" actId="26606"/>
          <ac:spMkLst>
            <pc:docMk/>
            <pc:sldMk cId="0" sldId="309"/>
            <ac:spMk id="3" creationId="{00000000-0000-0000-0000-000000000000}"/>
          </ac:spMkLst>
        </pc:spChg>
        <pc:spChg chg="mod">
          <ac:chgData name="Milinkovic, Slavisa" userId="d6b370cb-6124-4398-9dc6-02c08a49d401" providerId="ADAL" clId="{D1B54D77-0C79-4CEF-8F7E-12D5C22A82C4}" dt="2026-05-05T15:19:43.992" v="77" actId="26606"/>
          <ac:spMkLst>
            <pc:docMk/>
            <pc:sldMk cId="0" sldId="309"/>
            <ac:spMk id="9" creationId="{00000000-0000-0000-0000-000000000000}"/>
          </ac:spMkLst>
        </pc:spChg>
        <pc:spChg chg="mod">
          <ac:chgData name="Milinkovic, Slavisa" userId="d6b370cb-6124-4398-9dc6-02c08a49d401" providerId="ADAL" clId="{D1B54D77-0C79-4CEF-8F7E-12D5C22A82C4}" dt="2026-05-05T14:20:17.010" v="71" actId="26606"/>
          <ac:spMkLst>
            <pc:docMk/>
            <pc:sldMk cId="0" sldId="309"/>
            <ac:spMk id="11" creationId="{00000000-0000-0000-0000-000000000000}"/>
          </ac:spMkLst>
        </pc:spChg>
        <pc:spChg chg="mod">
          <ac:chgData name="Milinkovic, Slavisa" userId="d6b370cb-6124-4398-9dc6-02c08a49d401" providerId="ADAL" clId="{D1B54D77-0C79-4CEF-8F7E-12D5C22A82C4}" dt="2026-05-05T14:20:17.010" v="71" actId="26606"/>
          <ac:spMkLst>
            <pc:docMk/>
            <pc:sldMk cId="0" sldId="309"/>
            <ac:spMk id="15" creationId="{00000000-0000-0000-0000-000000000000}"/>
          </ac:spMkLst>
        </pc:spChg>
        <pc:spChg chg="mod">
          <ac:chgData name="Milinkovic, Slavisa" userId="d6b370cb-6124-4398-9dc6-02c08a49d401" providerId="ADAL" clId="{D1B54D77-0C79-4CEF-8F7E-12D5C22A82C4}" dt="2026-05-05T14:20:17.010" v="71" actId="26606"/>
          <ac:spMkLst>
            <pc:docMk/>
            <pc:sldMk cId="0" sldId="309"/>
            <ac:spMk id="19" creationId="{00000000-0000-0000-0000-000000000000}"/>
          </ac:spMkLst>
        </pc:spChg>
        <pc:spChg chg="mod">
          <ac:chgData name="Milinkovic, Slavisa" userId="d6b370cb-6124-4398-9dc6-02c08a49d401" providerId="ADAL" clId="{D1B54D77-0C79-4CEF-8F7E-12D5C22A82C4}" dt="2026-05-05T14:20:17.010" v="71" actId="26606"/>
          <ac:spMkLst>
            <pc:docMk/>
            <pc:sldMk cId="0" sldId="309"/>
            <ac:spMk id="20" creationId="{00000000-0000-0000-0000-000000000000}"/>
          </ac:spMkLst>
        </pc:spChg>
        <pc:spChg chg="mod">
          <ac:chgData name="Milinkovic, Slavisa" userId="d6b370cb-6124-4398-9dc6-02c08a49d401" providerId="ADAL" clId="{D1B54D77-0C79-4CEF-8F7E-12D5C22A82C4}" dt="2026-05-05T14:20:17.010" v="71" actId="26606"/>
          <ac:spMkLst>
            <pc:docMk/>
            <pc:sldMk cId="0" sldId="309"/>
            <ac:spMk id="21" creationId="{00000000-0000-0000-0000-000000000000}"/>
          </ac:spMkLst>
        </pc:spChg>
        <pc:spChg chg="mod">
          <ac:chgData name="Milinkovic, Slavisa" userId="d6b370cb-6124-4398-9dc6-02c08a49d401" providerId="ADAL" clId="{D1B54D77-0C79-4CEF-8F7E-12D5C22A82C4}" dt="2026-05-05T14:20:17.010" v="71" actId="26606"/>
          <ac:spMkLst>
            <pc:docMk/>
            <pc:sldMk cId="0" sldId="309"/>
            <ac:spMk id="27" creationId="{00000000-0000-0000-0000-000000000000}"/>
          </ac:spMkLst>
        </pc:spChg>
        <pc:spChg chg="mod">
          <ac:chgData name="Milinkovic, Slavisa" userId="d6b370cb-6124-4398-9dc6-02c08a49d401" providerId="ADAL" clId="{D1B54D77-0C79-4CEF-8F7E-12D5C22A82C4}" dt="2026-05-05T14:20:17.010" v="71" actId="26606"/>
          <ac:spMkLst>
            <pc:docMk/>
            <pc:sldMk cId="0" sldId="309"/>
            <ac:spMk id="31" creationId="{00000000-0000-0000-0000-000000000000}"/>
          </ac:spMkLst>
        </pc:spChg>
        <pc:spChg chg="add">
          <ac:chgData name="Milinkovic, Slavisa" userId="d6b370cb-6124-4398-9dc6-02c08a49d401" providerId="ADAL" clId="{D1B54D77-0C79-4CEF-8F7E-12D5C22A82C4}" dt="2026-05-05T14:20:17.010" v="71" actId="26606"/>
          <ac:spMkLst>
            <pc:docMk/>
            <pc:sldMk cId="0" sldId="309"/>
            <ac:spMk id="34" creationId="{00000000-0000-0000-0000-000000000000}"/>
          </ac:spMkLst>
        </pc:spChg>
      </pc:sldChg>
      <pc:sldChg chg="modSp add mod modNotes">
        <pc:chgData name="Milinkovic, Slavisa" userId="d6b370cb-6124-4398-9dc6-02c08a49d401" providerId="ADAL" clId="{D1B54D77-0C79-4CEF-8F7E-12D5C22A82C4}" dt="2026-05-05T15:47:56.847" v="86" actId="26606"/>
        <pc:sldMkLst>
          <pc:docMk/>
          <pc:sldMk cId="0" sldId="310"/>
        </pc:sldMkLst>
        <pc:spChg chg="mod">
          <ac:chgData name="Milinkovic, Slavisa" userId="d6b370cb-6124-4398-9dc6-02c08a49d401" providerId="ADAL" clId="{D1B54D77-0C79-4CEF-8F7E-12D5C22A82C4}" dt="2026-05-05T15:47:56.847" v="86" actId="26606"/>
          <ac:spMkLst>
            <pc:docMk/>
            <pc:sldMk cId="0" sldId="310"/>
            <ac:spMk id="12" creationId="{00000000-0000-0000-0000-000000000000}"/>
          </ac:spMkLst>
        </pc:spChg>
        <pc:spChg chg="mod">
          <ac:chgData name="Milinkovic, Slavisa" userId="d6b370cb-6124-4398-9dc6-02c08a49d401" providerId="ADAL" clId="{D1B54D77-0C79-4CEF-8F7E-12D5C22A82C4}" dt="2026-05-05T15:47:56.847" v="86" actId="26606"/>
          <ac:spMkLst>
            <pc:docMk/>
            <pc:sldMk cId="0" sldId="310"/>
            <ac:spMk id="13" creationId="{00000000-0000-0000-0000-000000000000}"/>
          </ac:spMkLst>
        </pc:spChg>
        <pc:spChg chg="mod">
          <ac:chgData name="Milinkovic, Slavisa" userId="d6b370cb-6124-4398-9dc6-02c08a49d401" providerId="ADAL" clId="{D1B54D77-0C79-4CEF-8F7E-12D5C22A82C4}" dt="2026-05-05T15:19:43.992" v="77" actId="26606"/>
          <ac:spMkLst>
            <pc:docMk/>
            <pc:sldMk cId="0" sldId="310"/>
            <ac:spMk id="16" creationId="{00000000-0000-0000-0000-000000000000}"/>
          </ac:spMkLst>
        </pc:spChg>
      </pc:sldChg>
      <pc:sldChg chg="modSp add mod modNotes">
        <pc:chgData name="Milinkovic, Slavisa" userId="d6b370cb-6124-4398-9dc6-02c08a49d401" providerId="ADAL" clId="{D1B54D77-0C79-4CEF-8F7E-12D5C22A82C4}" dt="2026-05-05T15:19:43.992" v="77" actId="26606"/>
        <pc:sldMkLst>
          <pc:docMk/>
          <pc:sldMk cId="0" sldId="311"/>
        </pc:sldMkLst>
        <pc:spChg chg="mod">
          <ac:chgData name="Milinkovic, Slavisa" userId="d6b370cb-6124-4398-9dc6-02c08a49d401" providerId="ADAL" clId="{D1B54D77-0C79-4CEF-8F7E-12D5C22A82C4}" dt="2026-05-05T15:19:43.992" v="77" actId="26606"/>
          <ac:spMkLst>
            <pc:docMk/>
            <pc:sldMk cId="0" sldId="311"/>
            <ac:spMk id="16" creationId="{00000000-0000-0000-0000-000000000000}"/>
          </ac:spMkLst>
        </pc:spChg>
      </pc:sldChg>
      <pc:sldChg chg="modSp add mod modNotes">
        <pc:chgData name="Milinkovic, Slavisa" userId="d6b370cb-6124-4398-9dc6-02c08a49d401" providerId="ADAL" clId="{D1B54D77-0C79-4CEF-8F7E-12D5C22A82C4}" dt="2026-05-05T15:47:56.847" v="86" actId="26606"/>
        <pc:sldMkLst>
          <pc:docMk/>
          <pc:sldMk cId="0" sldId="312"/>
        </pc:sldMkLst>
        <pc:spChg chg="mod">
          <ac:chgData name="Milinkovic, Slavisa" userId="d6b370cb-6124-4398-9dc6-02c08a49d401" providerId="ADAL" clId="{D1B54D77-0C79-4CEF-8F7E-12D5C22A82C4}" dt="2026-05-05T15:47:56.847" v="86" actId="26606"/>
          <ac:spMkLst>
            <pc:docMk/>
            <pc:sldMk cId="0" sldId="312"/>
            <ac:spMk id="23" creationId="{00000000-0000-0000-0000-000000000000}"/>
          </ac:spMkLst>
        </pc:spChg>
        <pc:spChg chg="mod">
          <ac:chgData name="Milinkovic, Slavisa" userId="d6b370cb-6124-4398-9dc6-02c08a49d401" providerId="ADAL" clId="{D1B54D77-0C79-4CEF-8F7E-12D5C22A82C4}" dt="2026-05-05T15:47:56.847" v="86" actId="26606"/>
          <ac:spMkLst>
            <pc:docMk/>
            <pc:sldMk cId="0" sldId="312"/>
            <ac:spMk id="24" creationId="{00000000-0000-0000-0000-000000000000}"/>
          </ac:spMkLst>
        </pc:spChg>
        <pc:spChg chg="mod">
          <ac:chgData name="Milinkovic, Slavisa" userId="d6b370cb-6124-4398-9dc6-02c08a49d401" providerId="ADAL" clId="{D1B54D77-0C79-4CEF-8F7E-12D5C22A82C4}" dt="2026-05-05T15:47:56.847" v="86" actId="26606"/>
          <ac:spMkLst>
            <pc:docMk/>
            <pc:sldMk cId="0" sldId="312"/>
            <ac:spMk id="28" creationId="{00000000-0000-0000-0000-000000000000}"/>
          </ac:spMkLst>
        </pc:spChg>
        <pc:spChg chg="mod">
          <ac:chgData name="Milinkovic, Slavisa" userId="d6b370cb-6124-4398-9dc6-02c08a49d401" providerId="ADAL" clId="{D1B54D77-0C79-4CEF-8F7E-12D5C22A82C4}" dt="2026-05-05T15:47:56.847" v="86" actId="26606"/>
          <ac:spMkLst>
            <pc:docMk/>
            <pc:sldMk cId="0" sldId="312"/>
            <ac:spMk id="29" creationId="{00000000-0000-0000-0000-000000000000}"/>
          </ac:spMkLst>
        </pc:spChg>
        <pc:spChg chg="mod">
          <ac:chgData name="Milinkovic, Slavisa" userId="d6b370cb-6124-4398-9dc6-02c08a49d401" providerId="ADAL" clId="{D1B54D77-0C79-4CEF-8F7E-12D5C22A82C4}" dt="2026-05-05T15:19:43.992" v="77" actId="26606"/>
          <ac:spMkLst>
            <pc:docMk/>
            <pc:sldMk cId="0" sldId="312"/>
            <ac:spMk id="34" creationId="{00000000-0000-0000-0000-000000000000}"/>
          </ac:spMkLst>
        </pc:spChg>
      </pc:sldChg>
      <pc:sldChg chg="add">
        <pc:chgData name="Milinkovic, Slavisa" userId="d6b370cb-6124-4398-9dc6-02c08a49d401" providerId="ADAL" clId="{D1B54D77-0C79-4CEF-8F7E-12D5C22A82C4}" dt="2026-05-05T17:14:35.717" v="113" actId="26606"/>
        <pc:sldMkLst>
          <pc:docMk/>
          <pc:sldMk cId="0" sldId="313"/>
        </pc:sldMkLst>
      </pc:sldChg>
      <pc:sldChg chg="add">
        <pc:chgData name="Milinkovic, Slavisa" userId="d6b370cb-6124-4398-9dc6-02c08a49d401" providerId="ADAL" clId="{D1B54D77-0C79-4CEF-8F7E-12D5C22A82C4}" dt="2026-05-05T17:14:35.717" v="113" actId="26606"/>
        <pc:sldMkLst>
          <pc:docMk/>
          <pc:sldMk cId="0" sldId="314"/>
        </pc:sldMkLst>
      </pc:sldChg>
      <pc:sldChg chg="add">
        <pc:chgData name="Milinkovic, Slavisa" userId="d6b370cb-6124-4398-9dc6-02c08a49d401" providerId="ADAL" clId="{D1B54D77-0C79-4CEF-8F7E-12D5C22A82C4}" dt="2026-05-05T17:14:35.717" v="113" actId="26606"/>
        <pc:sldMkLst>
          <pc:docMk/>
          <pc:sldMk cId="0" sldId="315"/>
        </pc:sldMkLst>
      </pc:sldChg>
      <pc:sldChg chg="add">
        <pc:chgData name="Milinkovic, Slavisa" userId="d6b370cb-6124-4398-9dc6-02c08a49d401" providerId="ADAL" clId="{D1B54D77-0C79-4CEF-8F7E-12D5C22A82C4}" dt="2026-05-05T17:14:35.717" v="113" actId="26606"/>
        <pc:sldMkLst>
          <pc:docMk/>
          <pc:sldMk cId="0" sldId="316"/>
        </pc:sldMkLst>
      </pc:sldChg>
      <pc:sldChg chg="add">
        <pc:chgData name="Milinkovic, Slavisa" userId="d6b370cb-6124-4398-9dc6-02c08a49d401" providerId="ADAL" clId="{D1B54D77-0C79-4CEF-8F7E-12D5C22A82C4}" dt="2026-05-05T17:14:35.717" v="113" actId="26606"/>
        <pc:sldMkLst>
          <pc:docMk/>
          <pc:sldMk cId="0" sldId="317"/>
        </pc:sldMkLst>
      </pc:sldChg>
      <pc:sldChg chg="add">
        <pc:chgData name="Milinkovic, Slavisa" userId="d6b370cb-6124-4398-9dc6-02c08a49d401" providerId="ADAL" clId="{D1B54D77-0C79-4CEF-8F7E-12D5C22A82C4}" dt="2026-05-05T17:14:35.717" v="113" actId="26606"/>
        <pc:sldMkLst>
          <pc:docMk/>
          <pc:sldMk cId="0" sldId="318"/>
        </pc:sldMkLst>
      </pc:sldChg>
      <pc:sldChg chg="add">
        <pc:chgData name="Milinkovic, Slavisa" userId="d6b370cb-6124-4398-9dc6-02c08a49d401" providerId="ADAL" clId="{D1B54D77-0C79-4CEF-8F7E-12D5C22A82C4}" dt="2026-05-05T17:14:35.717" v="113" actId="26606"/>
        <pc:sldMkLst>
          <pc:docMk/>
          <pc:sldMk cId="0" sldId="319"/>
        </pc:sldMkLst>
      </pc:sldChg>
      <pc:sldChg chg="add">
        <pc:chgData name="Milinkovic, Slavisa" userId="d6b370cb-6124-4398-9dc6-02c08a49d401" providerId="ADAL" clId="{D1B54D77-0C79-4CEF-8F7E-12D5C22A82C4}" dt="2026-05-05T17:14:35.717" v="113" actId="26606"/>
        <pc:sldMkLst>
          <pc:docMk/>
          <pc:sldMk cId="0" sldId="320"/>
        </pc:sldMkLst>
      </pc:sldChg>
      <pc:sldChg chg="add">
        <pc:chgData name="Milinkovic, Slavisa" userId="d6b370cb-6124-4398-9dc6-02c08a49d401" providerId="ADAL" clId="{D1B54D77-0C79-4CEF-8F7E-12D5C22A82C4}" dt="2026-05-05T17:14:35.717" v="113" actId="26606"/>
        <pc:sldMkLst>
          <pc:docMk/>
          <pc:sldMk cId="0" sldId="321"/>
        </pc:sldMkLst>
      </pc:sldChg>
      <pc:sldChg chg="add">
        <pc:chgData name="Milinkovic, Slavisa" userId="d6b370cb-6124-4398-9dc6-02c08a49d401" providerId="ADAL" clId="{D1B54D77-0C79-4CEF-8F7E-12D5C22A82C4}" dt="2026-05-05T17:14:35.717" v="113" actId="26606"/>
        <pc:sldMkLst>
          <pc:docMk/>
          <pc:sldMk cId="0" sldId="322"/>
        </pc:sldMkLst>
      </pc:sldChg>
      <pc:sldChg chg="add">
        <pc:chgData name="Milinkovic, Slavisa" userId="d6b370cb-6124-4398-9dc6-02c08a49d401" providerId="ADAL" clId="{D1B54D77-0C79-4CEF-8F7E-12D5C22A82C4}" dt="2026-05-05T17:14:35.717" v="113" actId="26606"/>
        <pc:sldMkLst>
          <pc:docMk/>
          <pc:sldMk cId="0" sldId="323"/>
        </pc:sldMkLst>
      </pc:sldChg>
      <pc:sldChg chg="add">
        <pc:chgData name="Milinkovic, Slavisa" userId="d6b370cb-6124-4398-9dc6-02c08a49d401" providerId="ADAL" clId="{D1B54D77-0C79-4CEF-8F7E-12D5C22A82C4}" dt="2026-05-05T17:14:35.717" v="113" actId="26606"/>
        <pc:sldMkLst>
          <pc:docMk/>
          <pc:sldMk cId="0" sldId="324"/>
        </pc:sldMkLst>
      </pc:sldChg>
      <pc:sldChg chg="add">
        <pc:chgData name="Milinkovic, Slavisa" userId="d6b370cb-6124-4398-9dc6-02c08a49d401" providerId="ADAL" clId="{D1B54D77-0C79-4CEF-8F7E-12D5C22A82C4}" dt="2026-05-05T17:14:35.717" v="113" actId="26606"/>
        <pc:sldMkLst>
          <pc:docMk/>
          <pc:sldMk cId="0" sldId="325"/>
        </pc:sldMkLst>
      </pc:sldChg>
      <pc:sldChg chg="add">
        <pc:chgData name="Milinkovic, Slavisa" userId="d6b370cb-6124-4398-9dc6-02c08a49d401" providerId="ADAL" clId="{D1B54D77-0C79-4CEF-8F7E-12D5C22A82C4}" dt="2026-05-05T17:14:35.717" v="113" actId="26606"/>
        <pc:sldMkLst>
          <pc:docMk/>
          <pc:sldMk cId="0" sldId="326"/>
        </pc:sldMkLst>
      </pc:sldChg>
      <pc:sldChg chg="add">
        <pc:chgData name="Milinkovic, Slavisa" userId="d6b370cb-6124-4398-9dc6-02c08a49d401" providerId="ADAL" clId="{D1B54D77-0C79-4CEF-8F7E-12D5C22A82C4}" dt="2026-05-05T17:14:35.717" v="113" actId="26606"/>
        <pc:sldMkLst>
          <pc:docMk/>
          <pc:sldMk cId="0" sldId="327"/>
        </pc:sldMkLst>
      </pc:sldChg>
      <pc:sldChg chg="add">
        <pc:chgData name="Milinkovic, Slavisa" userId="d6b370cb-6124-4398-9dc6-02c08a49d401" providerId="ADAL" clId="{D1B54D77-0C79-4CEF-8F7E-12D5C22A82C4}" dt="2026-05-05T17:14:35.717" v="113" actId="26606"/>
        <pc:sldMkLst>
          <pc:docMk/>
          <pc:sldMk cId="0" sldId="328"/>
        </pc:sldMkLst>
      </pc:sldChg>
      <pc:sldChg chg="add">
        <pc:chgData name="Milinkovic, Slavisa" userId="d6b370cb-6124-4398-9dc6-02c08a49d401" providerId="ADAL" clId="{D1B54D77-0C79-4CEF-8F7E-12D5C22A82C4}" dt="2026-05-05T17:14:35.717" v="113" actId="26606"/>
        <pc:sldMkLst>
          <pc:docMk/>
          <pc:sldMk cId="0" sldId="329"/>
        </pc:sldMkLst>
      </pc:sldChg>
      <pc:sldChg chg="add">
        <pc:chgData name="Milinkovic, Slavisa" userId="d6b370cb-6124-4398-9dc6-02c08a49d401" providerId="ADAL" clId="{D1B54D77-0C79-4CEF-8F7E-12D5C22A82C4}" dt="2026-05-05T17:14:35.717" v="113" actId="26606"/>
        <pc:sldMkLst>
          <pc:docMk/>
          <pc:sldMk cId="0" sldId="330"/>
        </pc:sldMkLst>
      </pc:sldChg>
      <pc:sldChg chg="add">
        <pc:chgData name="Milinkovic, Slavisa" userId="d6b370cb-6124-4398-9dc6-02c08a49d401" providerId="ADAL" clId="{D1B54D77-0C79-4CEF-8F7E-12D5C22A82C4}" dt="2026-05-05T17:14:35.717" v="113" actId="26606"/>
        <pc:sldMkLst>
          <pc:docMk/>
          <pc:sldMk cId="0" sldId="331"/>
        </pc:sldMkLst>
      </pc:sldChg>
      <pc:sldChg chg="add">
        <pc:chgData name="Milinkovic, Slavisa" userId="d6b370cb-6124-4398-9dc6-02c08a49d401" providerId="ADAL" clId="{D1B54D77-0C79-4CEF-8F7E-12D5C22A82C4}" dt="2026-05-05T17:14:35.717" v="113" actId="26606"/>
        <pc:sldMkLst>
          <pc:docMk/>
          <pc:sldMk cId="0" sldId="332"/>
        </pc:sldMkLst>
      </pc:sldChg>
      <pc:sldChg chg="add">
        <pc:chgData name="Milinkovic, Slavisa" userId="d6b370cb-6124-4398-9dc6-02c08a49d401" providerId="ADAL" clId="{D1B54D77-0C79-4CEF-8F7E-12D5C22A82C4}" dt="2026-05-05T17:14:35.717" v="113" actId="26606"/>
        <pc:sldMkLst>
          <pc:docMk/>
          <pc:sldMk cId="0" sldId="333"/>
        </pc:sldMkLst>
      </pc:sldChg>
      <pc:sldChg chg="add">
        <pc:chgData name="Milinkovic, Slavisa" userId="d6b370cb-6124-4398-9dc6-02c08a49d401" providerId="ADAL" clId="{D1B54D77-0C79-4CEF-8F7E-12D5C22A82C4}" dt="2026-05-05T17:14:35.717" v="113" actId="26606"/>
        <pc:sldMkLst>
          <pc:docMk/>
          <pc:sldMk cId="0" sldId="334"/>
        </pc:sldMkLst>
      </pc:sldChg>
      <pc:sldChg chg="add">
        <pc:chgData name="Milinkovic, Slavisa" userId="d6b370cb-6124-4398-9dc6-02c08a49d401" providerId="ADAL" clId="{D1B54D77-0C79-4CEF-8F7E-12D5C22A82C4}" dt="2026-05-05T17:14:35.717" v="113" actId="26606"/>
        <pc:sldMkLst>
          <pc:docMk/>
          <pc:sldMk cId="0" sldId="335"/>
        </pc:sldMkLst>
      </pc:sldChg>
      <pc:sldChg chg="add">
        <pc:chgData name="Milinkovic, Slavisa" userId="d6b370cb-6124-4398-9dc6-02c08a49d401" providerId="ADAL" clId="{D1B54D77-0C79-4CEF-8F7E-12D5C22A82C4}" dt="2026-05-05T17:14:35.717" v="113" actId="26606"/>
        <pc:sldMkLst>
          <pc:docMk/>
          <pc:sldMk cId="0" sldId="336"/>
        </pc:sldMkLst>
      </pc:sldChg>
      <pc:sldChg chg="add">
        <pc:chgData name="Milinkovic, Slavisa" userId="d6b370cb-6124-4398-9dc6-02c08a49d401" providerId="ADAL" clId="{D1B54D77-0C79-4CEF-8F7E-12D5C22A82C4}" dt="2026-05-05T17:14:35.717" v="113" actId="26606"/>
        <pc:sldMkLst>
          <pc:docMk/>
          <pc:sldMk cId="0" sldId="337"/>
        </pc:sldMkLst>
      </pc:sldChg>
      <pc:sldChg chg="add">
        <pc:chgData name="Milinkovic, Slavisa" userId="d6b370cb-6124-4398-9dc6-02c08a49d401" providerId="ADAL" clId="{D1B54D77-0C79-4CEF-8F7E-12D5C22A82C4}" dt="2026-05-05T17:14:35.717" v="113" actId="26606"/>
        <pc:sldMkLst>
          <pc:docMk/>
          <pc:sldMk cId="0" sldId="338"/>
        </pc:sldMkLst>
      </pc:sldChg>
      <pc:sldChg chg="add">
        <pc:chgData name="Milinkovic, Slavisa" userId="d6b370cb-6124-4398-9dc6-02c08a49d401" providerId="ADAL" clId="{D1B54D77-0C79-4CEF-8F7E-12D5C22A82C4}" dt="2026-05-05T17:14:35.717" v="113" actId="26606"/>
        <pc:sldMkLst>
          <pc:docMk/>
          <pc:sldMk cId="0" sldId="3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5947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Today I want to present Semantra, a product slice built to make schema mapping explainable, reviewable, and reusable. The point is not to replace analysts with a black-box AI, but to give teams a controlled mapping engine with trust, governance, and reusable semantic memory.</a:t>
            </a:r>
          </a:p>
        </p:txBody>
      </p:sp>
      <p:sp>
        <p:nvSpPr>
          <p:cNvPr id="4" name="Slide Number Placeholder 3"/>
          <p:cNvSpPr>
            <a:spLocks noGrp="1"/>
          </p:cNvSpPr>
          <p:nvPr>
            <p:ph type="sldNum" sz="quarter" idx="4294967295"/>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In real delivery work, source and target structures are messy. Sometimes we get row data, sometimes schema snapshots, sometimes a field-per-row spec from SAP or another system. Mapping still has to happen, but the organization also needs confidence, reviewability, and reuse. That is the gap Semantra is addressing.</a:t>
            </a:r>
          </a:p>
        </p:txBody>
      </p:sp>
      <p:sp>
        <p:nvSpPr>
          <p:cNvPr id="4" name="Slide Number Placeholder 3"/>
          <p:cNvSpPr>
            <a:spLocks noGrp="1"/>
          </p:cNvSpPr>
          <p:nvPr>
            <p:ph type="sldNum" sz="quarter" idx="4294967295"/>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Mechanically, Semantra is built around seven capabilities arranged as a deterministic-first review loop where AI assists rather than decides. Ingest accepts source and target structures across CSV, JSON, XML, XLSX and SQL snapshots. Profile derives lexical, pattern and statistical hints that feed candidate ranking. Enrich layers metadata knowledge and custom overlays on top of base assets. Validate brings constrained AI into play only where it adds clear value. Preview lets analysts inspect transformations before any execution artifact is committed. Persist captures mapping sets, corrections and reusable rules. And — newest — Reuse closes the loop: analysts can discover and pull approved mappings from the catalog instead of starting from zero on each engagement. Seven capabilities, end-to-end controlled flow, now compounding across programs.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is the technical heart of the pitch. Two halves on one slide. On the left, the signal bars show the seven inputs that drive a candidate score: lexical, semantic, metadata and aliases, canonical glossary, pattern and statistical, correction history, and an optional bounded LLM. The bars are illustrative — the headline is that no single signal dominates and that AI is just one input among many. On the right, the trust surfaces that wrap those signals: knowledge overlays without touching base assets, canonical concept paths, persistent corrections and rules, transformation preview before code, saved mapping sets and test sets, and a deliberately bounded LLM. Signals plus surfaces — that pairing is what turns ranking into something governable.</a:t>
            </a:r>
          </a:p>
        </p:txBody>
      </p:sp>
      <p:sp>
        <p:nvSpPr>
          <p:cNvPr id="4" name="Slide Number Placeholder 3"/>
          <p:cNvSpPr>
            <a:spLocks noGrp="1"/>
          </p:cNvSpPr>
          <p:nvPr>
            <p:ph type="sldNum" sz="quarter" idx="4294967295"/>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Inside, Semantra is now organized into ten functional areas — each independently inspectable and each with a clear responsibility in the lifecycle. Dataset ingestion and profiling brings in row data or schema specs. The mapping engine produces ranked candidates. Constrained LLM validation handles ambiguity bands. Transformation safety and codegen turn reviewed pairs into pandas starter code. Knowledge overlay and glossary carries canonical concepts and overlay edits. Correction learning and rules absorbs analyst feedback. Mapping sets and governance handle versioning, status flow, audit and diff. Integration catalog and reuse — the most recent addition — sits above approved mapping sets as a searchable layer that turns project work into reusable enterprise memory. Evaluation and benchmarking quantify quality. And the Streamlit review UI is the operator surface above all of these. Ten boxes, ten responsibilities — no monolithic mapping script.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MDM is a current strategic initiative and one of the hardest semantic problems we face: many source systems, different vocabularies, and a target canonical model that is still being defined. Semantra is exactly the layer that can absorb that semantic ambiguity, make the mapping decisions explainable, and turn them into reusable assets that flow into the MDM hub instead of being trapped in spreadsheets.</a:t>
            </a:r>
          </a:p>
        </p:txBody>
      </p:sp>
      <p:sp>
        <p:nvSpPr>
          <p:cNvPr id="4" name="Slide Number Placeholder 3"/>
          <p:cNvSpPr>
            <a:spLocks noGrp="1"/>
          </p:cNvSpPr>
          <p:nvPr>
            <p:ph type="sldNum" sz="quarter" idx="4294967295"/>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From an EA perspective, the MDM project is structurally exposed in six places. There is no reusable canonical authority, source semantics are unclear, mapping decisions are not traceable, the same concepts are re-mapped across domains, stewardship rules are not semantically anchored, and EA cannot see concept coverage. Each of these is something Semantra is purpose-built to address — the next slide makes the mapping explicit.</a:t>
            </a:r>
          </a:p>
        </p:txBody>
      </p:sp>
      <p:sp>
        <p:nvSpPr>
          <p:cNvPr id="4" name="Slide Number Placeholder 3"/>
          <p:cNvSpPr>
            <a:spLocks noGrp="1"/>
          </p:cNvSpPr>
          <p:nvPr>
            <p:ph type="sldNum" sz="quarter" idx="4294967295"/>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The MDM-specific value is concrete. Rework drops because mappings are reviewed once and reused across domains. Traceability rises because every mapping carries explanations, audit, and a version. Reuse rises because customer, vendor and product mappings can share the same canonical concepts. Ambiguity drops because the bounded LLM is allowed to return no_match instead of producing a confident wrong answer. Each role in the program — MDM team, EA, PMO — gets a different concrete benefit from the same artifact.</a:t>
            </a:r>
          </a:p>
        </p:txBody>
      </p:sp>
      <p:sp>
        <p:nvSpPr>
          <p:cNvPr id="4" name="Slide Number Placeholder 3"/>
          <p:cNvSpPr>
            <a:spLocks noGrp="1"/>
          </p:cNvSpPr>
          <p:nvPr>
            <p:ph type="sldNum" sz="quarter" idx="4294967295"/>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slide replaces the previous before-and-after framing because the catalog is no longer aspirational — it ships today. Walk it like this. Left side: a snapshot of what is in the catalog right now. Each row is an integration with its source system, target system, the canonical concept it carries, and a status — approved, in review, or draft. Note the concrete entries, including the MDM customer integration that wires ERP and CRM into the MDM hub. The catalog is auto-fed from approved mapping sets, so no analyst has to maintain it manually. Right side: four affordances that exist in the workspace today. Users can search by any catalog dimension, reuse an approved mapping into a new program, govern across the portfolio with diff, audit and status, and see canonical concept coverage gaps for EA review. The headline is simple — the catalog is delivered, in the workspace, working from real mapping sets.</a:t>
            </a:r>
          </a:p>
        </p:txBody>
      </p:sp>
      <p:sp>
        <p:nvSpPr>
          <p:cNvPr id="4" name="Slide Number Placeholder 3"/>
          <p:cNvSpPr>
            <a:spLocks noGrp="1"/>
          </p:cNvSpPr>
          <p:nvPr>
            <p:ph type="sldNum" sz="quarter" idx="4294967295"/>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strongest next-value move is no longer just shipping the catalog — that is now in the TODAY column alongside the pilot-grade workbench and canonical-first flow. The NEXT column is about hardening what exists: stronger governance gates for approved assets, reuse metrics that quantify catalog payoff across programs, and stewardship workflows around concept ownership. The STRATEGIC column reframes the destination: a PMO service-catalog capability that programs consume on demand, an EA-grade canonical model that evolves from real project evidence, and integration intelligence that surfaces patterns across the portfolio. The arc is the same as before — explainable today, governed tomorrow, reusable at enterprise scale — but the milestones have moved one column to the left because the catalog is delivered.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If you only have one slide, this is it. Lead with the headline: Semantra is a controlled semantic mapping capability — explainable today, governed tomorrow, reusable at enterprise scale. The four quadrants compress the executive narrative. What it is: an explainable, deterministic-first workbench grounded in canonical concepts. Why it matters: better organizational memory, not just faster mapping. What exists today: a pilot-grade capability with multi-format ingestion, multi-signal scoring, canonical-first flow, bounded LLM usage and mapping-set governance. Where it goes: governance gates, a searchable mapping and integration catalog, and a PMO service-catalog capability. Close on the three-word strap line — standardize, govern, reuse — and stop. This slide is designed to land the message in under a minute.</a:t>
            </a:r>
          </a:p>
        </p:txBody>
      </p:sp>
      <p:sp>
        <p:nvSpPr>
          <p:cNvPr id="4" name="Slide Number Placeholder 3"/>
          <p:cNvSpPr>
            <a:spLocks noGrp="1"/>
          </p:cNvSpPr>
          <p:nvPr>
            <p:ph type="sldNum" sz="quarter" idx="4294967295"/>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is the leave-behind — the one-pager an executive can read in sixty seconds without us in the room. Top stats anchor the scope: deterministic-first, ten functional areas (the catalog is the newest), nine workflows (now including discover and reuse), and three service tiers. The three columns answer the standard executive questions. What it does: profile schemas, rank candidates with explainable signals, reason over canonical concept paths, validate transformations before code, discover and reuse from the mapping catalog, and learn from corrections. Who it serves: program teams, integration and migration squads, M&amp;A workstreams, EA, and the analysts who own trust and audit. Why now: it replaces bespoke spreadsheets, gives an audit-ready alternative to free-form LLMs, the catalog is delivered so reuse compounds today, mappings are anchored to enterprise standards, and we are pilot-ready in the workspace. The ask, in one line at the bottom: endorse Semantra as a PMO catalog service, approve two pilots this quarter, and sponsor EA canonical alignment.</a:t>
            </a:r>
          </a:p>
        </p:txBody>
      </p:sp>
      <p:sp>
        <p:nvSpPr>
          <p:cNvPr id="4" name="Slide Number Placeholder 3"/>
          <p:cNvSpPr>
            <a:spLocks noGrp="1"/>
          </p:cNvSpPr>
          <p:nvPr>
            <p:ph type="sldNum" sz="quarter" idx="4294967295"/>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Today I want to present Semantra, a product slice built to make schema mapping explainable, reviewable, and reusable. The point is not to replace analysts with a black-box AI, but to give teams a controlled mapping engine with trust, governance, and reusable semantic memory.</a:t>
            </a:r>
          </a:p>
        </p:txBody>
      </p:sp>
      <p:sp>
        <p:nvSpPr>
          <p:cNvPr id="4" name="Slide Number Placeholder 3"/>
          <p:cNvSpPr>
            <a:spLocks noGrp="1"/>
          </p:cNvSpPr>
          <p:nvPr>
            <p:ph type="sldNum" sz="quarter" idx="4294967295"/>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In real delivery work, source and target structures are messy. Sometimes we get row data, sometimes schema snapshots, sometimes a field-per-row spec from SAP or another system. Mapping still has to happen, but the organization also needs confidence, reviewability, and reuse. That is the gap Semantra is addressing.</a:t>
            </a:r>
          </a:p>
        </p:txBody>
      </p:sp>
      <p:sp>
        <p:nvSpPr>
          <p:cNvPr id="4" name="Slide Number Placeholder 3"/>
          <p:cNvSpPr>
            <a:spLocks noGrp="1"/>
          </p:cNvSpPr>
          <p:nvPr>
            <p:ph type="sldNum" sz="quarter" idx="4294967295"/>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product goal is simple to state but consequential. We want schema mapping to behave like a controlled engineering discipline rather than a free-form LLM guess. That means four things together. Explainable: every score carries a signal breakdown and a reason an analyst can read. Measurable: we can run benchmarks and correction-impact runs to quantify whether quality is going up or down. Reviewable: the trust layer surfaces source-to-concept-to-target paths so a human can inspect the chain. And improvable: corrections and promoted rules persistently shape future ranking. AI is allowed in this picture, but only inside bounded, inspectable steps such as ambiguity resolution and transformation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Mechanically, Semantra is built around seven capabilities arranged as a deterministic-first review loop where AI assists rather than decides. Ingest accepts source and target structures across CSV, JSON, XML, XLSX and SQL snapshots. Profile derives lexical, pattern and statistical hints that feed candidate ranking. Enrich layers metadata knowledge and custom overlays on top of base assets. Validate brings constrained AI into play only where it adds clear value. Preview lets analysts inspect transformations before any execution artifact is committed. Persist captures mapping sets, corrections and reusable rules. And — newest — Reuse closes the loop: analysts can discover and pull approved mappings from the catalog instead of starting from zero on each engagement. Seven capabilities, end-to-end controlled flow, now compounding across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a:t>
            </a:r>
            <a:r>
              <a:rPr lang="en-US" dirty="0"/>
              <a:t>is </a:t>
            </a:r>
            <a:r>
              <a:rPr lang="en-US"/>
              <a:t>the technical heart of the pitch. Two halves on one slide. On the left, the signal bars show the seven inputs that drive a </a:t>
            </a:r>
            <a:r>
              <a:rPr lang="en-US" dirty="0"/>
              <a:t>candidate </a:t>
            </a:r>
            <a:r>
              <a:rPr lang="en-US"/>
              <a:t>score: lexical, semantic, metadata and aliases, canonical glossary, pattern and statistical, correction history, and an optional bounded LLM</a:t>
            </a:r>
            <a:r>
              <a:rPr lang="en-US" dirty="0"/>
              <a:t>. The </a:t>
            </a:r>
            <a:r>
              <a:rPr lang="en-US"/>
              <a:t>bars are illustrative — the headline </a:t>
            </a:r>
            <a:r>
              <a:rPr lang="en-US" dirty="0"/>
              <a:t>is </a:t>
            </a:r>
            <a:r>
              <a:rPr lang="en-US"/>
              <a:t>that no single signal dominates and that </a:t>
            </a:r>
            <a:r>
              <a:rPr lang="en-US" dirty="0"/>
              <a:t>AI is </a:t>
            </a:r>
            <a:r>
              <a:rPr lang="en-US"/>
              <a:t>just one input among many. On the right</a:t>
            </a:r>
            <a:r>
              <a:rPr lang="en-US" dirty="0"/>
              <a:t>, the </a:t>
            </a:r>
            <a:r>
              <a:rPr lang="en-US"/>
              <a:t>trust surfaces that wrap those signals: knowledge overlays without touching base assets, canonical concept paths, persistent corrections and rules, transformation preview before code, saved mapping sets and test sets, and a deliberately bounded LLM. Signals plus surfaces — that pairing is what turns ranking into something governable</a:t>
            </a:r>
            <a:r>
              <a:rPr lang="en-US" dirty="0"/>
              <a:t>.</a:t>
            </a:r>
          </a:p>
        </p:txBody>
      </p:sp>
      <p:sp>
        <p:nvSpPr>
          <p:cNvPr id="4" name="Slide Number Placeholder 3"/>
          <p:cNvSpPr>
            <a:spLocks noGrp="1"/>
          </p:cNvSpPr>
          <p:nvPr>
            <p:ph type="sldNum" sz="quarter" idx="4294967295"/>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Inside, Semantra is now organized into ten functional areas — each independently inspectable and each with a clear responsibility in the lifecycle. Dataset ingestion and profiling brings in row data or schema specs. The mapping engine produces ranked candidates. Constrained LLM validation handles ambiguity bands. Transformation safety and codegen turn reviewed pairs into pandas starter code. Knowledge overlay and glossary carries canonical concepts and overlay edits. Correction learning and rules absorbs analyst feedback. Mapping sets and governance handle versioning, status flow, audit and diff. Integration catalog and reuse — the most recent addition — sits above approved mapping sets as a searchable layer that turns project work into reusable enterprise memory. Evaluation and benchmarking quantify quality. And the Streamlit review UI is the operator surface above all of these. Ten boxes, ten responsibilities — no monolithic mapping script.</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is the slide that unlocks the EA conversation. </a:t>
            </a:r>
            <a:r>
              <a:rPr lang="en-US" dirty="0"/>
              <a:t>Instead of jumping </a:t>
            </a:r>
            <a:r>
              <a:rPr lang="en-US"/>
              <a:t>straight </a:t>
            </a:r>
            <a:r>
              <a:rPr lang="en-US" dirty="0"/>
              <a:t>from </a:t>
            </a:r>
            <a:r>
              <a:rPr lang="en-US"/>
              <a:t>a </a:t>
            </a:r>
            <a:r>
              <a:rPr lang="en-US" dirty="0"/>
              <a:t>source field to </a:t>
            </a:r>
            <a:r>
              <a:rPr lang="en-US"/>
              <a:t>a </a:t>
            </a:r>
            <a:r>
              <a:rPr lang="en-US" dirty="0"/>
              <a:t>target field, Semantra can </a:t>
            </a:r>
            <a:r>
              <a:rPr lang="en-US"/>
              <a:t>interpret the </a:t>
            </a:r>
            <a:r>
              <a:rPr lang="en-US" dirty="0"/>
              <a:t>source </a:t>
            </a:r>
            <a:r>
              <a:rPr lang="en-US"/>
              <a:t>field as a canonical business concept first — and only then resolve it </a:t>
            </a:r>
            <a:r>
              <a:rPr lang="en-US" dirty="0"/>
              <a:t>to </a:t>
            </a:r>
            <a:r>
              <a:rPr lang="en-US"/>
              <a:t>a target</a:t>
            </a:r>
            <a:r>
              <a:rPr lang="en-US" dirty="0"/>
              <a:t>. That </a:t>
            </a:r>
            <a:r>
              <a:rPr lang="en-US"/>
              <a:t>extra hop is what </a:t>
            </a:r>
            <a:r>
              <a:rPr lang="en-US" dirty="0"/>
              <a:t>makes </a:t>
            </a:r>
            <a:r>
              <a:rPr lang="en-US"/>
              <a:t>a mapping </a:t>
            </a:r>
            <a:r>
              <a:rPr lang="en-US" dirty="0"/>
              <a:t>reusable across </a:t>
            </a:r>
            <a:r>
              <a:rPr lang="en-US"/>
              <a:t>systems and </a:t>
            </a:r>
            <a:r>
              <a:rPr lang="en-US" dirty="0"/>
              <a:t>projects, </a:t>
            </a:r>
            <a:r>
              <a:rPr lang="en-US"/>
              <a:t>what makes it stable when one of the endpoints gets replaced, and what makes it more semantic </a:t>
            </a:r>
            <a:r>
              <a:rPr lang="en-US" dirty="0"/>
              <a:t>and </a:t>
            </a:r>
            <a:r>
              <a:rPr lang="en-US"/>
              <a:t>less name-matching. Canonical mode is also where Semantra starts </a:t>
            </a:r>
            <a:r>
              <a:rPr lang="en-US" dirty="0"/>
              <a:t>to </a:t>
            </a:r>
            <a:r>
              <a:rPr lang="en-US"/>
              <a:t>look less like a column matcher and more like an </a:t>
            </a:r>
            <a:r>
              <a:rPr lang="en-US" dirty="0"/>
              <a:t>enterprise </a:t>
            </a:r>
            <a:r>
              <a:rPr lang="en-US"/>
              <a:t>alignment layer</a:t>
            </a:r>
            <a:r>
              <a:rPr lang="en-US" dirty="0"/>
              <a:t>.</a:t>
            </a:r>
          </a:p>
        </p:txBody>
      </p:sp>
      <p:sp>
        <p:nvSpPr>
          <p:cNvPr id="4" name="Slide Number Placeholder 3"/>
          <p:cNvSpPr>
            <a:spLocks noGrp="1"/>
          </p:cNvSpPr>
          <p:nvPr>
            <p:ph type="sldNum" sz="quarter" idx="4294967295"/>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This is the </a:t>
            </a:r>
            <a:r>
              <a:rPr lang="en-US"/>
              <a:t>analyst’s end-to-end story in seven steps</a:t>
            </a:r>
            <a:r>
              <a:rPr lang="en-US" dirty="0"/>
              <a:t>. Teams ingest </a:t>
            </a:r>
            <a:r>
              <a:rPr lang="en-US"/>
              <a:t>source and target </a:t>
            </a:r>
            <a:r>
              <a:rPr lang="en-US" dirty="0"/>
              <a:t>structures</a:t>
            </a:r>
            <a:r>
              <a:rPr lang="en-US"/>
              <a:t> or schema specs</a:t>
            </a:r>
            <a:r>
              <a:rPr lang="en-US" dirty="0"/>
              <a:t>, generate </a:t>
            </a:r>
            <a:r>
              <a:rPr lang="en-US"/>
              <a:t>ranked candidates</a:t>
            </a:r>
            <a:r>
              <a:rPr lang="en-US" dirty="0"/>
              <a:t>, inspect explanations</a:t>
            </a:r>
            <a:r>
              <a:rPr lang="en-US"/>
              <a:t> and canonical paths in the trust layer</a:t>
            </a:r>
            <a:r>
              <a:rPr lang="en-US" dirty="0"/>
              <a:t>, review </a:t>
            </a:r>
            <a:r>
              <a:rPr lang="en-US"/>
              <a:t>or override the mappings</a:t>
            </a:r>
            <a:r>
              <a:rPr lang="en-US" dirty="0"/>
              <a:t>, </a:t>
            </a:r>
            <a:r>
              <a:rPr lang="en-US"/>
              <a:t>generate and validate </a:t>
            </a:r>
            <a:r>
              <a:rPr lang="en-US" dirty="0"/>
              <a:t>transformations, </a:t>
            </a:r>
            <a:r>
              <a:rPr lang="en-US"/>
              <a:t>save the mapping set with governance metadata, </a:t>
            </a:r>
            <a:r>
              <a:rPr lang="en-US" dirty="0"/>
              <a:t>and finally </a:t>
            </a:r>
            <a:r>
              <a:rPr lang="en-US"/>
              <a:t>bring those decisions, rules and benchmarks back into future engagements through the catalog</a:t>
            </a:r>
            <a:r>
              <a:rPr lang="en-US" dirty="0"/>
              <a:t>. </a:t>
            </a:r>
            <a:r>
              <a:rPr lang="en-US"/>
              <a:t>The point of showing the full loop on one slide is that Semantra is not a candidate-generator — it </a:t>
            </a:r>
            <a:r>
              <a:rPr lang="en-US" dirty="0"/>
              <a:t>is </a:t>
            </a:r>
            <a:r>
              <a:rPr lang="en-US"/>
              <a:t>a review platform that closes </a:t>
            </a:r>
            <a:r>
              <a:rPr lang="en-US" dirty="0"/>
              <a:t>the </a:t>
            </a:r>
            <a:r>
              <a:rPr lang="en-US"/>
              <a:t>loop from upload to reusable artifact</a:t>
            </a:r>
            <a:r>
              <a:rPr lang="en-US" dirty="0"/>
              <a:t>.</a:t>
            </a:r>
          </a:p>
        </p:txBody>
      </p:sp>
      <p:sp>
        <p:nvSpPr>
          <p:cNvPr id="4" name="Slide Number Placeholder 3"/>
          <p:cNvSpPr>
            <a:spLocks noGrp="1"/>
          </p:cNvSpPr>
          <p:nvPr>
            <p:ph type="sldNum" sz="quarter" idx="4294967295"/>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the nine operator-level workflows the product supports today. Upload and auto-map produces ranked candidates from raw inputs. Review, transform, preview and code is the analyst loop that ends in pandas starter code. Learn from corrections persists, aggregates and re-applies analyst decisions. Manage knowledge overlays handles validate, version, activate, archive and audit for overlays. Save and version mapping sets carries the status workflow with audit and diff. Save and run transformation tests provides lightweight regression cases for previews. Benchmark and evaluate runs against fixtures, ad-hoc inputs, and saved datasets. Discover and reuse from the catalog — the newest flow — is the operator entry point into reusable mapping memory, where analysts can search reviewed assets and bring them into a new engagement instead of mapping from zero. And review in the Streamlit UI is the single operator surface across all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This is </a:t>
            </a:r>
            <a:r>
              <a:rPr lang="en-US"/>
              <a:t>the slide </a:t>
            </a:r>
            <a:r>
              <a:rPr lang="en-US" dirty="0"/>
              <a:t>for PMO and governance stakeholders. </a:t>
            </a:r>
            <a:r>
              <a:rPr lang="en-US"/>
              <a:t>Trust in this product comes from explicit control points, not from claiming AI is always right. Every score is explainable. The LLM </a:t>
            </a:r>
            <a:r>
              <a:rPr lang="en-US" dirty="0"/>
              <a:t>is </a:t>
            </a:r>
            <a:r>
              <a:rPr lang="en-US"/>
              <a:t>bounded. Corrections and reusable rules feed back into ranking. Mapping sets carry an explicit status flow. Diff and history </a:t>
            </a:r>
            <a:r>
              <a:rPr lang="en-US" dirty="0"/>
              <a:t>are </a:t>
            </a:r>
            <a:r>
              <a:rPr lang="en-US"/>
              <a:t>first-class for audit. Inspectable</a:t>
            </a:r>
            <a:r>
              <a:rPr lang="en-US" dirty="0"/>
              <a:t>, changeable, auditable</a:t>
            </a:r>
            <a:r>
              <a:rPr lang="en-US"/>
              <a:t> — that </a:t>
            </a:r>
            <a:r>
              <a:rPr lang="en-US" dirty="0"/>
              <a:t>is a much better enterprise posture than one-shot AI output without memory or governance</a:t>
            </a:r>
            <a:r>
              <a:rPr lang="en-US"/>
              <a:t>, and it is also what makes the next slide — the MDM block — possible</a:t>
            </a:r>
            <a:r>
              <a:rPr lang="en-US" dirty="0"/>
              <a:t>.</a:t>
            </a:r>
          </a:p>
        </p:txBody>
      </p:sp>
      <p:sp>
        <p:nvSpPr>
          <p:cNvPr id="4" name="Slide Number Placeholder 3"/>
          <p:cNvSpPr>
            <a:spLocks noGrp="1"/>
          </p:cNvSpPr>
          <p:nvPr>
            <p:ph type="sldNum" sz="quarter" idx="4294967295"/>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MDM is a current strategic initiative and one of the hardest semantic problems we face: many source systems, different vocabularies, and a target canonical model that is still being defined. Semantra is exactly the layer that can absorb that semantic ambiguity, make the mapping decisions explainable, and turn them into reusable assets that flow into the MDM hub instead of being trapped in spreadsheets.</a:t>
            </a:r>
          </a:p>
        </p:txBody>
      </p:sp>
      <p:sp>
        <p:nvSpPr>
          <p:cNvPr id="4" name="Slide Number Placeholder 3"/>
          <p:cNvSpPr>
            <a:spLocks noGrp="1"/>
          </p:cNvSpPr>
          <p:nvPr>
            <p:ph type="sldNum" sz="quarter" idx="4294967295"/>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From an EA perspective, the MDM project is structurally exposed in six places. There is no reusable canonical authority, source semantics are unclear, mapping decisions are not traceable, the same concepts are re-mapped across domains, stewardship rules are not semantically anchored, and EA cannot see concept coverage. Each of these is something Semantra is purpose-built to address — the next slide makes the mapping explicit.</a:t>
            </a:r>
          </a:p>
        </p:txBody>
      </p:sp>
      <p:sp>
        <p:nvSpPr>
          <p:cNvPr id="4" name="Slide Number Placeholder 3"/>
          <p:cNvSpPr>
            <a:spLocks noGrp="1"/>
          </p:cNvSpPr>
          <p:nvPr>
            <p:ph type="sldNum" sz="quarter" idx="4294967295"/>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This is the slide to spend time on with EA stakeholders. Every Semantra capability listed here corresponds to a concrete MDM gap from the previous slide. It is not a generic feature list — it is a one-to-one fit between what the MDM initiative needs and what the product already provides.</a:t>
            </a:r>
          </a:p>
        </p:txBody>
      </p:sp>
      <p:sp>
        <p:nvSpPr>
          <p:cNvPr id="4" name="Slide Number Placeholder 3"/>
          <p:cNvSpPr>
            <a:spLocks noGrp="1"/>
          </p:cNvSpPr>
          <p:nvPr>
            <p:ph type="sldNum" sz="quarter" idx="4294967295"/>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This is how Semantra integrates operationally. Source onboarding feeds Semantra the schemas. Profiling and multi-signal ranking happen inside Semantra. Canonical alignment produces the source-to-concept paths. Reviewed pairs become inputs into MDM match-and-merge configuration. Transformations and corrections feed stewardship. Finally, mapping sets are exported back into the MDM catalog and EA view. Semantra is the semantic spine of the pipeline.</a:t>
            </a:r>
          </a:p>
        </p:txBody>
      </p:sp>
      <p:sp>
        <p:nvSpPr>
          <p:cNvPr id="4" name="Slide Number Placeholder 3"/>
          <p:cNvSpPr>
            <a:spLocks noGrp="1"/>
          </p:cNvSpPr>
          <p:nvPr>
            <p:ph type="sldNum" sz="quarter" idx="4294967295"/>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The MDM-specific value is concrete. Rework drops because mappings are reviewed once and reused across domains. Traceability rises because every mapping carries explanations, audit, and a version. Reuse rises because customer, vendor and product mappings can share the same canonical concepts. Ambiguity drops because the bounded LLM is allowed to return no_match instead of producing a confident wrong answer. Each role in the program — MDM team, EA, PMO — gets a different concrete benefit from the same artifact.</a:t>
            </a:r>
          </a:p>
        </p:txBody>
      </p:sp>
      <p:sp>
        <p:nvSpPr>
          <p:cNvPr id="4" name="Slide Number Placeholder 3"/>
          <p:cNvSpPr>
            <a:spLocks noGrp="1"/>
          </p:cNvSpPr>
          <p:nvPr>
            <p:ph type="sldNum" sz="quarter" idx="4294967295"/>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The adoption path is phased and tied to the current MDM initiative. Phase one is a contained pilot inside the current MDM scope: two source systems, one domain, a reviewed mapping set version one. Phase two scales the canonical glossary across vendor and product domains and feeds Semantra outputs into match-and-merge configuration. Phase three pushes the value beyond the MDM project itself by publishing the mapping catalog to EA and PMO and reusing the canonical model in adjacent integrations.</a:t>
            </a:r>
          </a:p>
        </p:txBody>
      </p:sp>
      <p:sp>
        <p:nvSpPr>
          <p:cNvPr id="4" name="Slide Number Placeholder 3"/>
          <p:cNvSpPr>
            <a:spLocks noGrp="1"/>
          </p:cNvSpPr>
          <p:nvPr>
            <p:ph type="sldNum" sz="quarter" idx="4294967295"/>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is the natural pause point — the end of the operational story. </a:t>
            </a:r>
            <a:r>
              <a:rPr lang="en-US" dirty="0"/>
              <a:t>If we summarize </a:t>
            </a:r>
            <a:r>
              <a:rPr lang="en-US"/>
              <a:t>what we have covered so far </a:t>
            </a:r>
            <a:r>
              <a:rPr lang="en-US" dirty="0"/>
              <a:t>in one sentence, Semantra helps the organization move from one-off schema mapping effort toward reusable semantic integration knowledge under analyst and governance control</a:t>
            </a:r>
            <a:r>
              <a:rPr lang="en-US"/>
              <a:t>. From here we have three optional acts. The technical appendix goes deeper for engineering and EA audiences. The executive block reframes the story for leadership. And Part Two pitches Semantra as a sanctioned PMO service. Pick the act that matches the room</a:t>
            </a:r>
            <a:r>
              <a:rPr lang="en-US" dirty="0"/>
              <a:t>.</a:t>
            </a:r>
          </a:p>
        </p:txBody>
      </p:sp>
      <p:sp>
        <p:nvSpPr>
          <p:cNvPr id="4" name="Slide Number Placeholder 3"/>
          <p:cNvSpPr>
            <a:spLocks noGrp="1"/>
          </p:cNvSpPr>
          <p:nvPr>
            <p:ph type="sldNum" sz="quarter" idx="4294967295"/>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From here we move into the technical appendix. This is the optional deep-dive block — eight slides covering architecture, what files Semantra analyzes, the multi-signal scoring model, bounded LLM use, the canonical glossary mechanism, why canonical matters for EA, and the now-delivered mapping catalog with its filters and stakeholder views. Skip this block for executive audiences; spend more time on it for technical and EA audiences.</a:t>
            </a:r>
          </a:p>
        </p:txBody>
      </p:sp>
      <p:sp>
        <p:nvSpPr>
          <p:cNvPr id="4" name="Slide Number Placeholder 3"/>
          <p:cNvSpPr>
            <a:spLocks noGrp="1"/>
          </p:cNvSpPr>
          <p:nvPr>
            <p:ph type="sldNum" sz="quarter" idx="4294967295"/>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Architecturally, Semantra is a layered FastAPI backend with a modular Streamlit UI on top. The Streamlit UI layer hosts the workspace, decisions, admin and benchmark surfaces. The API layer exposes FastAPI routers for mapping, observability, evaluation, knowledge and upload. The service layer carries the core product logic — mapping, profiling, embedding, LLM, overlays, preview, codegen, persistence. The domain model layer defines schema, mapping, evaluation and observability models. The core layer handles settings, env loading, settings reload and logging. A utility layer provides name normalization, token enrichment and similarity helpers. And storage is split between in-memory active datasets and SQLite for everything that needs to persist. The reason this matters is that the product is no longer a prototype script — the separation lets us evolve any layer without rewriting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This matters because real projects do not always start with a clean source and target dataset pair. Sometimes we get real row data, sometimes only a field specification, and sometimes a schema snapshot. Semantra is designed to normalize these different inputs into a usable schema understanding layer.</a:t>
            </a:r>
          </a:p>
        </p:txBody>
      </p:sp>
      <p:sp>
        <p:nvSpPr>
          <p:cNvPr id="4" name="Slide Number Placeholder 3"/>
          <p:cNvSpPr>
            <a:spLocks noGrp="1"/>
          </p:cNvSpPr>
          <p:nvPr>
            <p:ph type="sldNum" sz="quarter" idx="4294967295"/>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Semantra combines multiple signals into a normalized score. The point is not only to rank candidates, but to expose why one candidate is stronger than another. This is why the trust layer can show a readable signal breakdown instead of only a final score. Note: the score is a ranking heuristic normalized to the 0..1 range, not a calibrated statistical probability.</a:t>
            </a:r>
          </a:p>
        </p:txBody>
      </p:sp>
      <p:sp>
        <p:nvSpPr>
          <p:cNvPr id="4" name="Slide Number Placeholder 3"/>
          <p:cNvSpPr>
            <a:spLocks noGrp="1"/>
          </p:cNvSpPr>
          <p:nvPr>
            <p:ph type="sldNum" sz="quarter" idx="4294967295"/>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This is one of the key trust points of the product</a:t>
            </a:r>
            <a:r>
              <a:rPr lang="en-US"/>
              <a:t>, and it consolidates two ideas onto one slide</a:t>
            </a:r>
            <a:r>
              <a:rPr lang="en-US" dirty="0"/>
              <a:t>. </a:t>
            </a:r>
            <a:r>
              <a:rPr lang="en-US"/>
              <a:t>First, where the </a:t>
            </a:r>
            <a:r>
              <a:rPr lang="en-US" dirty="0"/>
              <a:t>LLM </a:t>
            </a:r>
            <a:r>
              <a:rPr lang="en-US"/>
              <a:t>appears in Semantra: only inside the ambiguity band, working over an already-generated candidate set, allowed only to re-rank or return no_match. There is also a second bounded use case for transformation generation, but the principle </a:t>
            </a:r>
            <a:r>
              <a:rPr lang="en-US" dirty="0"/>
              <a:t>is </a:t>
            </a:r>
            <a:r>
              <a:rPr lang="en-US"/>
              <a:t>the same — the LLM never invents </a:t>
            </a:r>
            <a:r>
              <a:rPr lang="en-US" dirty="0"/>
              <a:t>a mapping from scratch. </a:t>
            </a:r>
            <a:r>
              <a:rPr lang="en-US"/>
              <a:t>Second, why this matters. Bounded validation buys us a closed candidate set, deterministic-first behavior, an honest no_match </a:t>
            </a:r>
            <a:r>
              <a:rPr lang="en-US" dirty="0"/>
              <a:t>when </a:t>
            </a:r>
            <a:r>
              <a:rPr lang="en-US"/>
              <a:t>the data </a:t>
            </a:r>
            <a:r>
              <a:rPr lang="en-US" dirty="0"/>
              <a:t>is </a:t>
            </a:r>
            <a:r>
              <a:rPr lang="en-US"/>
              <a:t>unclear, and an analyst who stays in the review loop. In enterprise delivery</a:t>
            </a:r>
            <a:r>
              <a:rPr lang="en-US" dirty="0"/>
              <a:t>, a </a:t>
            </a:r>
            <a:r>
              <a:rPr lang="en-US"/>
              <a:t>conservative no_match is almost always more useful than a confident wrong answer</a:t>
            </a:r>
            <a:r>
              <a:rPr lang="en-US" dirty="0"/>
              <a:t>.</a:t>
            </a:r>
          </a:p>
        </p:txBody>
      </p:sp>
      <p:sp>
        <p:nvSpPr>
          <p:cNvPr id="4" name="Slide Number Placeholder 3"/>
          <p:cNvSpPr>
            <a:spLocks noGrp="1"/>
          </p:cNvSpPr>
          <p:nvPr>
            <p:ph type="sldNum" sz="quarter" idx="4294967295"/>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The canonical glossary turns a source field into a business concept and only then resolves it into a target field. The example walks the chain concretely. KUNNR </a:t>
            </a:r>
            <a:r>
              <a:rPr lang="en-US" dirty="0"/>
              <a:t>is </a:t>
            </a:r>
            <a:r>
              <a:rPr lang="en-US"/>
              <a:t>a system-specific name in </a:t>
            </a:r>
            <a:r>
              <a:rPr lang="en-US" dirty="0"/>
              <a:t>an </a:t>
            </a:r>
            <a:r>
              <a:rPr lang="en-US"/>
              <a:t>SAP source. Customer.id is the canonical concept that gives it shared business meaning. Customer_ID is the system-specific name in the target</a:t>
            </a:r>
            <a:r>
              <a:rPr lang="en-US" dirty="0"/>
              <a:t>. </a:t>
            </a:r>
            <a:r>
              <a:rPr lang="en-US"/>
              <a:t>The middle layer is the leverage point — once the source </a:t>
            </a:r>
            <a:r>
              <a:rPr lang="en-US" dirty="0"/>
              <a:t>field </a:t>
            </a:r>
            <a:r>
              <a:rPr lang="en-US"/>
              <a:t>is correctly understood as a concept, the same interpretation reuses when we map into a different target later. Without the middle layer every new target restarts the work. With it</a:t>
            </a:r>
            <a:r>
              <a:rPr lang="en-US" dirty="0"/>
              <a:t>, the </a:t>
            </a:r>
            <a:r>
              <a:rPr lang="en-US"/>
              <a:t>canonical </a:t>
            </a:r>
            <a:r>
              <a:rPr lang="en-US" dirty="0"/>
              <a:t>concept </a:t>
            </a:r>
            <a:r>
              <a:rPr lang="en-US"/>
              <a:t>is the durable artifact and the target mappings become cheap. This is also the mechanism that lets EA gradually accumulate </a:t>
            </a:r>
            <a:r>
              <a:rPr lang="en-US" dirty="0"/>
              <a:t>a </a:t>
            </a:r>
            <a:r>
              <a:rPr lang="en-US"/>
              <a:t>shared semantic vocabulary instead of accepting that every project produces its own private one</a:t>
            </a:r>
            <a:r>
              <a:rPr lang="en-US" dirty="0"/>
              <a:t>.</a:t>
            </a:r>
          </a:p>
        </p:txBody>
      </p:sp>
      <p:sp>
        <p:nvSpPr>
          <p:cNvPr id="4" name="Slide Number Placeholder 3"/>
          <p:cNvSpPr>
            <a:spLocks noGrp="1"/>
          </p:cNvSpPr>
          <p:nvPr>
            <p:ph type="sldNum" sz="quarter" idx="4294967295"/>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For enterprise architecture, the real value is that mappings stop being isolated project artifacts. They start becoming semantic assets </a:t>
            </a:r>
            <a:r>
              <a:rPr lang="en-US"/>
              <a:t>— shared vocabulary across projects, reduced repeated semantic interpretation work, integration standardization</a:t>
            </a:r>
            <a:r>
              <a:rPr lang="en-US" dirty="0"/>
              <a:t>, </a:t>
            </a:r>
            <a:r>
              <a:rPr lang="en-US"/>
              <a:t>exposed concept coverage and gaps</a:t>
            </a:r>
            <a:r>
              <a:rPr lang="en-US" dirty="0"/>
              <a:t>, and a </a:t>
            </a:r>
            <a:r>
              <a:rPr lang="en-US"/>
              <a:t>foundation for the searchable mapping catalog we will see next. The hub-and-spoke picture on the slide makes the point visually: many systems, one canonical layer, reusable across the landscape</a:t>
            </a:r>
            <a:r>
              <a:rPr lang="en-US" dirty="0"/>
              <a:t>.</a:t>
            </a:r>
          </a:p>
        </p:txBody>
      </p:sp>
      <p:sp>
        <p:nvSpPr>
          <p:cNvPr id="4" name="Slide Number Placeholder 3"/>
          <p:cNvSpPr>
            <a:spLocks noGrp="1"/>
          </p:cNvSpPr>
          <p:nvPr>
            <p:ph type="sldNum" sz="quarter" idx="4294967295"/>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slide replaces the previous before-and-after framing because the catalog is no longer aspirational — it ships today. Walk it like this. Left side: </a:t>
            </a:r>
            <a:r>
              <a:rPr lang="en-US" dirty="0"/>
              <a:t>a </a:t>
            </a:r>
            <a:r>
              <a:rPr lang="en-US"/>
              <a:t>snapshot of what is in the </a:t>
            </a:r>
            <a:r>
              <a:rPr lang="en-US" dirty="0"/>
              <a:t>catalog</a:t>
            </a:r>
            <a:r>
              <a:rPr lang="en-US"/>
              <a:t> right now. Each row is an integration with its source system, target system, the canonical concept it carries, and a status — approved, in review</a:t>
            </a:r>
            <a:r>
              <a:rPr lang="en-US" dirty="0"/>
              <a:t>, or </a:t>
            </a:r>
            <a:r>
              <a:rPr lang="en-US"/>
              <a:t>draft. Note the concrete entries, including the MDM customer integration that wires ERP and CRM into the MDM hub</a:t>
            </a:r>
            <a:r>
              <a:rPr lang="en-US" dirty="0"/>
              <a:t>. </a:t>
            </a:r>
            <a:r>
              <a:rPr lang="en-US"/>
              <a:t>The </a:t>
            </a:r>
            <a:r>
              <a:rPr lang="en-US" dirty="0"/>
              <a:t>catalog</a:t>
            </a:r>
            <a:r>
              <a:rPr lang="en-US"/>
              <a:t> is auto-fed from approved mapping sets</a:t>
            </a:r>
            <a:r>
              <a:rPr lang="en-US" dirty="0"/>
              <a:t>, </a:t>
            </a:r>
            <a:r>
              <a:rPr lang="en-US"/>
              <a:t>so no analyst has to maintain it manually. Right side: four affordances that exist in </a:t>
            </a:r>
            <a:r>
              <a:rPr lang="en-US" dirty="0"/>
              <a:t>the </a:t>
            </a:r>
            <a:r>
              <a:rPr lang="en-US"/>
              <a:t>workspace today. Users </a:t>
            </a:r>
            <a:r>
              <a:rPr lang="en-US" dirty="0"/>
              <a:t>can search </a:t>
            </a:r>
            <a:r>
              <a:rPr lang="en-US"/>
              <a:t>by any catalog dimension, reuse an approved mapping into a new program, govern across the portfolio with diff, audit and status</a:t>
            </a:r>
            <a:r>
              <a:rPr lang="en-US" dirty="0"/>
              <a:t>, </a:t>
            </a:r>
            <a:r>
              <a:rPr lang="en-US"/>
              <a:t>and see </a:t>
            </a:r>
            <a:r>
              <a:rPr lang="en-US" dirty="0"/>
              <a:t>canonical </a:t>
            </a:r>
            <a:r>
              <a:rPr lang="en-US"/>
              <a:t>concept </a:t>
            </a:r>
            <a:r>
              <a:rPr lang="en-US" dirty="0"/>
              <a:t>coverage</a:t>
            </a:r>
            <a:r>
              <a:rPr lang="en-US"/>
              <a:t> gaps for EA review. The headline is simple — the catalog is delivered, in the workspace</a:t>
            </a:r>
            <a:r>
              <a:rPr lang="en-US" dirty="0"/>
              <a:t>, </a:t>
            </a:r>
            <a:r>
              <a:rPr lang="en-US"/>
              <a:t>working </a:t>
            </a:r>
            <a:r>
              <a:rPr lang="en-US" dirty="0"/>
              <a:t>from </a:t>
            </a:r>
            <a:r>
              <a:rPr lang="en-US"/>
              <a:t>real mapping sets</a:t>
            </a:r>
            <a:r>
              <a:rPr lang="en-US" dirty="0"/>
              <a:t>.</a:t>
            </a:r>
          </a:p>
        </p:txBody>
      </p:sp>
      <p:sp>
        <p:nvSpPr>
          <p:cNvPr id="4" name="Slide Number Placeholder 3"/>
          <p:cNvSpPr>
            <a:spLocks noGrp="1"/>
          </p:cNvSpPr>
          <p:nvPr>
            <p:ph type="sldNum" sz="quarter" idx="4294967295"/>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a:t>
            </a:r>
            <a:r>
              <a:rPr lang="en-US" dirty="0"/>
              <a:t>is </a:t>
            </a:r>
            <a:r>
              <a:rPr lang="en-US"/>
              <a:t>the operator side </a:t>
            </a:r>
            <a:r>
              <a:rPr lang="en-US" dirty="0"/>
              <a:t>of </a:t>
            </a:r>
            <a:r>
              <a:rPr lang="en-US"/>
              <a:t>the catalog — what someone actually does with it day to day</a:t>
            </a:r>
            <a:r>
              <a:rPr lang="en-US" dirty="0"/>
              <a:t>. </a:t>
            </a:r>
            <a:r>
              <a:rPr lang="en-US"/>
              <a:t>On the left, the filter bar shows the dimensions you can slice by, with example values </a:t>
            </a:r>
            <a:r>
              <a:rPr lang="en-US" dirty="0"/>
              <a:t>to </a:t>
            </a:r>
            <a:r>
              <a:rPr lang="en-US"/>
              <a:t>make clear these are live filters working over real entries: source system, target system, canonical concept</a:t>
            </a:r>
            <a:r>
              <a:rPr lang="en-US" dirty="0"/>
              <a:t>, </a:t>
            </a:r>
            <a:r>
              <a:rPr lang="en-US"/>
              <a:t>owner</a:t>
            </a:r>
            <a:r>
              <a:rPr lang="en-US" dirty="0"/>
              <a:t>, </a:t>
            </a:r>
            <a:r>
              <a:rPr lang="en-US"/>
              <a:t>status</a:t>
            </a:r>
            <a:r>
              <a:rPr lang="en-US" dirty="0"/>
              <a:t>, and reuse </a:t>
            </a:r>
            <a:r>
              <a:rPr lang="en-US"/>
              <a:t>signals like number of times a mapping has been pulled into other programs. On the right, the four delivered views, each labelled with the audience that benefits most. Integration list is the portfolio-level overview PMO uses for status at a glance. Integration detail is the deep dive an analyst uses to inspect the evidence behind a single mapping. Concept-centric view is what EA opens to see how each canonical concept is covered across systems. Source-to-Target matrix is the architecture-level read for cross-system patterns. Same memory, four lenses — that is what makes the catalog useful </a:t>
            </a:r>
            <a:r>
              <a:rPr lang="en-US" dirty="0"/>
              <a:t>across </a:t>
            </a:r>
            <a:r>
              <a:rPr lang="en-US"/>
              <a:t>roles instead of just being a table</a:t>
            </a:r>
            <a:r>
              <a:rPr lang="en-US" dirty="0"/>
              <a:t>.</a:t>
            </a:r>
          </a:p>
        </p:txBody>
      </p:sp>
      <p:sp>
        <p:nvSpPr>
          <p:cNvPr id="4" name="Slide Number Placeholder 3"/>
          <p:cNvSpPr>
            <a:spLocks noGrp="1"/>
          </p:cNvSpPr>
          <p:nvPr>
            <p:ph type="sldNum" sz="quarter" idx="4294967295"/>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We are now leaving the operational and technical material and stepping up to leadership-level framing. The next four slides are the executive view: a one-sentence positioning, why it matters to the organization, what is already delivered today, and where this can go strategically. After that we have a leaner one-slide condensation for audiences who only have a couple of minutes. The point of separating this out as its own act is that the language and the level of detail change here — fewer mechanics, more outcomes.</a:t>
            </a:r>
          </a:p>
        </p:txBody>
      </p:sp>
      <p:sp>
        <p:nvSpPr>
          <p:cNvPr id="4" name="Slide Number Placeholder 3"/>
          <p:cNvSpPr>
            <a:spLocks noGrp="1"/>
          </p:cNvSpPr>
          <p:nvPr>
            <p:ph type="sldNum" sz="quarter" idx="4294967295"/>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executive level, the simplest way to describe Semantra is this: it is a semantic mapping capability that helps teams understand schemas, align them through </a:t>
            </a:r>
            <a:r>
              <a:rPr lang="en-US"/>
              <a:t>canonical </a:t>
            </a:r>
            <a:r>
              <a:rPr lang="en-US" dirty="0"/>
              <a:t>concepts, review </a:t>
            </a:r>
            <a:r>
              <a:rPr lang="en-US"/>
              <a:t>the </a:t>
            </a:r>
            <a:r>
              <a:rPr lang="en-US" dirty="0"/>
              <a:t>decisions</a:t>
            </a:r>
            <a:r>
              <a:rPr lang="en-US"/>
              <a:t> that come out</a:t>
            </a:r>
            <a:r>
              <a:rPr lang="en-US" dirty="0"/>
              <a:t>, and preserve that knowledge for future reuse</a:t>
            </a:r>
            <a:r>
              <a:rPr lang="en-US"/>
              <a:t>. The four pillars on the slide — understand, align, review, reuse — are deliberately the same words we have used elsewhere because the message should land the same way for an analyst, an architect and an executive. One sentence, four pillars, no jargon</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case is broader than efficiency. Semantra improves mapping quality and consistency, but more importantly, it reduces reinvention across projects and creates a reusable body of semantic integration knowledge.</a:t>
            </a:r>
            <a:r>
              <a:rPr lang="en-US"/>
              <a:t> The five cards on the slide cover that arc: efficiency from less manual mapping, trust from explainable decisions, standardization through canonical alignment, reuse through the delivered catalog, and visibility for PMO and EA into work that previously lived in spreadsheets. The headline at the bottom — better organizational memory, not just faster mapping — is the line to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future-only story. The current product already supports the core mapping and review lifecycle</a:t>
            </a:r>
            <a:r>
              <a:rPr lang="en-US"/>
              <a:t> — multi-format ingestion</a:t>
            </a:r>
            <a:r>
              <a:rPr lang="en-US" dirty="0"/>
              <a:t>, </a:t>
            </a:r>
            <a:r>
              <a:rPr lang="en-US"/>
              <a:t>an explainable multi-signal mapping engine</a:t>
            </a:r>
            <a:r>
              <a:rPr lang="en-US" dirty="0"/>
              <a:t>, </a:t>
            </a:r>
            <a:r>
              <a:rPr lang="en-US"/>
              <a:t>canonical-first mapping</a:t>
            </a:r>
            <a:r>
              <a:rPr lang="en-US" dirty="0"/>
              <a:t>, </a:t>
            </a:r>
            <a:r>
              <a:rPr lang="en-US"/>
              <a:t>bounded LLM usage for validation and </a:t>
            </a:r>
            <a:r>
              <a:rPr lang="en-US" dirty="0"/>
              <a:t>transformation, </a:t>
            </a:r>
            <a:r>
              <a:rPr lang="en-US"/>
              <a:t>mapping-set governance with versions and audit, benchmark and correction infrastructure, </a:t>
            </a:r>
            <a:r>
              <a:rPr lang="en-US" dirty="0"/>
              <a:t>and </a:t>
            </a:r>
            <a:r>
              <a:rPr lang="en-US"/>
              <a:t>the most recent addition: the mapping catalog itself, which turns approved mapping sets into a searchable inventory the next program can reuse. Seven delivered capabilities, end-to-end, in the workspace today. The catalog tile is highlighted because it is what changes the value proposition from a per-project tool into a compounding asset</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next-value move is </a:t>
            </a:r>
            <a:r>
              <a:rPr lang="en-US"/>
              <a:t>no longer just shipping the catalog — that </a:t>
            </a:r>
            <a:r>
              <a:rPr lang="en-US" dirty="0"/>
              <a:t>is </a:t>
            </a:r>
            <a:r>
              <a:rPr lang="en-US"/>
              <a:t>now in the TODAY column alongside </a:t>
            </a:r>
            <a:r>
              <a:rPr lang="en-US" dirty="0"/>
              <a:t>the </a:t>
            </a:r>
            <a:r>
              <a:rPr lang="en-US"/>
              <a:t>pilot-grade workbench </a:t>
            </a:r>
            <a:r>
              <a:rPr lang="en-US" dirty="0"/>
              <a:t>and </a:t>
            </a:r>
            <a:r>
              <a:rPr lang="en-US"/>
              <a:t>canonical-first flow. The NEXT column is about hardening what exists: stronger governance gates for approved assets, reuse metrics that quantify </a:t>
            </a:r>
            <a:r>
              <a:rPr lang="en-US" dirty="0"/>
              <a:t>catalog </a:t>
            </a:r>
            <a:r>
              <a:rPr lang="en-US"/>
              <a:t>payoff across programs, </a:t>
            </a:r>
            <a:r>
              <a:rPr lang="en-US" dirty="0"/>
              <a:t>and </a:t>
            </a:r>
            <a:r>
              <a:rPr lang="en-US"/>
              <a:t>stewardship workflows around concept ownership. The STRATEGIC column reframes the destination: </a:t>
            </a:r>
            <a:r>
              <a:rPr lang="en-US" dirty="0"/>
              <a:t>a </a:t>
            </a:r>
            <a:r>
              <a:rPr lang="en-US"/>
              <a:t>PMO service-catalog capability that programs consume on demand, an EA-grade canonical </a:t>
            </a:r>
            <a:r>
              <a:rPr lang="en-US" dirty="0"/>
              <a:t>model</a:t>
            </a:r>
            <a:r>
              <a:rPr lang="en-US"/>
              <a:t> that evolves from real project evidence, and integration intelligence that surfaces patterns across the portfolio. The arc is the same as before — explainable today, governed tomorrow, reusable at enterprise scale — but the milestones have moved one column to the left because the catalog is delivered</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If you only have one slide, this is it. Lead with the headline: Semantra is a controlled semantic mapping capability — explainable today, governed tomorrow, reusable at enterprise scale. The four quadrants compress the executive narrative. What it is: an explainable, deterministic-first workbench grounded in canonical concepts. Why it matters: better organizational memory, not just faster mapping. What exists today: a pilot-grade capability with multi-format ingestion, multi-signal scoring, canonical-first flow, bounded LLM usage and mapping-set governance. Where it goes: governance gates, a searchable mapping and integration catalog, and a PMO service-catalog capability. Close on the three-word strap line — standardize, govern, reuse — and stop. This slide is designed to land the message in under a minute.</a:t>
            </a:r>
          </a:p>
        </p:txBody>
      </p:sp>
      <p:sp>
        <p:nvSpPr>
          <p:cNvPr id="4" name="Slide Number Placeholder 3"/>
          <p:cNvSpPr>
            <a:spLocks noGrp="1"/>
          </p:cNvSpPr>
          <p:nvPr>
            <p:ph type="sldNum" sz="quarter" idx="4294967295"/>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We are now opening Part Two of the deck. Part One was about what Semantra is and what it can do. Part Two is the proposal: positioning Semantra as a sanctioned, repeatable PMO service catalog offering, anchored to Enterprise Architecture standards. The framing is deliberate — we are not asking leadership to buy a tool, we are asking them to endorse a service capability that programs can consume on demand and that compounds in value across engagements. The next five slides cover the gap, the offering, the EA linkage, the engagement model, and a one-page executive summary.</a:t>
            </a:r>
          </a:p>
        </p:txBody>
      </p:sp>
      <p:sp>
        <p:nvSpPr>
          <p:cNvPr id="4" name="Slide Number Placeholder 3"/>
          <p:cNvSpPr>
            <a:spLocks noGrp="1"/>
          </p:cNvSpPr>
          <p:nvPr>
            <p:ph type="sldNum" sz="quarter" idx="4294967295"/>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Three observations are why PMO needs this capability. First, repeated effort: each program rebuilds mapping logic from scratch with no shared baseline, which means we pay the same cost over and over. Second, opaque decisions: mapping rationale lives in chat threads and personal spreadsheets, not in any audit-ready artifact, which means we cannot defend or reuse it. Third, EA disconnect: mappings rarely reference canonical concepts or enterprise data standards, which means the work delivered does not strengthen the enterprise model. The opportunity statement at the bottom of the slide is the pivot — stand Semantra up as a shared PMO service so every program inherits the same explainable mapping engine, the same trust layer, and the same canonical glossary anchored to EA.</a:t>
            </a:r>
          </a:p>
        </p:txBody>
      </p:sp>
      <p:sp>
        <p:nvSpPr>
          <p:cNvPr id="4" name="Slide Number Placeholder 3"/>
          <p:cNvSpPr>
            <a:spLocks noGrp="1"/>
          </p:cNvSpPr>
          <p:nvPr>
            <p:ph type="sldNum" sz="quarter" idx="4294967295"/>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is the proposed service entry: Semantic Mapping and Schema Alignment, sitting under Data and Integration Services, jointly owned by PMO for delivery and EA for standards, consumed by program teams, integration squads and M&amp;A workstreams. We propose three tiers so consumption is graduated. Tier one, self-serve, gives any program upload, auto-mapping with explanations, the Streamlit review UI and pandas codegen — a sandbox with no governance gate. Tier two, assisted, adds analyst pairing, custom knowledge overlays, draft-to-review mapping sets and benchmark plus correction-impact runs — sponsored by the program PM. Tier three, governed, adds EA canonical alignment, approved mapping sets with audit, status-gated export and run, and reusable rules promoted to the org library — endorsed by the EA Council. The tiers exist so we can match weight of governance to risk of the engagement.</a:t>
            </a:r>
          </a:p>
        </p:txBody>
      </p:sp>
      <p:sp>
        <p:nvSpPr>
          <p:cNvPr id="4" name="Slide Number Placeholder 3"/>
          <p:cNvSpPr>
            <a:spLocks noGrp="1"/>
          </p:cNvSpPr>
          <p:nvPr>
            <p:ph type="sldNum" sz="quarter" idx="4294967295"/>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slide is for the EA stakeholders specifically. Semantra is not a competitor to EA artifacts — it is the operational instrument that turns those artifacts into running, audited project work, with feedback flowing back into EA standards. On the left, EA inputs into Semantra: the canonical business glossary, data domain and entity catalog, approved naming standards, reference architecture overlays, and data classification rules. In the middle, the Semantra runtime: profile and multi-signal ranking, source-to-concept-to-target paths, constrained AI in the ambiguity band, reviewed mapping sets with status, and audit trails on every change. On the right, what Semantra ships back to EA: glossary gap candidates from real projects, coverage metrics by domain and program, reusable rules promoted from corrections, evidence for canonical model evolution, and audit artifacts ready for EA review boards. This is a two-way relationship by design.</a:t>
            </a:r>
          </a:p>
        </p:txBody>
      </p:sp>
      <p:sp>
        <p:nvSpPr>
          <p:cNvPr id="4" name="Slide Number Placeholder 3"/>
          <p:cNvSpPr>
            <a:spLocks noGrp="1"/>
          </p:cNvSpPr>
          <p:nvPr>
            <p:ph type="sldNum" sz="quarter" idx="4294967295"/>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is the engagement model — five steps and an explicit RACI so there is no ambiguity about who does what. Intake: the program submits source and target inputs via a PMO request form. Provision: PMO assigns the right tier and EA provides the glossary slice and overlays. Map and review: Semantra produces ranked candidates with explanations and the analyst reviews them. Approve: the mapping set moves through draft, review and approved with audit. Hand-off: pandas codegen and test sets are delivered, and any corrections come back into the system. The RACI underneath formalizes responsibility — the program owns submission and approval, PMO owns onboarding and governance, EA owns glossary alignment, and the Semantra team owns codegen and handoff. Spelling this out is what makes it a service rather than a tool.</a:t>
            </a:r>
          </a:p>
        </p:txBody>
      </p:sp>
      <p:sp>
        <p:nvSpPr>
          <p:cNvPr id="4" name="Slide Number Placeholder 3"/>
          <p:cNvSpPr>
            <a:spLocks noGrp="1"/>
          </p:cNvSpPr>
          <p:nvPr>
            <p:ph type="sldNum" sz="quarter" idx="4294967295"/>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is the leave-behind — the one-pager an executive can read in sixty seconds without us in the room. Top stats anchor the scope: deterministic-first, ten functional areas (the catalog is the newest), nine workflows (now including discover and reuse), and three service tiers. The three columns answer the standard executive questions. What it does: profile schemas, rank candidates with explainable signals, reason over canonical concept paths, validate transformations before code, discover and reuse from the mapping catalog, and learn from corrections. Who it serves: program teams, integration and migration squads, M&amp;A workstreams, EA, and the analysts who own trust and audit. Why now: it replaces bespoke spreadsheets, gives an audit-ready alternative to free-form LLMs, the catalog is delivered so reuse compounds today, mappings are anchored to enterprise standards, and we are pilot-ready in the workspace. The ask, in one line at the bottom: endorse Semantra as a PMO catalog service, approve two pilots this quarter, and sponsor EA canonical alignment.</a:t>
            </a:r>
          </a:p>
        </p:txBody>
      </p:sp>
      <p:sp>
        <p:nvSpPr>
          <p:cNvPr id="4" name="Slide Number Placeholder 3"/>
          <p:cNvSpPr>
            <a:spLocks noGrp="1"/>
          </p:cNvSpPr>
          <p:nvPr>
            <p:ph type="sldNum" sz="quarter" idx="4294967295"/>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Architecturally, Semantra is a layered FastAPI backend with a modular Streamlit UI on top. The Streamlit UI layer hosts the workspace, decisions, admin and benchmark surfaces. The API layer exposes FastAPI routers for mapping, observability, evaluation, knowledge and upload. The service layer carries the core product logic — mapping, profiling, embedding, LLM, overlays, preview, codegen, persistence. The domain model layer defines schema, mapping, evaluation and observability models. The core layer handles settings, env loading, settings reload and logging. A utility layer provides name normalization, token enrichment and similarity helpers. And storage is split between in-memory active datasets and SQLite for everything that needs to persist. The reason this matters is that the product is no longer a prototype script — the separation lets us evolve any layer without rewriting the others.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matters because real projects do not always start with a clean source and target dataset pair. Sometimes we get real row data, sometimes only a field specification, and sometimes a schema snapshot. Semantra is designed to normalize these different inputs into a usable schema understanding layer.</a:t>
            </a:r>
          </a:p>
        </p:txBody>
      </p:sp>
      <p:sp>
        <p:nvSpPr>
          <p:cNvPr id="4" name="Slide Number Placeholder 3"/>
          <p:cNvSpPr>
            <a:spLocks noGrp="1"/>
          </p:cNvSpPr>
          <p:nvPr>
            <p:ph type="sldNum" sz="quarter" idx="4294967295"/>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Semantra combines multiple signals into a normalized score. The point is not only to rank candidates, but to expose why one candidate is stronger than another. This is why the trust layer can show a readable signal breakdown instead of only a final score. Note: the score is a ranking heuristic normalized to the 0..1 range, not a calibrated statistical probability.</a:t>
            </a:r>
          </a:p>
        </p:txBody>
      </p:sp>
      <p:sp>
        <p:nvSpPr>
          <p:cNvPr id="4" name="Slide Number Placeholder 3"/>
          <p:cNvSpPr>
            <a:spLocks noGrp="1"/>
          </p:cNvSpPr>
          <p:nvPr>
            <p:ph type="sldNum" sz="quarter" idx="4294967295"/>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is one of the key trust points of the product, and it consolidates two ideas onto one slide. First, where the LLM appears in Semantra: only inside the ambiguity band, working over an already-generated candidate set, allowed only to re-rank or return no_match. There is also a second bounded use case for transformation generation, but the principle is the same — the LLM never invents a mapping from scratch. Second, why this matters. Bounded validation buys us a closed candidate set, deterministic-first behavior, an honest no_match when the data is unclear, and an analyst who stays in the review loop. In enterprise delivery, a conservative no_match is almost always more useful than a confident wrong answer.</a:t>
            </a:r>
          </a:p>
        </p:txBody>
      </p:sp>
      <p:sp>
        <p:nvSpPr>
          <p:cNvPr id="4" name="Slide Number Placeholder 3"/>
          <p:cNvSpPr>
            <a:spLocks noGrp="1"/>
          </p:cNvSpPr>
          <p:nvPr>
            <p:ph type="sldNum" sz="quarter" idx="4294967295"/>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The canonical glossary turns a source field into a business concept and only then resolves it into a target field. The example walks the chain concretely. KUNNR is a system-specific name in an SAP source. Customer.id is the canonical concept that gives it shared business meaning. Customer_ID is the system-specific name in the target. The middle layer is the leverage point — once the source field is correctly understood as a concept, the same interpretation reuses when we map into a different target later. Without the middle layer every new target restarts the work. With it, the canonical concept is the durable artifact and the target mappings become cheap. This is also the mechanism that lets EA gradually accumulate a shared semantic vocabulary instead of accepting that every project produces its own private one.</a:t>
            </a:r>
          </a:p>
        </p:txBody>
      </p:sp>
      <p:sp>
        <p:nvSpPr>
          <p:cNvPr id="4" name="Slide Number Placeholder 3"/>
          <p:cNvSpPr>
            <a:spLocks noGrp="1"/>
          </p:cNvSpPr>
          <p:nvPr>
            <p:ph type="sldNum" sz="quarter" idx="4294967295"/>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For enterprise architecture, the real value is that mappings stop being isolated project artifacts. They start becoming semantic assets — shared vocabulary across projects, reduced repeated semantic interpretation work, integration standardization, exposed concept coverage and gaps, and a foundation for the searchable mapping catalog we will see next. The hub-and-spoke picture on the slide makes the point visually: many systems, one canonical layer, reusable across the landscape.</a:t>
            </a:r>
          </a:p>
        </p:txBody>
      </p:sp>
      <p:sp>
        <p:nvSpPr>
          <p:cNvPr id="4" name="Slide Number Placeholder 3"/>
          <p:cNvSpPr>
            <a:spLocks noGrp="1"/>
          </p:cNvSpPr>
          <p:nvPr>
            <p:ph type="sldNum" sz="quarter" idx="4294967295"/>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is the operator side of the catalog — what someone actually does with it day to day. On the left, the filter bar shows the dimensions you can slice by, with example values to make clear these are live filters working over real entries: source system, target system, canonical concept, owner, status, and reuse signals like number of times a mapping has been pulled into other programs. On the right, the four delivered views, each labelled with the audience that benefits most. Integration list is the portfolio-level overview PMO uses for status at a glance. Integration detail is the deep dive an analyst uses to inspect the evidence behind a single mapping. Concept-centric view is what EA opens to see how each canonical concept is covered across systems. Source-to-Target matrix is the architecture-level read for cross-system patterns. Same memory, four lenses — that is what makes the catalog useful across roles instead of just being a table.</a:t>
            </a:r>
          </a:p>
        </p:txBody>
      </p:sp>
      <p:sp>
        <p:nvSpPr>
          <p:cNvPr id="4" name="Slide Number Placeholder 3"/>
          <p:cNvSpPr>
            <a:spLocks noGrp="1"/>
          </p:cNvSpPr>
          <p:nvPr>
            <p:ph type="sldNum" sz="quarter" idx="4294967295"/>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is how Semantra integrates operationally. Source onboarding feeds Semantra the schemas. Profiling and multi-signal ranking happen inside Semantra. Canonical alignment produces the source-to-concept paths. Reviewed pairs become inputs into MDM match-and-merge configuration. Transformations and corrections feed stewardship. Finally, mapping sets are exported back into the MDM catalog and EA view. Semantra is the semantic spine of the pipeline.</a:t>
            </a:r>
          </a:p>
        </p:txBody>
      </p:sp>
      <p:sp>
        <p:nvSpPr>
          <p:cNvPr id="4" name="Slide Number Placeholder 3"/>
          <p:cNvSpPr>
            <a:spLocks noGrp="1"/>
          </p:cNvSpPr>
          <p:nvPr>
            <p:ph type="sldNum" sz="quarter" idx="4294967295"/>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is the slide to spend time on with EA stakeholders. Every Semantra capability listed here corresponds to a concrete MDM gap from the previous slide. It is not a generic feature list — it is a one-to-one fit between what the MDM initiative needs and what the product already provides.</a:t>
            </a:r>
          </a:p>
        </p:txBody>
      </p:sp>
      <p:sp>
        <p:nvSpPr>
          <p:cNvPr id="4" name="Slide Number Placeholder 3"/>
          <p:cNvSpPr>
            <a:spLocks noGrp="1"/>
          </p:cNvSpPr>
          <p:nvPr>
            <p:ph type="sldNum" sz="quarter" idx="4294967295"/>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slide is for the EA stakeholders specifically. Semantra is not a competitor to EA artifacts — it is the operational instrument that turns those artifacts into running, audited project work, with feedback flowing back into EA standards. On the left, EA inputs into Semantra: the canonical business glossary, data domain and entity catalog, approved naming standards, reference architecture overlays, and data classification rules. In the middle, the Semantra runtime: profile and multi-signal ranking, source-to-concept-to-target paths, constrained AI in the ambiguity band, reviewed mapping sets with status, and audit trails on every change. On the right, what Semantra ships back to EA: glossary gap candidates from real projects, coverage metrics by domain and program, reusable rules promoted from corrections, evidence for canonical model evolution, and audit artifacts ready for EA review boards. This is a two-way relationship by design.</a:t>
            </a:r>
          </a:p>
        </p:txBody>
      </p:sp>
      <p:sp>
        <p:nvSpPr>
          <p:cNvPr id="4" name="Slide Number Placeholder 3"/>
          <p:cNvSpPr>
            <a:spLocks noGrp="1"/>
          </p:cNvSpPr>
          <p:nvPr>
            <p:ph type="sldNum" sz="quarter" idx="4294967295"/>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is the engagement model — five steps and an explicit RACI so there is no ambiguity about who does what. Intake: the program submits source and target inputs via a PMO request form. Provision: PMO assigns the right tier and EA provides the glossary slice and overlays. Map and review: Semantra produces ranked candidates with explanations and the analyst reviews them. Approve: the mapping set moves through draft, review and approved with audit. Hand-off: pandas codegen and test sets are delivered, and any corrections come back into the system. The RACI underneath formalizes responsibility — the program owns submission and approval, PMO owns onboarding and governance, EA owns glossary alignment, and the Semantra team owns codegen and handoff. Spelling this out is what makes it a service rather than a tool.</a:t>
            </a:r>
          </a:p>
        </p:txBody>
      </p:sp>
      <p:sp>
        <p:nvSpPr>
          <p:cNvPr id="4" name="Slide Number Placeholder 3"/>
          <p:cNvSpPr>
            <a:spLocks noGrp="1"/>
          </p:cNvSpPr>
          <p:nvPr>
            <p:ph type="sldNum" sz="quarter" idx="4294967295"/>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This is the proposed service entry: Semantic Mapping and Schema Alignment, sitting under Data and Integration Services, jointly owned by PMO for delivery and EA for standards, consumed by program teams, integration squads and M&amp;A workstreams. We propose three tiers so consumption is graduated. Tier one, self-serve, gives any program upload, auto-mapping with explanations, the Streamlit review UI and pandas codegen — a sandbox with no governance gate. Tier two, assisted, adds analyst pairing, custom knowledge overlays, draft-to-review mapping sets and benchmark plus correction-impact runs — sponsored by the program PM. Tier three, governed, adds EA canonical alignment, approved mapping sets with audit, status-gated export and run, and reusable rules promoted to the org library — endorsed by the EA Council. The tiers exist so we can match weight of governance to risk of the engagement.</a:t>
            </a:r>
          </a:p>
        </p:txBody>
      </p:sp>
      <p:sp>
        <p:nvSpPr>
          <p:cNvPr id="4" name="Slide Number Placeholder 3"/>
          <p:cNvSpPr>
            <a:spLocks noGrp="1"/>
          </p:cNvSpPr>
          <p:nvPr>
            <p:ph type="sldNum" sz="quarter" idx="4294967295"/>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A2E"/>
        </a:solidFill>
        <a:effectLst/>
      </p:bgPr>
    </p:bg>
    <p:spTree>
      <p:nvGrpSpPr>
        <p:cNvPr id="1" name=""/>
        <p:cNvGrpSpPr/>
        <p:nvPr/>
      </p:nvGrpSpPr>
      <p:grpSpPr>
        <a:xfrm>
          <a:off x="0" y="0"/>
          <a:ext cx="0" cy="0"/>
          <a:chOff x="0" y="0"/>
          <a:chExt cx="0" cy="0"/>
        </a:xfrm>
      </p:grpSpPr>
      <p:sp>
        <p:nvSpPr>
          <p:cNvPr id="2" name="Shape 0"/>
          <p:cNvSpPr/>
          <p:nvPr/>
        </p:nvSpPr>
        <p:spPr>
          <a:xfrm>
            <a:off x="5943600" y="457200"/>
            <a:ext cx="0" cy="4206240"/>
          </a:xfrm>
          <a:prstGeom prst="line">
            <a:avLst/>
          </a:prstGeom>
          <a:noFill/>
          <a:ln w="6350">
            <a:solidFill>
              <a:srgbClr val="00A896">
                <a:alpha val="30000"/>
              </a:srgbClr>
            </a:solidFill>
            <a:prstDash val="solid"/>
          </a:ln>
        </p:spPr>
        <p:txBody>
          <a:bodyPr/>
          <a:lstStyle/>
          <a:p>
            <a:endParaRPr lang="en-US"/>
          </a:p>
        </p:txBody>
      </p:sp>
      <p:sp>
        <p:nvSpPr>
          <p:cNvPr id="3" name="Shape 1"/>
          <p:cNvSpPr/>
          <p:nvPr/>
        </p:nvSpPr>
        <p:spPr>
          <a:xfrm>
            <a:off x="6080760" y="457200"/>
            <a:ext cx="0" cy="4206240"/>
          </a:xfrm>
          <a:prstGeom prst="line">
            <a:avLst/>
          </a:prstGeom>
          <a:noFill/>
          <a:ln w="6350">
            <a:solidFill>
              <a:srgbClr val="00A896">
                <a:alpha val="38000"/>
              </a:srgbClr>
            </a:solidFill>
            <a:prstDash val="solid"/>
          </a:ln>
        </p:spPr>
        <p:txBody>
          <a:bodyPr/>
          <a:lstStyle/>
          <a:p>
            <a:endParaRPr lang="en-US"/>
          </a:p>
        </p:txBody>
      </p:sp>
      <p:sp>
        <p:nvSpPr>
          <p:cNvPr id="4" name="Shape 2"/>
          <p:cNvSpPr/>
          <p:nvPr/>
        </p:nvSpPr>
        <p:spPr>
          <a:xfrm>
            <a:off x="6217920" y="457200"/>
            <a:ext cx="0" cy="4206240"/>
          </a:xfrm>
          <a:prstGeom prst="line">
            <a:avLst/>
          </a:prstGeom>
          <a:noFill/>
          <a:ln w="6350">
            <a:solidFill>
              <a:srgbClr val="00A896">
                <a:alpha val="46000"/>
              </a:srgbClr>
            </a:solidFill>
            <a:prstDash val="solid"/>
          </a:ln>
        </p:spPr>
        <p:txBody>
          <a:bodyPr/>
          <a:lstStyle/>
          <a:p>
            <a:endParaRPr lang="en-US"/>
          </a:p>
        </p:txBody>
      </p:sp>
      <p:sp>
        <p:nvSpPr>
          <p:cNvPr id="5" name="Shape 3"/>
          <p:cNvSpPr/>
          <p:nvPr/>
        </p:nvSpPr>
        <p:spPr>
          <a:xfrm>
            <a:off x="6355080" y="457200"/>
            <a:ext cx="0" cy="4206240"/>
          </a:xfrm>
          <a:prstGeom prst="line">
            <a:avLst/>
          </a:prstGeom>
          <a:noFill/>
          <a:ln w="6350">
            <a:solidFill>
              <a:srgbClr val="00A896">
                <a:alpha val="54000"/>
              </a:srgbClr>
            </a:solidFill>
            <a:prstDash val="solid"/>
          </a:ln>
        </p:spPr>
        <p:txBody>
          <a:bodyPr/>
          <a:lstStyle/>
          <a:p>
            <a:endParaRPr lang="en-US"/>
          </a:p>
        </p:txBody>
      </p:sp>
      <p:sp>
        <p:nvSpPr>
          <p:cNvPr id="6" name="Shape 4"/>
          <p:cNvSpPr/>
          <p:nvPr/>
        </p:nvSpPr>
        <p:spPr>
          <a:xfrm>
            <a:off x="6492240" y="457200"/>
            <a:ext cx="0" cy="4206240"/>
          </a:xfrm>
          <a:prstGeom prst="line">
            <a:avLst/>
          </a:prstGeom>
          <a:noFill/>
          <a:ln w="6350">
            <a:solidFill>
              <a:srgbClr val="00A896">
                <a:alpha val="62000"/>
              </a:srgbClr>
            </a:solidFill>
            <a:prstDash val="solid"/>
          </a:ln>
        </p:spPr>
        <p:txBody>
          <a:bodyPr/>
          <a:lstStyle/>
          <a:p>
            <a:endParaRPr lang="en-US"/>
          </a:p>
        </p:txBody>
      </p:sp>
      <p:sp>
        <p:nvSpPr>
          <p:cNvPr id="7" name="Shape 5"/>
          <p:cNvSpPr/>
          <p:nvPr/>
        </p:nvSpPr>
        <p:spPr>
          <a:xfrm>
            <a:off x="6629400" y="457200"/>
            <a:ext cx="0" cy="4206240"/>
          </a:xfrm>
          <a:prstGeom prst="line">
            <a:avLst/>
          </a:prstGeom>
          <a:noFill/>
          <a:ln w="6350">
            <a:solidFill>
              <a:srgbClr val="00A896">
                <a:alpha val="70000"/>
              </a:srgbClr>
            </a:solidFill>
            <a:prstDash val="solid"/>
          </a:ln>
        </p:spPr>
        <p:txBody>
          <a:bodyPr/>
          <a:lstStyle/>
          <a:p>
            <a:endParaRPr lang="en-US"/>
          </a:p>
        </p:txBody>
      </p:sp>
      <p:sp>
        <p:nvSpPr>
          <p:cNvPr id="8" name="Text 6"/>
          <p:cNvSpPr/>
          <p:nvPr/>
        </p:nvSpPr>
        <p:spPr>
          <a:xfrm>
            <a:off x="548640" y="822960"/>
            <a:ext cx="8229600" cy="365760"/>
          </a:xfrm>
          <a:prstGeom prst="rect">
            <a:avLst/>
          </a:prstGeom>
          <a:noFill/>
          <a:ln/>
        </p:spPr>
        <p:txBody>
          <a:bodyPr wrap="square" lIns="0" tIns="0" rIns="0" bIns="0" rtlCol="0" anchor="ctr"/>
          <a:lstStyle/>
          <a:p>
            <a:pPr marL="0" indent="0">
              <a:buNone/>
            </a:pPr>
            <a:r>
              <a:rPr lang="en-US" sz="1100" b="1" kern="0" spc="800" dirty="0">
                <a:solidFill>
                  <a:srgbClr val="00A896"/>
                </a:solidFill>
              </a:rPr>
              <a:t>ACT 1  ·  MAIN PITCH</a:t>
            </a:r>
            <a:endParaRPr lang="en-US" sz="1100" dirty="0"/>
          </a:p>
        </p:txBody>
      </p:sp>
      <p:sp>
        <p:nvSpPr>
          <p:cNvPr id="9" name="Text 7"/>
          <p:cNvSpPr/>
          <p:nvPr/>
        </p:nvSpPr>
        <p:spPr>
          <a:xfrm>
            <a:off x="548640" y="1280160"/>
            <a:ext cx="8229600" cy="86868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The 15-Minute Story</a:t>
            </a:r>
            <a:endParaRPr lang="en-US" sz="3800" dirty="0"/>
          </a:p>
        </p:txBody>
      </p:sp>
      <p:sp>
        <p:nvSpPr>
          <p:cNvPr id="10" name="Text 8"/>
          <p:cNvSpPr/>
          <p:nvPr/>
        </p:nvSpPr>
        <p:spPr>
          <a:xfrm>
            <a:off x="548640" y="2103120"/>
            <a:ext cx="8229600" cy="8686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For Executives &amp; First-Time Audiences</a:t>
            </a:r>
            <a:endParaRPr lang="en-US" sz="3200" dirty="0"/>
          </a:p>
        </p:txBody>
      </p:sp>
      <p:sp>
        <p:nvSpPr>
          <p:cNvPr id="11" name="Shape 9"/>
          <p:cNvSpPr/>
          <p:nvPr/>
        </p:nvSpPr>
        <p:spPr>
          <a:xfrm>
            <a:off x="548640" y="3063240"/>
            <a:ext cx="1828800" cy="0"/>
          </a:xfrm>
          <a:prstGeom prst="line">
            <a:avLst/>
          </a:prstGeom>
          <a:noFill/>
          <a:ln w="25400">
            <a:solidFill>
              <a:srgbClr val="00A896"/>
            </a:solidFill>
            <a:prstDash val="solid"/>
          </a:ln>
        </p:spPr>
        <p:txBody>
          <a:bodyPr/>
          <a:lstStyle/>
          <a:p>
            <a:endParaRPr lang="en-US"/>
          </a:p>
        </p:txBody>
      </p:sp>
      <p:sp>
        <p:nvSpPr>
          <p:cNvPr id="12" name="Text 10"/>
          <p:cNvSpPr/>
          <p:nvPr/>
        </p:nvSpPr>
        <p:spPr>
          <a:xfrm>
            <a:off x="548640" y="3246120"/>
            <a:ext cx="6400800" cy="822960"/>
          </a:xfrm>
          <a:prstGeom prst="rect">
            <a:avLst/>
          </a:prstGeom>
          <a:noFill/>
          <a:ln/>
        </p:spPr>
        <p:txBody>
          <a:bodyPr wrap="square" lIns="0" tIns="0" rIns="0" bIns="0" rtlCol="0" anchor="ctr"/>
          <a:lstStyle/>
          <a:p>
            <a:pPr marL="0" indent="0">
              <a:buNone/>
            </a:pPr>
            <a:r>
              <a:rPr lang="en-US" sz="1400" i="1" dirty="0">
                <a:solidFill>
                  <a:srgbClr val="CADCFC"/>
                </a:solidFill>
              </a:rPr>
              <a:t>Twelve slides that carry the full arc — problem, product, capability, MDM relevance, delivered catalog, strategic direction, and the ask.</a:t>
            </a:r>
            <a:endParaRPr lang="en-US" sz="1400" dirty="0"/>
          </a:p>
        </p:txBody>
      </p:sp>
      <p:sp>
        <p:nvSpPr>
          <p:cNvPr id="13" name="Text 11"/>
          <p:cNvSpPr/>
          <p:nvPr/>
        </p:nvSpPr>
        <p:spPr>
          <a:xfrm>
            <a:off x="548640" y="4160520"/>
            <a:ext cx="8229600" cy="365760"/>
          </a:xfrm>
          <a:prstGeom prst="rect">
            <a:avLst/>
          </a:prstGeom>
          <a:noFill/>
          <a:ln/>
        </p:spPr>
        <p:txBody>
          <a:bodyPr wrap="square" lIns="0" tIns="0" rIns="0" bIns="0" rtlCol="0" anchor="ctr"/>
          <a:lstStyle/>
          <a:p>
            <a:pPr marL="0" indent="0">
              <a:buNone/>
            </a:pPr>
            <a:r>
              <a:rPr lang="en-US" sz="1200" kern="0" spc="200" dirty="0">
                <a:solidFill>
                  <a:srgbClr val="00A896"/>
                </a:solidFill>
              </a:rPr>
              <a:t>12 slides  ·  ~15–20 minutes</a:t>
            </a:r>
            <a:endParaRPr lang="en-US" sz="1200" dirty="0"/>
          </a:p>
        </p:txBody>
      </p:sp>
      <p:sp>
        <p:nvSpPr>
          <p:cNvPr id="14" name="Shape 12"/>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15" name="Text 13"/>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81A2E"/>
        </a:solidFill>
        <a:effectLst/>
      </p:bgPr>
    </p:bg>
    <p:spTree>
      <p:nvGrpSpPr>
        <p:cNvPr id="1" name=""/>
        <p:cNvGrpSpPr/>
        <p:nvPr/>
      </p:nvGrpSpPr>
      <p:grpSpPr>
        <a:xfrm>
          <a:off x="0" y="0"/>
          <a:ext cx="0" cy="0"/>
          <a:chOff x="0" y="0"/>
          <a:chExt cx="0" cy="0"/>
        </a:xfrm>
      </p:grpSpPr>
      <p:sp>
        <p:nvSpPr>
          <p:cNvPr id="2" name="Shape 0"/>
          <p:cNvSpPr/>
          <p:nvPr/>
        </p:nvSpPr>
        <p:spPr>
          <a:xfrm>
            <a:off x="5943600" y="457200"/>
            <a:ext cx="0" cy="4206240"/>
          </a:xfrm>
          <a:prstGeom prst="line">
            <a:avLst/>
          </a:prstGeom>
          <a:noFill/>
          <a:ln w="6350">
            <a:solidFill>
              <a:srgbClr val="00A896">
                <a:alpha val="30000"/>
              </a:srgbClr>
            </a:solidFill>
            <a:prstDash val="solid"/>
          </a:ln>
        </p:spPr>
        <p:txBody>
          <a:bodyPr/>
          <a:lstStyle/>
          <a:p>
            <a:endParaRPr lang="en-US"/>
          </a:p>
        </p:txBody>
      </p:sp>
      <p:sp>
        <p:nvSpPr>
          <p:cNvPr id="3" name="Shape 1"/>
          <p:cNvSpPr/>
          <p:nvPr/>
        </p:nvSpPr>
        <p:spPr>
          <a:xfrm>
            <a:off x="6080760" y="457200"/>
            <a:ext cx="0" cy="4206240"/>
          </a:xfrm>
          <a:prstGeom prst="line">
            <a:avLst/>
          </a:prstGeom>
          <a:noFill/>
          <a:ln w="6350">
            <a:solidFill>
              <a:srgbClr val="00A896">
                <a:alpha val="38000"/>
              </a:srgbClr>
            </a:solidFill>
            <a:prstDash val="solid"/>
          </a:ln>
        </p:spPr>
        <p:txBody>
          <a:bodyPr/>
          <a:lstStyle/>
          <a:p>
            <a:endParaRPr lang="en-US"/>
          </a:p>
        </p:txBody>
      </p:sp>
      <p:sp>
        <p:nvSpPr>
          <p:cNvPr id="4" name="Shape 2"/>
          <p:cNvSpPr/>
          <p:nvPr/>
        </p:nvSpPr>
        <p:spPr>
          <a:xfrm>
            <a:off x="6217920" y="457200"/>
            <a:ext cx="0" cy="4206240"/>
          </a:xfrm>
          <a:prstGeom prst="line">
            <a:avLst/>
          </a:prstGeom>
          <a:noFill/>
          <a:ln w="6350">
            <a:solidFill>
              <a:srgbClr val="00A896">
                <a:alpha val="46000"/>
              </a:srgbClr>
            </a:solidFill>
            <a:prstDash val="solid"/>
          </a:ln>
        </p:spPr>
        <p:txBody>
          <a:bodyPr/>
          <a:lstStyle/>
          <a:p>
            <a:endParaRPr lang="en-US"/>
          </a:p>
        </p:txBody>
      </p:sp>
      <p:sp>
        <p:nvSpPr>
          <p:cNvPr id="5" name="Shape 3"/>
          <p:cNvSpPr/>
          <p:nvPr/>
        </p:nvSpPr>
        <p:spPr>
          <a:xfrm>
            <a:off x="6355080" y="457200"/>
            <a:ext cx="0" cy="4206240"/>
          </a:xfrm>
          <a:prstGeom prst="line">
            <a:avLst/>
          </a:prstGeom>
          <a:noFill/>
          <a:ln w="6350">
            <a:solidFill>
              <a:srgbClr val="00A896">
                <a:alpha val="54000"/>
              </a:srgbClr>
            </a:solidFill>
            <a:prstDash val="solid"/>
          </a:ln>
        </p:spPr>
        <p:txBody>
          <a:bodyPr/>
          <a:lstStyle/>
          <a:p>
            <a:endParaRPr lang="en-US"/>
          </a:p>
        </p:txBody>
      </p:sp>
      <p:sp>
        <p:nvSpPr>
          <p:cNvPr id="6" name="Shape 4"/>
          <p:cNvSpPr/>
          <p:nvPr/>
        </p:nvSpPr>
        <p:spPr>
          <a:xfrm>
            <a:off x="6492240" y="457200"/>
            <a:ext cx="0" cy="4206240"/>
          </a:xfrm>
          <a:prstGeom prst="line">
            <a:avLst/>
          </a:prstGeom>
          <a:noFill/>
          <a:ln w="6350">
            <a:solidFill>
              <a:srgbClr val="00A896">
                <a:alpha val="62000"/>
              </a:srgbClr>
            </a:solidFill>
            <a:prstDash val="solid"/>
          </a:ln>
        </p:spPr>
        <p:txBody>
          <a:bodyPr/>
          <a:lstStyle/>
          <a:p>
            <a:endParaRPr lang="en-US"/>
          </a:p>
        </p:txBody>
      </p:sp>
      <p:sp>
        <p:nvSpPr>
          <p:cNvPr id="7" name="Shape 5"/>
          <p:cNvSpPr/>
          <p:nvPr/>
        </p:nvSpPr>
        <p:spPr>
          <a:xfrm>
            <a:off x="6629400" y="457200"/>
            <a:ext cx="0" cy="4206240"/>
          </a:xfrm>
          <a:prstGeom prst="line">
            <a:avLst/>
          </a:prstGeom>
          <a:noFill/>
          <a:ln w="6350">
            <a:solidFill>
              <a:srgbClr val="00A896">
                <a:alpha val="70000"/>
              </a:srgbClr>
            </a:solidFill>
            <a:prstDash val="solid"/>
          </a:ln>
        </p:spPr>
        <p:txBody>
          <a:bodyPr/>
          <a:lstStyle/>
          <a:p>
            <a:endParaRPr lang="en-US"/>
          </a:p>
        </p:txBody>
      </p:sp>
      <p:sp>
        <p:nvSpPr>
          <p:cNvPr id="8" name="Shape 6"/>
          <p:cNvSpPr/>
          <p:nvPr/>
        </p:nvSpPr>
        <p:spPr>
          <a:xfrm>
            <a:off x="548640" y="4297680"/>
            <a:ext cx="1463040" cy="411480"/>
          </a:xfrm>
          <a:prstGeom prst="ellipse">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548640" y="4297680"/>
            <a:ext cx="1463040" cy="411480"/>
          </a:xfrm>
          <a:prstGeom prst="rect">
            <a:avLst/>
          </a:prstGeom>
          <a:noFill/>
          <a:ln/>
        </p:spPr>
        <p:txBody>
          <a:bodyPr wrap="square" lIns="0" tIns="0" rIns="0" bIns="0" rtlCol="0" anchor="ctr"/>
          <a:lstStyle/>
          <a:p>
            <a:pPr marL="0" indent="0" algn="ctr">
              <a:buNone/>
            </a:pPr>
            <a:r>
              <a:rPr lang="en-US" sz="1200" b="1">
                <a:solidFill>
                  <a:srgbClr val="081A2E"/>
                </a:solidFill>
              </a:rPr>
              <a:t>Source</a:t>
            </a:r>
            <a:endParaRPr lang="en-US" sz="1200"/>
          </a:p>
        </p:txBody>
      </p:sp>
      <p:sp>
        <p:nvSpPr>
          <p:cNvPr id="10" name="Shape 8"/>
          <p:cNvSpPr/>
          <p:nvPr/>
        </p:nvSpPr>
        <p:spPr>
          <a:xfrm>
            <a:off x="3840480" y="4297680"/>
            <a:ext cx="1463040" cy="411480"/>
          </a:xfrm>
          <a:prstGeom prst="ellipse">
            <a:avLst/>
          </a:prstGeom>
          <a:solidFill>
            <a:srgbClr val="00A896"/>
          </a:solidFill>
          <a:ln w="12700">
            <a:solidFill>
              <a:srgbClr val="00A896"/>
            </a:solidFill>
            <a:prstDash val="solid"/>
          </a:ln>
        </p:spPr>
        <p:txBody>
          <a:bodyPr/>
          <a:lstStyle/>
          <a:p>
            <a:endParaRPr lang="en-US"/>
          </a:p>
        </p:txBody>
      </p:sp>
      <p:sp>
        <p:nvSpPr>
          <p:cNvPr id="11" name="Text 9"/>
          <p:cNvSpPr/>
          <p:nvPr/>
        </p:nvSpPr>
        <p:spPr>
          <a:xfrm>
            <a:off x="3840480" y="4297680"/>
            <a:ext cx="1463040" cy="411480"/>
          </a:xfrm>
          <a:prstGeom prst="rect">
            <a:avLst/>
          </a:prstGeom>
          <a:noFill/>
          <a:ln/>
        </p:spPr>
        <p:txBody>
          <a:bodyPr wrap="square" lIns="0" tIns="0" rIns="0" bIns="0" rtlCol="0" anchor="ctr"/>
          <a:lstStyle/>
          <a:p>
            <a:pPr marL="0" indent="0" algn="ctr">
              <a:buNone/>
            </a:pPr>
            <a:r>
              <a:rPr lang="en-US" sz="1200" b="1">
                <a:solidFill>
                  <a:srgbClr val="081A2E"/>
                </a:solidFill>
              </a:rPr>
              <a:t>Concept</a:t>
            </a:r>
            <a:endParaRPr lang="en-US" sz="1200"/>
          </a:p>
        </p:txBody>
      </p:sp>
      <p:sp>
        <p:nvSpPr>
          <p:cNvPr id="12" name="Shape 10"/>
          <p:cNvSpPr/>
          <p:nvPr/>
        </p:nvSpPr>
        <p:spPr>
          <a:xfrm>
            <a:off x="7132320" y="4297680"/>
            <a:ext cx="1463040" cy="411480"/>
          </a:xfrm>
          <a:prstGeom prst="ellipse">
            <a:avLst/>
          </a:prstGeom>
          <a:solidFill>
            <a:srgbClr val="00A896"/>
          </a:solidFill>
          <a:ln w="12700">
            <a:solidFill>
              <a:srgbClr val="00A896"/>
            </a:solidFill>
            <a:prstDash val="solid"/>
          </a:ln>
        </p:spPr>
        <p:txBody>
          <a:bodyPr/>
          <a:lstStyle/>
          <a:p>
            <a:endParaRPr lang="en-US"/>
          </a:p>
        </p:txBody>
      </p:sp>
      <p:sp>
        <p:nvSpPr>
          <p:cNvPr id="13" name="Text 11"/>
          <p:cNvSpPr/>
          <p:nvPr/>
        </p:nvSpPr>
        <p:spPr>
          <a:xfrm>
            <a:off x="7132320" y="4297680"/>
            <a:ext cx="1463040" cy="411480"/>
          </a:xfrm>
          <a:prstGeom prst="rect">
            <a:avLst/>
          </a:prstGeom>
          <a:noFill/>
          <a:ln/>
        </p:spPr>
        <p:txBody>
          <a:bodyPr wrap="square" lIns="0" tIns="0" rIns="0" bIns="0" rtlCol="0" anchor="ctr"/>
          <a:lstStyle/>
          <a:p>
            <a:pPr marL="0" indent="0" algn="ctr">
              <a:buNone/>
            </a:pPr>
            <a:r>
              <a:rPr lang="en-US" sz="1200" b="1">
                <a:solidFill>
                  <a:srgbClr val="081A2E"/>
                </a:solidFill>
              </a:rPr>
              <a:t>Target</a:t>
            </a:r>
            <a:endParaRPr lang="en-US" sz="1200"/>
          </a:p>
        </p:txBody>
      </p:sp>
      <p:sp>
        <p:nvSpPr>
          <p:cNvPr id="14" name="Text 12"/>
          <p:cNvSpPr/>
          <p:nvPr/>
        </p:nvSpPr>
        <p:spPr>
          <a:xfrm>
            <a:off x="2011680" y="4297680"/>
            <a:ext cx="1828800" cy="411480"/>
          </a:xfrm>
          <a:prstGeom prst="rect">
            <a:avLst/>
          </a:prstGeom>
          <a:noFill/>
          <a:ln/>
        </p:spPr>
        <p:txBody>
          <a:bodyPr wrap="square" lIns="0" tIns="0" rIns="0" bIns="0" rtlCol="0" anchor="ctr"/>
          <a:lstStyle/>
          <a:p>
            <a:pPr marL="0" indent="0" algn="ctr">
              <a:buNone/>
            </a:pPr>
            <a:r>
              <a:rPr lang="en-US" sz="2200">
                <a:solidFill>
                  <a:srgbClr val="FFFFFF"/>
                </a:solidFill>
              </a:rPr>
              <a:t>→</a:t>
            </a:r>
            <a:endParaRPr lang="en-US" sz="2200"/>
          </a:p>
        </p:txBody>
      </p:sp>
      <p:sp>
        <p:nvSpPr>
          <p:cNvPr id="15" name="Text 13"/>
          <p:cNvSpPr/>
          <p:nvPr/>
        </p:nvSpPr>
        <p:spPr>
          <a:xfrm>
            <a:off x="5303520" y="4297680"/>
            <a:ext cx="1828800" cy="411480"/>
          </a:xfrm>
          <a:prstGeom prst="rect">
            <a:avLst/>
          </a:prstGeom>
          <a:noFill/>
          <a:ln/>
        </p:spPr>
        <p:txBody>
          <a:bodyPr wrap="square" lIns="0" tIns="0" rIns="0" bIns="0" rtlCol="0" anchor="ctr"/>
          <a:lstStyle/>
          <a:p>
            <a:pPr marL="0" indent="0" algn="ctr">
              <a:buNone/>
            </a:pPr>
            <a:r>
              <a:rPr lang="en-US" sz="2200">
                <a:solidFill>
                  <a:srgbClr val="FFFFFF"/>
                </a:solidFill>
              </a:rPr>
              <a:t>→</a:t>
            </a:r>
            <a:endParaRPr lang="en-US" sz="2200"/>
          </a:p>
        </p:txBody>
      </p:sp>
      <p:sp>
        <p:nvSpPr>
          <p:cNvPr id="16" name="Text 14"/>
          <p:cNvSpPr/>
          <p:nvPr/>
        </p:nvSpPr>
        <p:spPr>
          <a:xfrm>
            <a:off x="548640" y="1188720"/>
            <a:ext cx="8229600" cy="457200"/>
          </a:xfrm>
          <a:prstGeom prst="rect">
            <a:avLst/>
          </a:prstGeom>
          <a:noFill/>
          <a:ln/>
        </p:spPr>
        <p:txBody>
          <a:bodyPr wrap="square" lIns="0" tIns="0" rIns="0" bIns="0" rtlCol="0" anchor="ctr"/>
          <a:lstStyle/>
          <a:p>
            <a:pPr marL="0" indent="0">
              <a:buNone/>
            </a:pPr>
            <a:r>
              <a:rPr lang="en-US" sz="1100" b="1" kern="0" spc="1200">
                <a:solidFill>
                  <a:srgbClr val="00A896"/>
                </a:solidFill>
                <a:latin typeface="Cambria" pitchFamily="34" charset="0"/>
                <a:ea typeface="Cambria" pitchFamily="34" charset="-122"/>
                <a:cs typeface="Cambria" pitchFamily="34" charset="-120"/>
              </a:rPr>
              <a:t>SEMANTRA</a:t>
            </a:r>
            <a:endParaRPr lang="en-US" sz="1100"/>
          </a:p>
        </p:txBody>
      </p:sp>
      <p:sp>
        <p:nvSpPr>
          <p:cNvPr id="17" name="Text 15"/>
          <p:cNvSpPr/>
          <p:nvPr/>
        </p:nvSpPr>
        <p:spPr>
          <a:xfrm>
            <a:off x="548640" y="1463040"/>
            <a:ext cx="8229600" cy="1097280"/>
          </a:xfrm>
          <a:prstGeom prst="rect">
            <a:avLst/>
          </a:prstGeom>
          <a:noFill/>
          <a:ln/>
        </p:spPr>
        <p:txBody>
          <a:bodyPr wrap="square" lIns="0" tIns="0" rIns="0" bIns="0" rtlCol="0" anchor="ctr"/>
          <a:lstStyle/>
          <a:p>
            <a:pPr marL="0" indent="0">
              <a:buNone/>
            </a:pPr>
            <a:r>
              <a:rPr lang="en-US" sz="6000" b="1">
                <a:solidFill>
                  <a:srgbClr val="FFFFFF"/>
                </a:solidFill>
                <a:latin typeface="Cambria" pitchFamily="34" charset="0"/>
                <a:ea typeface="Cambria" pitchFamily="34" charset="-122"/>
                <a:cs typeface="Cambria" pitchFamily="34" charset="-120"/>
              </a:rPr>
              <a:t>Semantra</a:t>
            </a:r>
            <a:endParaRPr lang="en-US" sz="6000"/>
          </a:p>
        </p:txBody>
      </p:sp>
      <p:sp>
        <p:nvSpPr>
          <p:cNvPr id="18" name="Text 16"/>
          <p:cNvSpPr/>
          <p:nvPr/>
        </p:nvSpPr>
        <p:spPr>
          <a:xfrm>
            <a:off x="548640" y="2606040"/>
            <a:ext cx="8229600" cy="548640"/>
          </a:xfrm>
          <a:prstGeom prst="rect">
            <a:avLst/>
          </a:prstGeom>
          <a:noFill/>
          <a:ln/>
        </p:spPr>
        <p:txBody>
          <a:bodyPr wrap="square" lIns="0" tIns="0" rIns="0" bIns="0" rtlCol="0" anchor="ctr"/>
          <a:lstStyle/>
          <a:p>
            <a:pPr marL="0" indent="0">
              <a:buNone/>
            </a:pPr>
            <a:r>
              <a:rPr lang="en-US" sz="2200" i="1">
                <a:solidFill>
                  <a:srgbClr val="CADCFC"/>
                </a:solidFill>
                <a:latin typeface="Calibri" pitchFamily="34" charset="0"/>
                <a:ea typeface="Calibri" pitchFamily="34" charset="-122"/>
                <a:cs typeface="Calibri" pitchFamily="34" charset="-120"/>
              </a:rPr>
              <a:t>Explainable Semantic Mapping for Integration Delivery</a:t>
            </a:r>
            <a:endParaRPr lang="en-US" sz="2200"/>
          </a:p>
        </p:txBody>
      </p:sp>
      <p:sp>
        <p:nvSpPr>
          <p:cNvPr id="19" name="Shape 17"/>
          <p:cNvSpPr/>
          <p:nvPr/>
        </p:nvSpPr>
        <p:spPr>
          <a:xfrm>
            <a:off x="548640" y="3246120"/>
            <a:ext cx="2011680" cy="0"/>
          </a:xfrm>
          <a:prstGeom prst="line">
            <a:avLst/>
          </a:prstGeom>
          <a:noFill/>
          <a:ln w="25400">
            <a:solidFill>
              <a:srgbClr val="00A896"/>
            </a:solidFill>
            <a:prstDash val="solid"/>
          </a:ln>
        </p:spPr>
        <p:txBody>
          <a:bodyPr/>
          <a:lstStyle/>
          <a:p>
            <a:endParaRPr lang="en-US"/>
          </a:p>
        </p:txBody>
      </p:sp>
      <p:sp>
        <p:nvSpPr>
          <p:cNvPr id="20" name="Text 18"/>
          <p:cNvSpPr/>
          <p:nvPr/>
        </p:nvSpPr>
        <p:spPr>
          <a:xfrm>
            <a:off x="548640" y="3383280"/>
            <a:ext cx="5120640" cy="822960"/>
          </a:xfrm>
          <a:prstGeom prst="rect">
            <a:avLst/>
          </a:prstGeom>
          <a:noFill/>
          <a:ln/>
        </p:spPr>
        <p:txBody>
          <a:bodyPr wrap="square" lIns="0" tIns="0" rIns="0" bIns="0" rtlCol="0" anchor="ctr"/>
          <a:lstStyle/>
          <a:p>
            <a:pPr marL="0" indent="0">
              <a:buNone/>
            </a:pPr>
            <a:r>
              <a:rPr lang="en-US" sz="1200">
                <a:solidFill>
                  <a:srgbClr val="CADCFC"/>
                </a:solidFill>
              </a:rPr>
              <a:t>A deterministic-first mapping workbench — from raw schemas to reviewed decisions, canonical concepts, and reusable integration knowledge.</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Why Semantra Exists</a:t>
            </a:r>
            <a:endParaRPr lang="en-US" sz="26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The gap between spreadsheet-only mapping and black-box AI mapping</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2 / 12</a:t>
            </a:r>
            <a:endParaRPr lang="en-US" sz="900"/>
          </a:p>
        </p:txBody>
      </p:sp>
      <p:sp>
        <p:nvSpPr>
          <p:cNvPr id="10" name="Shape 8"/>
          <p:cNvSpPr/>
          <p:nvPr/>
        </p:nvSpPr>
        <p:spPr>
          <a:xfrm>
            <a:off x="457200" y="1463040"/>
            <a:ext cx="4023360" cy="1463040"/>
          </a:xfrm>
          <a:prstGeom prst="rect">
            <a:avLst/>
          </a:prstGeom>
          <a:solidFill>
            <a:srgbClr val="FFFFFF"/>
          </a:solidFill>
          <a:ln w="9525">
            <a:solidFill>
              <a:srgbClr val="D8D3C7"/>
            </a:solidFill>
            <a:prstDash val="solid"/>
          </a:ln>
        </p:spPr>
        <p:txBody>
          <a:bodyPr/>
          <a:lstStyle/>
          <a:p>
            <a:endParaRPr lang="en-US"/>
          </a:p>
        </p:txBody>
      </p:sp>
      <p:sp>
        <p:nvSpPr>
          <p:cNvPr id="11" name="Shape 9"/>
          <p:cNvSpPr/>
          <p:nvPr/>
        </p:nvSpPr>
        <p:spPr>
          <a:xfrm>
            <a:off x="457200" y="1463040"/>
            <a:ext cx="73152" cy="1463040"/>
          </a:xfrm>
          <a:prstGeom prst="rect">
            <a:avLst/>
          </a:prstGeom>
          <a:solidFill>
            <a:srgbClr val="00A896"/>
          </a:solidFill>
          <a:ln w="12700">
            <a:solidFill>
              <a:srgbClr val="00A896"/>
            </a:solidFill>
            <a:prstDash val="solid"/>
          </a:ln>
        </p:spPr>
        <p:txBody>
          <a:bodyPr/>
          <a:lstStyle/>
          <a:p>
            <a:endParaRPr lang="en-US"/>
          </a:p>
        </p:txBody>
      </p:sp>
      <p:sp>
        <p:nvSpPr>
          <p:cNvPr id="12" name="Text 10"/>
          <p:cNvSpPr/>
          <p:nvPr/>
        </p:nvSpPr>
        <p:spPr>
          <a:xfrm>
            <a:off x="685800" y="1600200"/>
            <a:ext cx="3657600" cy="365760"/>
          </a:xfrm>
          <a:prstGeom prst="rect">
            <a:avLst/>
          </a:prstGeom>
          <a:noFill/>
          <a:ln/>
        </p:spPr>
        <p:txBody>
          <a:bodyPr wrap="square" lIns="0" tIns="0" rIns="0" bIns="0" rtlCol="0" anchor="ctr"/>
          <a:lstStyle/>
          <a:p>
            <a:pPr marL="0" indent="0">
              <a:buNone/>
            </a:pPr>
            <a:r>
              <a:rPr lang="en-US" sz="1600" b="1">
                <a:solidFill>
                  <a:srgbClr val="0F2A47"/>
                </a:solidFill>
                <a:latin typeface="Cambria" pitchFamily="34" charset="0"/>
                <a:ea typeface="Cambria" pitchFamily="34" charset="-122"/>
                <a:cs typeface="Cambria" pitchFamily="34" charset="-120"/>
              </a:rPr>
              <a:t>Slow &amp; manual</a:t>
            </a:r>
            <a:endParaRPr lang="en-US" sz="1600"/>
          </a:p>
        </p:txBody>
      </p:sp>
      <p:sp>
        <p:nvSpPr>
          <p:cNvPr id="13" name="Text 11"/>
          <p:cNvSpPr/>
          <p:nvPr/>
        </p:nvSpPr>
        <p:spPr>
          <a:xfrm>
            <a:off x="685800" y="2011680"/>
            <a:ext cx="3657600" cy="868680"/>
          </a:xfrm>
          <a:prstGeom prst="rect">
            <a:avLst/>
          </a:prstGeom>
          <a:noFill/>
          <a:ln/>
        </p:spPr>
        <p:txBody>
          <a:bodyPr wrap="square" lIns="0" tIns="0" rIns="0" bIns="0" rtlCol="0" anchor="ctr"/>
          <a:lstStyle/>
          <a:p>
            <a:pPr marL="0" indent="0">
              <a:buNone/>
            </a:pPr>
            <a:r>
              <a:rPr lang="en-US" sz="1200">
                <a:solidFill>
                  <a:srgbClr val="1E293B"/>
                </a:solidFill>
              </a:rPr>
              <a:t>Spreadsheet mapping doesn't scale and is hard to reuse across projects.</a:t>
            </a:r>
            <a:endParaRPr lang="en-US" sz="1200"/>
          </a:p>
        </p:txBody>
      </p:sp>
      <p:sp>
        <p:nvSpPr>
          <p:cNvPr id="14" name="Shape 12"/>
          <p:cNvSpPr/>
          <p:nvPr/>
        </p:nvSpPr>
        <p:spPr>
          <a:xfrm>
            <a:off x="4663440" y="1463040"/>
            <a:ext cx="4023360" cy="1463040"/>
          </a:xfrm>
          <a:prstGeom prst="rect">
            <a:avLst/>
          </a:prstGeom>
          <a:solidFill>
            <a:srgbClr val="FFFFFF"/>
          </a:solidFill>
          <a:ln w="9525">
            <a:solidFill>
              <a:srgbClr val="D8D3C7"/>
            </a:solidFill>
            <a:prstDash val="solid"/>
          </a:ln>
        </p:spPr>
        <p:txBody>
          <a:bodyPr/>
          <a:lstStyle/>
          <a:p>
            <a:endParaRPr lang="en-US"/>
          </a:p>
        </p:txBody>
      </p:sp>
      <p:sp>
        <p:nvSpPr>
          <p:cNvPr id="15" name="Shape 13"/>
          <p:cNvSpPr/>
          <p:nvPr/>
        </p:nvSpPr>
        <p:spPr>
          <a:xfrm>
            <a:off x="4663440" y="1463040"/>
            <a:ext cx="73152" cy="1463040"/>
          </a:xfrm>
          <a:prstGeom prst="rect">
            <a:avLst/>
          </a:prstGeom>
          <a:solidFill>
            <a:srgbClr val="00A896"/>
          </a:solidFill>
          <a:ln w="12700">
            <a:solidFill>
              <a:srgbClr val="00A896"/>
            </a:solidFill>
            <a:prstDash val="solid"/>
          </a:ln>
        </p:spPr>
        <p:txBody>
          <a:bodyPr/>
          <a:lstStyle/>
          <a:p>
            <a:endParaRPr lang="en-US"/>
          </a:p>
        </p:txBody>
      </p:sp>
      <p:sp>
        <p:nvSpPr>
          <p:cNvPr id="16" name="Text 14"/>
          <p:cNvSpPr/>
          <p:nvPr/>
        </p:nvSpPr>
        <p:spPr>
          <a:xfrm>
            <a:off x="4892040" y="1600200"/>
            <a:ext cx="3657600" cy="365760"/>
          </a:xfrm>
          <a:prstGeom prst="rect">
            <a:avLst/>
          </a:prstGeom>
          <a:noFill/>
          <a:ln/>
        </p:spPr>
        <p:txBody>
          <a:bodyPr wrap="square" lIns="0" tIns="0" rIns="0" bIns="0" rtlCol="0" anchor="ctr"/>
          <a:lstStyle/>
          <a:p>
            <a:pPr marL="0" indent="0">
              <a:buNone/>
            </a:pPr>
            <a:r>
              <a:rPr lang="en-US" sz="1600" b="1">
                <a:solidFill>
                  <a:srgbClr val="0F2A47"/>
                </a:solidFill>
                <a:latin typeface="Cambria" pitchFamily="34" charset="0"/>
                <a:ea typeface="Cambria" pitchFamily="34" charset="-122"/>
                <a:cs typeface="Cambria" pitchFamily="34" charset="-120"/>
              </a:rPr>
              <a:t>Schemas, not data</a:t>
            </a:r>
            <a:endParaRPr lang="en-US" sz="1600"/>
          </a:p>
        </p:txBody>
      </p:sp>
      <p:sp>
        <p:nvSpPr>
          <p:cNvPr id="17" name="Text 15"/>
          <p:cNvSpPr/>
          <p:nvPr/>
        </p:nvSpPr>
        <p:spPr>
          <a:xfrm>
            <a:off x="4892040" y="2011680"/>
            <a:ext cx="3657600" cy="868680"/>
          </a:xfrm>
          <a:prstGeom prst="rect">
            <a:avLst/>
          </a:prstGeom>
          <a:noFill/>
          <a:ln/>
        </p:spPr>
        <p:txBody>
          <a:bodyPr wrap="square" lIns="0" tIns="0" rIns="0" bIns="0" rtlCol="0" anchor="ctr"/>
          <a:lstStyle/>
          <a:p>
            <a:pPr marL="0" indent="0">
              <a:buNone/>
            </a:pPr>
            <a:r>
              <a:rPr lang="en-US" sz="1200">
                <a:solidFill>
                  <a:srgbClr val="1E293B"/>
                </a:solidFill>
              </a:rPr>
              <a:t>Sources arrive as specs, schema snapshots, or field-per-row exports — not clean datasets.</a:t>
            </a:r>
            <a:endParaRPr lang="en-US" sz="1200"/>
          </a:p>
        </p:txBody>
      </p:sp>
      <p:sp>
        <p:nvSpPr>
          <p:cNvPr id="18" name="Shape 16"/>
          <p:cNvSpPr/>
          <p:nvPr/>
        </p:nvSpPr>
        <p:spPr>
          <a:xfrm>
            <a:off x="457200" y="3063240"/>
            <a:ext cx="4023360" cy="1463040"/>
          </a:xfrm>
          <a:prstGeom prst="rect">
            <a:avLst/>
          </a:prstGeom>
          <a:solidFill>
            <a:srgbClr val="FFFFFF"/>
          </a:solidFill>
          <a:ln w="9525">
            <a:solidFill>
              <a:srgbClr val="D8D3C7"/>
            </a:solidFill>
            <a:prstDash val="solid"/>
          </a:ln>
        </p:spPr>
        <p:txBody>
          <a:bodyPr/>
          <a:lstStyle/>
          <a:p>
            <a:endParaRPr lang="en-US"/>
          </a:p>
        </p:txBody>
      </p:sp>
      <p:sp>
        <p:nvSpPr>
          <p:cNvPr id="19" name="Shape 17"/>
          <p:cNvSpPr/>
          <p:nvPr/>
        </p:nvSpPr>
        <p:spPr>
          <a:xfrm>
            <a:off x="457200" y="3063240"/>
            <a:ext cx="73152" cy="1463040"/>
          </a:xfrm>
          <a:prstGeom prst="rect">
            <a:avLst/>
          </a:prstGeom>
          <a:solidFill>
            <a:srgbClr val="00A896"/>
          </a:solidFill>
          <a:ln w="12700">
            <a:solidFill>
              <a:srgbClr val="00A896"/>
            </a:solidFill>
            <a:prstDash val="solid"/>
          </a:ln>
        </p:spPr>
        <p:txBody>
          <a:bodyPr/>
          <a:lstStyle/>
          <a:p>
            <a:endParaRPr lang="en-US"/>
          </a:p>
        </p:txBody>
      </p:sp>
      <p:sp>
        <p:nvSpPr>
          <p:cNvPr id="20" name="Text 18"/>
          <p:cNvSpPr/>
          <p:nvPr/>
        </p:nvSpPr>
        <p:spPr>
          <a:xfrm>
            <a:off x="685800" y="3200400"/>
            <a:ext cx="3657600" cy="365760"/>
          </a:xfrm>
          <a:prstGeom prst="rect">
            <a:avLst/>
          </a:prstGeom>
          <a:noFill/>
          <a:ln/>
        </p:spPr>
        <p:txBody>
          <a:bodyPr wrap="square" lIns="0" tIns="0" rIns="0" bIns="0" rtlCol="0" anchor="ctr"/>
          <a:lstStyle/>
          <a:p>
            <a:pPr marL="0" indent="0">
              <a:buNone/>
            </a:pPr>
            <a:r>
              <a:rPr lang="en-US" sz="1600" b="1">
                <a:solidFill>
                  <a:srgbClr val="0F2A47"/>
                </a:solidFill>
                <a:latin typeface="Cambria" pitchFamily="34" charset="0"/>
                <a:ea typeface="Cambria" pitchFamily="34" charset="-122"/>
                <a:cs typeface="Cambria" pitchFamily="34" charset="-120"/>
              </a:rPr>
              <a:t>Black-box AI risk</a:t>
            </a:r>
            <a:endParaRPr lang="en-US" sz="1600"/>
          </a:p>
        </p:txBody>
      </p:sp>
      <p:sp>
        <p:nvSpPr>
          <p:cNvPr id="21" name="Text 19"/>
          <p:cNvSpPr/>
          <p:nvPr/>
        </p:nvSpPr>
        <p:spPr>
          <a:xfrm>
            <a:off x="685800" y="3611880"/>
            <a:ext cx="3657600" cy="868680"/>
          </a:xfrm>
          <a:prstGeom prst="rect">
            <a:avLst/>
          </a:prstGeom>
          <a:noFill/>
          <a:ln/>
        </p:spPr>
        <p:txBody>
          <a:bodyPr wrap="square" lIns="0" tIns="0" rIns="0" bIns="0" rtlCol="0" anchor="ctr"/>
          <a:lstStyle/>
          <a:p>
            <a:pPr marL="0" indent="0">
              <a:buNone/>
            </a:pPr>
            <a:r>
              <a:rPr lang="en-US" sz="1200">
                <a:solidFill>
                  <a:srgbClr val="1E293B"/>
                </a:solidFill>
              </a:rPr>
              <a:t>Pure LLM mapping is rarely trustworthy enough for enterprise delivery.</a:t>
            </a:r>
            <a:endParaRPr lang="en-US" sz="1200"/>
          </a:p>
        </p:txBody>
      </p:sp>
      <p:sp>
        <p:nvSpPr>
          <p:cNvPr id="22" name="Shape 20"/>
          <p:cNvSpPr/>
          <p:nvPr/>
        </p:nvSpPr>
        <p:spPr>
          <a:xfrm>
            <a:off x="4663440" y="3063240"/>
            <a:ext cx="4023360" cy="1463040"/>
          </a:xfrm>
          <a:prstGeom prst="rect">
            <a:avLst/>
          </a:prstGeom>
          <a:solidFill>
            <a:srgbClr val="FFFFFF"/>
          </a:solidFill>
          <a:ln w="9525">
            <a:solidFill>
              <a:srgbClr val="D8D3C7"/>
            </a:solidFill>
            <a:prstDash val="solid"/>
          </a:ln>
        </p:spPr>
        <p:txBody>
          <a:bodyPr/>
          <a:lstStyle/>
          <a:p>
            <a:endParaRPr lang="en-US"/>
          </a:p>
        </p:txBody>
      </p:sp>
      <p:sp>
        <p:nvSpPr>
          <p:cNvPr id="23" name="Shape 21"/>
          <p:cNvSpPr/>
          <p:nvPr/>
        </p:nvSpPr>
        <p:spPr>
          <a:xfrm>
            <a:off x="4663440" y="3063240"/>
            <a:ext cx="73152" cy="1463040"/>
          </a:xfrm>
          <a:prstGeom prst="rect">
            <a:avLst/>
          </a:prstGeom>
          <a:solidFill>
            <a:srgbClr val="00A896"/>
          </a:solidFill>
          <a:ln w="12700">
            <a:solidFill>
              <a:srgbClr val="00A896"/>
            </a:solidFill>
            <a:prstDash val="solid"/>
          </a:ln>
        </p:spPr>
        <p:txBody>
          <a:bodyPr/>
          <a:lstStyle/>
          <a:p>
            <a:endParaRPr lang="en-US"/>
          </a:p>
        </p:txBody>
      </p:sp>
      <p:sp>
        <p:nvSpPr>
          <p:cNvPr id="24" name="Text 22"/>
          <p:cNvSpPr/>
          <p:nvPr/>
        </p:nvSpPr>
        <p:spPr>
          <a:xfrm>
            <a:off x="4892040" y="3200400"/>
            <a:ext cx="3657600" cy="365760"/>
          </a:xfrm>
          <a:prstGeom prst="rect">
            <a:avLst/>
          </a:prstGeom>
          <a:noFill/>
          <a:ln/>
        </p:spPr>
        <p:txBody>
          <a:bodyPr wrap="square" lIns="0" tIns="0" rIns="0" bIns="0" rtlCol="0" anchor="ctr"/>
          <a:lstStyle/>
          <a:p>
            <a:pPr marL="0" indent="0">
              <a:buNone/>
            </a:pPr>
            <a:r>
              <a:rPr lang="en-US" sz="1600" b="1">
                <a:solidFill>
                  <a:srgbClr val="0F2A47"/>
                </a:solidFill>
                <a:latin typeface="Cambria" pitchFamily="34" charset="0"/>
                <a:ea typeface="Cambria" pitchFamily="34" charset="-122"/>
                <a:cs typeface="Cambria" pitchFamily="34" charset="-120"/>
              </a:rPr>
              <a:t>No memory</a:t>
            </a:r>
            <a:endParaRPr lang="en-US" sz="1600"/>
          </a:p>
        </p:txBody>
      </p:sp>
      <p:sp>
        <p:nvSpPr>
          <p:cNvPr id="25" name="Text 23"/>
          <p:cNvSpPr/>
          <p:nvPr/>
        </p:nvSpPr>
        <p:spPr>
          <a:xfrm>
            <a:off x="4892040" y="3611880"/>
            <a:ext cx="3657600" cy="868680"/>
          </a:xfrm>
          <a:prstGeom prst="rect">
            <a:avLst/>
          </a:prstGeom>
          <a:noFill/>
          <a:ln/>
        </p:spPr>
        <p:txBody>
          <a:bodyPr wrap="square" lIns="0" tIns="0" rIns="0" bIns="0" rtlCol="0" anchor="ctr"/>
          <a:lstStyle/>
          <a:p>
            <a:pPr marL="0" indent="0">
              <a:buNone/>
            </a:pPr>
            <a:r>
              <a:rPr lang="en-US" sz="1200">
                <a:solidFill>
                  <a:srgbClr val="1E293B"/>
                </a:solidFill>
              </a:rPr>
              <a:t>Decisions need to be reviewed, explained, saved, and reused — not lost in chats.</a:t>
            </a:r>
            <a:endParaRPr lang="en-US" sz="1200"/>
          </a:p>
        </p:txBody>
      </p:sp>
      <p:sp>
        <p:nvSpPr>
          <p:cNvPr id="26" name="Shape 24"/>
          <p:cNvSpPr/>
          <p:nvPr/>
        </p:nvSpPr>
        <p:spPr>
          <a:xfrm>
            <a:off x="457200" y="4572000"/>
            <a:ext cx="8229600" cy="320040"/>
          </a:xfrm>
          <a:prstGeom prst="rect">
            <a:avLst/>
          </a:prstGeom>
          <a:solidFill>
            <a:srgbClr val="0F2A47"/>
          </a:solidFill>
          <a:ln w="12700">
            <a:solidFill>
              <a:srgbClr val="0F2A47"/>
            </a:solidFill>
            <a:prstDash val="solid"/>
          </a:ln>
        </p:spPr>
        <p:txBody>
          <a:bodyPr/>
          <a:lstStyle/>
          <a:p>
            <a:endParaRPr lang="en-US"/>
          </a:p>
        </p:txBody>
      </p:sp>
      <p:sp>
        <p:nvSpPr>
          <p:cNvPr id="27" name="Text 25"/>
          <p:cNvSpPr/>
          <p:nvPr/>
        </p:nvSpPr>
        <p:spPr>
          <a:xfrm>
            <a:off x="457200" y="4572000"/>
            <a:ext cx="8229600" cy="320040"/>
          </a:xfrm>
          <a:prstGeom prst="rect">
            <a:avLst/>
          </a:prstGeom>
          <a:noFill/>
          <a:ln/>
        </p:spPr>
        <p:txBody>
          <a:bodyPr wrap="square" lIns="0" tIns="0" rIns="0" bIns="0" rtlCol="0" anchor="ctr"/>
          <a:lstStyle/>
          <a:p>
            <a:pPr marL="0" indent="0" algn="ctr">
              <a:buNone/>
            </a:pPr>
            <a:r>
              <a:rPr lang="en-US" sz="1100" i="1">
                <a:solidFill>
                  <a:srgbClr val="FFFFFF"/>
                </a:solidFill>
              </a:rPr>
              <a:t>Integration teams need a structured alternative to both spreadsheet-only mapping and black-box AI mapping.</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a:solidFill>
                  <a:srgbClr val="FFFFFF"/>
                </a:solidFill>
                <a:latin typeface="Cambria" pitchFamily="34" charset="0"/>
                <a:ea typeface="Cambria" pitchFamily="34" charset="-122"/>
                <a:cs typeface="Cambria" pitchFamily="34" charset="-120"/>
              </a:rPr>
              <a:t>What Semantra Is</a:t>
            </a:r>
            <a:endParaRPr lang="en-US" sz="22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Explainable semantic mapping product slice — deterministic-first review loop where AI assists, not decides</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406908" y="1417320"/>
            <a:ext cx="1993392" cy="1508760"/>
          </a:xfrm>
          <a:prstGeom prst="rect">
            <a:avLst/>
          </a:prstGeom>
          <a:solidFill>
            <a:srgbClr val="FFFFFF"/>
          </a:solidFill>
          <a:ln w="9525">
            <a:solidFill>
              <a:srgbClr val="D8D3C7"/>
            </a:solidFill>
            <a:prstDash val="solid"/>
          </a:ln>
        </p:spPr>
        <p:txBody>
          <a:bodyPr/>
          <a:lstStyle/>
          <a:p>
            <a:endParaRPr lang="en-US"/>
          </a:p>
        </p:txBody>
      </p:sp>
      <p:sp>
        <p:nvSpPr>
          <p:cNvPr id="8" name="Shape 6"/>
          <p:cNvSpPr/>
          <p:nvPr/>
        </p:nvSpPr>
        <p:spPr>
          <a:xfrm>
            <a:off x="406908" y="1417320"/>
            <a:ext cx="73152" cy="1508760"/>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544068" y="1527048"/>
            <a:ext cx="1719072" cy="228600"/>
          </a:xfrm>
          <a:prstGeom prst="rect">
            <a:avLst/>
          </a:prstGeom>
          <a:noFill/>
          <a:ln/>
        </p:spPr>
        <p:txBody>
          <a:bodyPr wrap="square" lIns="0" tIns="0" rIns="0" bIns="0" rtlCol="0" anchor="ctr"/>
          <a:lstStyle/>
          <a:p>
            <a:pPr marL="0" indent="0">
              <a:buNone/>
            </a:pPr>
            <a:r>
              <a:rPr lang="en-US" sz="1000" b="1" kern="0" spc="200">
                <a:solidFill>
                  <a:srgbClr val="00A896"/>
                </a:solidFill>
              </a:rPr>
              <a:t>01</a:t>
            </a:r>
            <a:endParaRPr lang="en-US" sz="1000"/>
          </a:p>
        </p:txBody>
      </p:sp>
      <p:sp>
        <p:nvSpPr>
          <p:cNvPr id="10" name="Text 8"/>
          <p:cNvSpPr/>
          <p:nvPr/>
        </p:nvSpPr>
        <p:spPr>
          <a:xfrm>
            <a:off x="544068" y="1783080"/>
            <a:ext cx="1764792" cy="36576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Ingest</a:t>
            </a:r>
            <a:endParaRPr lang="en-US" sz="1400"/>
          </a:p>
        </p:txBody>
      </p:sp>
      <p:sp>
        <p:nvSpPr>
          <p:cNvPr id="11" name="Text 9"/>
          <p:cNvSpPr/>
          <p:nvPr/>
        </p:nvSpPr>
        <p:spPr>
          <a:xfrm>
            <a:off x="544068" y="2194560"/>
            <a:ext cx="1764792" cy="640080"/>
          </a:xfrm>
          <a:prstGeom prst="rect">
            <a:avLst/>
          </a:prstGeom>
          <a:noFill/>
          <a:ln/>
        </p:spPr>
        <p:txBody>
          <a:bodyPr wrap="square" lIns="0" tIns="0" rIns="0" bIns="0" rtlCol="0" anchor="ctr"/>
          <a:lstStyle/>
          <a:p>
            <a:pPr marL="0" indent="0">
              <a:buNone/>
            </a:pPr>
            <a:r>
              <a:rPr lang="en-US" sz="1000">
                <a:solidFill>
                  <a:srgbClr val="1E293B"/>
                </a:solidFill>
              </a:rPr>
              <a:t>Source/target structures: CSV, JSON, XML, XLSX, SQL.</a:t>
            </a:r>
            <a:endParaRPr lang="en-US" sz="1000"/>
          </a:p>
        </p:txBody>
      </p:sp>
      <p:sp>
        <p:nvSpPr>
          <p:cNvPr id="12" name="Shape 10"/>
          <p:cNvSpPr/>
          <p:nvPr/>
        </p:nvSpPr>
        <p:spPr>
          <a:xfrm>
            <a:off x="2519172" y="1417320"/>
            <a:ext cx="1993392" cy="1508760"/>
          </a:xfrm>
          <a:prstGeom prst="rect">
            <a:avLst/>
          </a:prstGeom>
          <a:solidFill>
            <a:srgbClr val="FFFFFF"/>
          </a:solidFill>
          <a:ln w="9525">
            <a:solidFill>
              <a:srgbClr val="D8D3C7"/>
            </a:solidFill>
            <a:prstDash val="solid"/>
          </a:ln>
        </p:spPr>
        <p:txBody>
          <a:bodyPr/>
          <a:lstStyle/>
          <a:p>
            <a:endParaRPr lang="en-US"/>
          </a:p>
        </p:txBody>
      </p:sp>
      <p:sp>
        <p:nvSpPr>
          <p:cNvPr id="13" name="Shape 11"/>
          <p:cNvSpPr/>
          <p:nvPr/>
        </p:nvSpPr>
        <p:spPr>
          <a:xfrm>
            <a:off x="2519172" y="1417320"/>
            <a:ext cx="73152" cy="1508760"/>
          </a:xfrm>
          <a:prstGeom prst="rect">
            <a:avLst/>
          </a:prstGeom>
          <a:solidFill>
            <a:srgbClr val="00A896"/>
          </a:solidFill>
          <a:ln w="12700">
            <a:solidFill>
              <a:srgbClr val="00A896"/>
            </a:solidFill>
            <a:prstDash val="solid"/>
          </a:ln>
        </p:spPr>
        <p:txBody>
          <a:bodyPr/>
          <a:lstStyle/>
          <a:p>
            <a:endParaRPr lang="en-US"/>
          </a:p>
        </p:txBody>
      </p:sp>
      <p:sp>
        <p:nvSpPr>
          <p:cNvPr id="14" name="Text 12"/>
          <p:cNvSpPr/>
          <p:nvPr/>
        </p:nvSpPr>
        <p:spPr>
          <a:xfrm>
            <a:off x="2656332" y="1527048"/>
            <a:ext cx="1719072" cy="228600"/>
          </a:xfrm>
          <a:prstGeom prst="rect">
            <a:avLst/>
          </a:prstGeom>
          <a:noFill/>
          <a:ln/>
        </p:spPr>
        <p:txBody>
          <a:bodyPr wrap="square" lIns="0" tIns="0" rIns="0" bIns="0" rtlCol="0" anchor="ctr"/>
          <a:lstStyle/>
          <a:p>
            <a:pPr marL="0" indent="0">
              <a:buNone/>
            </a:pPr>
            <a:r>
              <a:rPr lang="en-US" sz="1000" b="1" kern="0" spc="200">
                <a:solidFill>
                  <a:srgbClr val="00A896"/>
                </a:solidFill>
              </a:rPr>
              <a:t>02</a:t>
            </a:r>
            <a:endParaRPr lang="en-US" sz="1000"/>
          </a:p>
        </p:txBody>
      </p:sp>
      <p:sp>
        <p:nvSpPr>
          <p:cNvPr id="15" name="Text 13"/>
          <p:cNvSpPr/>
          <p:nvPr/>
        </p:nvSpPr>
        <p:spPr>
          <a:xfrm>
            <a:off x="2656332" y="1783080"/>
            <a:ext cx="1764792" cy="36576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Profile</a:t>
            </a:r>
            <a:endParaRPr lang="en-US" sz="1400"/>
          </a:p>
        </p:txBody>
      </p:sp>
      <p:sp>
        <p:nvSpPr>
          <p:cNvPr id="16" name="Text 14"/>
          <p:cNvSpPr/>
          <p:nvPr/>
        </p:nvSpPr>
        <p:spPr>
          <a:xfrm>
            <a:off x="2656332" y="2194560"/>
            <a:ext cx="1764792" cy="640080"/>
          </a:xfrm>
          <a:prstGeom prst="rect">
            <a:avLst/>
          </a:prstGeom>
          <a:noFill/>
          <a:ln/>
        </p:spPr>
        <p:txBody>
          <a:bodyPr wrap="square" lIns="0" tIns="0" rIns="0" bIns="0" rtlCol="0" anchor="ctr"/>
          <a:lstStyle/>
          <a:p>
            <a:pPr marL="0" indent="0">
              <a:buNone/>
            </a:pPr>
            <a:r>
              <a:rPr lang="en-US" sz="1000">
                <a:solidFill>
                  <a:srgbClr val="1E293B"/>
                </a:solidFill>
              </a:rPr>
              <a:t>Lexical, pattern, statistical hints feed candidate ranking.</a:t>
            </a:r>
            <a:endParaRPr lang="en-US" sz="1000"/>
          </a:p>
        </p:txBody>
      </p:sp>
      <p:sp>
        <p:nvSpPr>
          <p:cNvPr id="17" name="Shape 15"/>
          <p:cNvSpPr/>
          <p:nvPr/>
        </p:nvSpPr>
        <p:spPr>
          <a:xfrm>
            <a:off x="4631436" y="1417320"/>
            <a:ext cx="1993392" cy="1508760"/>
          </a:xfrm>
          <a:prstGeom prst="rect">
            <a:avLst/>
          </a:prstGeom>
          <a:solidFill>
            <a:srgbClr val="FFFFFF"/>
          </a:solidFill>
          <a:ln w="9525">
            <a:solidFill>
              <a:srgbClr val="D8D3C7"/>
            </a:solidFill>
            <a:prstDash val="solid"/>
          </a:ln>
        </p:spPr>
        <p:txBody>
          <a:bodyPr/>
          <a:lstStyle/>
          <a:p>
            <a:endParaRPr lang="en-US"/>
          </a:p>
        </p:txBody>
      </p:sp>
      <p:sp>
        <p:nvSpPr>
          <p:cNvPr id="18" name="Shape 16"/>
          <p:cNvSpPr/>
          <p:nvPr/>
        </p:nvSpPr>
        <p:spPr>
          <a:xfrm>
            <a:off x="4631436" y="1417320"/>
            <a:ext cx="73152" cy="1508760"/>
          </a:xfrm>
          <a:prstGeom prst="rect">
            <a:avLst/>
          </a:prstGeom>
          <a:solidFill>
            <a:srgbClr val="00A896"/>
          </a:solidFill>
          <a:ln w="12700">
            <a:solidFill>
              <a:srgbClr val="00A896"/>
            </a:solidFill>
            <a:prstDash val="solid"/>
          </a:ln>
        </p:spPr>
        <p:txBody>
          <a:bodyPr/>
          <a:lstStyle/>
          <a:p>
            <a:endParaRPr lang="en-US"/>
          </a:p>
        </p:txBody>
      </p:sp>
      <p:sp>
        <p:nvSpPr>
          <p:cNvPr id="19" name="Text 17"/>
          <p:cNvSpPr/>
          <p:nvPr/>
        </p:nvSpPr>
        <p:spPr>
          <a:xfrm>
            <a:off x="4768596" y="1527048"/>
            <a:ext cx="1719072" cy="228600"/>
          </a:xfrm>
          <a:prstGeom prst="rect">
            <a:avLst/>
          </a:prstGeom>
          <a:noFill/>
          <a:ln/>
        </p:spPr>
        <p:txBody>
          <a:bodyPr wrap="square" lIns="0" tIns="0" rIns="0" bIns="0" rtlCol="0" anchor="ctr"/>
          <a:lstStyle/>
          <a:p>
            <a:pPr marL="0" indent="0">
              <a:buNone/>
            </a:pPr>
            <a:r>
              <a:rPr lang="en-US" sz="1000" b="1" kern="0" spc="200">
                <a:solidFill>
                  <a:srgbClr val="00A896"/>
                </a:solidFill>
              </a:rPr>
              <a:t>03</a:t>
            </a:r>
            <a:endParaRPr lang="en-US" sz="1000"/>
          </a:p>
        </p:txBody>
      </p:sp>
      <p:sp>
        <p:nvSpPr>
          <p:cNvPr id="20" name="Text 18"/>
          <p:cNvSpPr/>
          <p:nvPr/>
        </p:nvSpPr>
        <p:spPr>
          <a:xfrm>
            <a:off x="4768596" y="1783080"/>
            <a:ext cx="1764792" cy="36576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Enrich</a:t>
            </a:r>
            <a:endParaRPr lang="en-US" sz="1400"/>
          </a:p>
        </p:txBody>
      </p:sp>
      <p:sp>
        <p:nvSpPr>
          <p:cNvPr id="21" name="Text 19"/>
          <p:cNvSpPr/>
          <p:nvPr/>
        </p:nvSpPr>
        <p:spPr>
          <a:xfrm>
            <a:off x="4768596" y="2194560"/>
            <a:ext cx="1764792" cy="640080"/>
          </a:xfrm>
          <a:prstGeom prst="rect">
            <a:avLst/>
          </a:prstGeom>
          <a:noFill/>
          <a:ln/>
        </p:spPr>
        <p:txBody>
          <a:bodyPr wrap="square" lIns="0" tIns="0" rIns="0" bIns="0" rtlCol="0" anchor="ctr"/>
          <a:lstStyle/>
          <a:p>
            <a:pPr marL="0" indent="0">
              <a:buNone/>
            </a:pPr>
            <a:r>
              <a:rPr lang="en-US" sz="1000">
                <a:solidFill>
                  <a:srgbClr val="1E293B"/>
                </a:solidFill>
              </a:rPr>
              <a:t>Metadata knowledge plus custom overlays refine matching.</a:t>
            </a:r>
            <a:endParaRPr lang="en-US" sz="1000"/>
          </a:p>
        </p:txBody>
      </p:sp>
      <p:sp>
        <p:nvSpPr>
          <p:cNvPr id="22" name="Shape 20"/>
          <p:cNvSpPr/>
          <p:nvPr/>
        </p:nvSpPr>
        <p:spPr>
          <a:xfrm>
            <a:off x="6743700" y="1417320"/>
            <a:ext cx="1993392" cy="1508760"/>
          </a:xfrm>
          <a:prstGeom prst="rect">
            <a:avLst/>
          </a:prstGeom>
          <a:solidFill>
            <a:srgbClr val="FFFFFF"/>
          </a:solidFill>
          <a:ln w="9525">
            <a:solidFill>
              <a:srgbClr val="D8D3C7"/>
            </a:solidFill>
            <a:prstDash val="solid"/>
          </a:ln>
        </p:spPr>
        <p:txBody>
          <a:bodyPr/>
          <a:lstStyle/>
          <a:p>
            <a:endParaRPr lang="en-US"/>
          </a:p>
        </p:txBody>
      </p:sp>
      <p:sp>
        <p:nvSpPr>
          <p:cNvPr id="23" name="Shape 21"/>
          <p:cNvSpPr/>
          <p:nvPr/>
        </p:nvSpPr>
        <p:spPr>
          <a:xfrm>
            <a:off x="6743700" y="1417320"/>
            <a:ext cx="73152" cy="1508760"/>
          </a:xfrm>
          <a:prstGeom prst="rect">
            <a:avLst/>
          </a:prstGeom>
          <a:solidFill>
            <a:srgbClr val="00A896"/>
          </a:solidFill>
          <a:ln w="12700">
            <a:solidFill>
              <a:srgbClr val="00A896"/>
            </a:solidFill>
            <a:prstDash val="solid"/>
          </a:ln>
        </p:spPr>
        <p:txBody>
          <a:bodyPr/>
          <a:lstStyle/>
          <a:p>
            <a:endParaRPr lang="en-US"/>
          </a:p>
        </p:txBody>
      </p:sp>
      <p:sp>
        <p:nvSpPr>
          <p:cNvPr id="24" name="Text 22"/>
          <p:cNvSpPr/>
          <p:nvPr/>
        </p:nvSpPr>
        <p:spPr>
          <a:xfrm>
            <a:off x="6880860" y="1527048"/>
            <a:ext cx="1719072" cy="228600"/>
          </a:xfrm>
          <a:prstGeom prst="rect">
            <a:avLst/>
          </a:prstGeom>
          <a:noFill/>
          <a:ln/>
        </p:spPr>
        <p:txBody>
          <a:bodyPr wrap="square" lIns="0" tIns="0" rIns="0" bIns="0" rtlCol="0" anchor="ctr"/>
          <a:lstStyle/>
          <a:p>
            <a:pPr marL="0" indent="0">
              <a:buNone/>
            </a:pPr>
            <a:r>
              <a:rPr lang="en-US" sz="1000" b="1" kern="0" spc="200">
                <a:solidFill>
                  <a:srgbClr val="00A896"/>
                </a:solidFill>
              </a:rPr>
              <a:t>04</a:t>
            </a:r>
            <a:endParaRPr lang="en-US" sz="1000"/>
          </a:p>
        </p:txBody>
      </p:sp>
      <p:sp>
        <p:nvSpPr>
          <p:cNvPr id="25" name="Text 23"/>
          <p:cNvSpPr/>
          <p:nvPr/>
        </p:nvSpPr>
        <p:spPr>
          <a:xfrm>
            <a:off x="6880860" y="1783080"/>
            <a:ext cx="1764792" cy="36576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Validate</a:t>
            </a:r>
            <a:endParaRPr lang="en-US" sz="1400"/>
          </a:p>
        </p:txBody>
      </p:sp>
      <p:sp>
        <p:nvSpPr>
          <p:cNvPr id="26" name="Text 24"/>
          <p:cNvSpPr/>
          <p:nvPr/>
        </p:nvSpPr>
        <p:spPr>
          <a:xfrm>
            <a:off x="6880860" y="2194560"/>
            <a:ext cx="1764792" cy="640080"/>
          </a:xfrm>
          <a:prstGeom prst="rect">
            <a:avLst/>
          </a:prstGeom>
          <a:noFill/>
          <a:ln/>
        </p:spPr>
        <p:txBody>
          <a:bodyPr wrap="square" lIns="0" tIns="0" rIns="0" bIns="0" rtlCol="0" anchor="ctr"/>
          <a:lstStyle/>
          <a:p>
            <a:pPr marL="0" indent="0">
              <a:buNone/>
            </a:pPr>
            <a:r>
              <a:rPr lang="en-US" sz="1000">
                <a:solidFill>
                  <a:srgbClr val="1E293B"/>
                </a:solidFill>
              </a:rPr>
              <a:t>Constrained AI only where it adds clear value.</a:t>
            </a:r>
            <a:endParaRPr lang="en-US" sz="1000"/>
          </a:p>
        </p:txBody>
      </p:sp>
      <p:sp>
        <p:nvSpPr>
          <p:cNvPr id="27" name="Shape 25"/>
          <p:cNvSpPr/>
          <p:nvPr/>
        </p:nvSpPr>
        <p:spPr>
          <a:xfrm>
            <a:off x="1463040" y="3108960"/>
            <a:ext cx="1993392" cy="1508760"/>
          </a:xfrm>
          <a:prstGeom prst="rect">
            <a:avLst/>
          </a:prstGeom>
          <a:solidFill>
            <a:srgbClr val="FFFFFF"/>
          </a:solidFill>
          <a:ln w="9525">
            <a:solidFill>
              <a:srgbClr val="D8D3C7"/>
            </a:solidFill>
            <a:prstDash val="solid"/>
          </a:ln>
        </p:spPr>
        <p:txBody>
          <a:bodyPr/>
          <a:lstStyle/>
          <a:p>
            <a:endParaRPr lang="en-US"/>
          </a:p>
        </p:txBody>
      </p:sp>
      <p:sp>
        <p:nvSpPr>
          <p:cNvPr id="28" name="Shape 26"/>
          <p:cNvSpPr/>
          <p:nvPr/>
        </p:nvSpPr>
        <p:spPr>
          <a:xfrm>
            <a:off x="1463040" y="3108960"/>
            <a:ext cx="73152" cy="1508760"/>
          </a:xfrm>
          <a:prstGeom prst="rect">
            <a:avLst/>
          </a:prstGeom>
          <a:solidFill>
            <a:srgbClr val="00A896"/>
          </a:solidFill>
          <a:ln w="12700">
            <a:solidFill>
              <a:srgbClr val="00A896"/>
            </a:solidFill>
            <a:prstDash val="solid"/>
          </a:ln>
        </p:spPr>
        <p:txBody>
          <a:bodyPr/>
          <a:lstStyle/>
          <a:p>
            <a:endParaRPr lang="en-US"/>
          </a:p>
        </p:txBody>
      </p:sp>
      <p:sp>
        <p:nvSpPr>
          <p:cNvPr id="29" name="Text 27"/>
          <p:cNvSpPr/>
          <p:nvPr/>
        </p:nvSpPr>
        <p:spPr>
          <a:xfrm>
            <a:off x="1600200" y="3218688"/>
            <a:ext cx="1719072" cy="228600"/>
          </a:xfrm>
          <a:prstGeom prst="rect">
            <a:avLst/>
          </a:prstGeom>
          <a:noFill/>
          <a:ln/>
        </p:spPr>
        <p:txBody>
          <a:bodyPr wrap="square" lIns="0" tIns="0" rIns="0" bIns="0" rtlCol="0" anchor="ctr"/>
          <a:lstStyle/>
          <a:p>
            <a:pPr marL="0" indent="0">
              <a:buNone/>
            </a:pPr>
            <a:r>
              <a:rPr lang="en-US" sz="1000" b="1" kern="0" spc="200">
                <a:solidFill>
                  <a:srgbClr val="00A896"/>
                </a:solidFill>
              </a:rPr>
              <a:t>05</a:t>
            </a:r>
            <a:endParaRPr lang="en-US" sz="1000"/>
          </a:p>
        </p:txBody>
      </p:sp>
      <p:sp>
        <p:nvSpPr>
          <p:cNvPr id="30" name="Text 28"/>
          <p:cNvSpPr/>
          <p:nvPr/>
        </p:nvSpPr>
        <p:spPr>
          <a:xfrm>
            <a:off x="1600200" y="3474720"/>
            <a:ext cx="1764792" cy="36576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Preview</a:t>
            </a:r>
            <a:endParaRPr lang="en-US" sz="1400"/>
          </a:p>
        </p:txBody>
      </p:sp>
      <p:sp>
        <p:nvSpPr>
          <p:cNvPr id="31" name="Text 29"/>
          <p:cNvSpPr/>
          <p:nvPr/>
        </p:nvSpPr>
        <p:spPr>
          <a:xfrm>
            <a:off x="1600200" y="3886200"/>
            <a:ext cx="1764792" cy="640080"/>
          </a:xfrm>
          <a:prstGeom prst="rect">
            <a:avLst/>
          </a:prstGeom>
          <a:noFill/>
          <a:ln/>
        </p:spPr>
        <p:txBody>
          <a:bodyPr wrap="square" lIns="0" tIns="0" rIns="0" bIns="0" rtlCol="0" anchor="ctr"/>
          <a:lstStyle/>
          <a:p>
            <a:pPr marL="0" indent="0">
              <a:buNone/>
            </a:pPr>
            <a:r>
              <a:rPr lang="en-US" sz="1000">
                <a:solidFill>
                  <a:srgbClr val="1E293B"/>
                </a:solidFill>
              </a:rPr>
              <a:t>Inspect transformations before any execution artifact.</a:t>
            </a:r>
            <a:endParaRPr lang="en-US" sz="1000"/>
          </a:p>
        </p:txBody>
      </p:sp>
      <p:sp>
        <p:nvSpPr>
          <p:cNvPr id="32" name="Shape 30"/>
          <p:cNvSpPr/>
          <p:nvPr/>
        </p:nvSpPr>
        <p:spPr>
          <a:xfrm>
            <a:off x="3575304" y="3108960"/>
            <a:ext cx="1993392" cy="1508760"/>
          </a:xfrm>
          <a:prstGeom prst="rect">
            <a:avLst/>
          </a:prstGeom>
          <a:solidFill>
            <a:srgbClr val="FFFFFF"/>
          </a:solidFill>
          <a:ln w="9525">
            <a:solidFill>
              <a:srgbClr val="D8D3C7"/>
            </a:solidFill>
            <a:prstDash val="solid"/>
          </a:ln>
        </p:spPr>
        <p:txBody>
          <a:bodyPr/>
          <a:lstStyle/>
          <a:p>
            <a:endParaRPr lang="en-US"/>
          </a:p>
        </p:txBody>
      </p:sp>
      <p:sp>
        <p:nvSpPr>
          <p:cNvPr id="33" name="Shape 31"/>
          <p:cNvSpPr/>
          <p:nvPr/>
        </p:nvSpPr>
        <p:spPr>
          <a:xfrm>
            <a:off x="3575304" y="3108960"/>
            <a:ext cx="73152" cy="1508760"/>
          </a:xfrm>
          <a:prstGeom prst="rect">
            <a:avLst/>
          </a:prstGeom>
          <a:solidFill>
            <a:srgbClr val="00A896"/>
          </a:solidFill>
          <a:ln w="12700">
            <a:solidFill>
              <a:srgbClr val="00A896"/>
            </a:solidFill>
            <a:prstDash val="solid"/>
          </a:ln>
        </p:spPr>
        <p:txBody>
          <a:bodyPr/>
          <a:lstStyle/>
          <a:p>
            <a:endParaRPr lang="en-US"/>
          </a:p>
        </p:txBody>
      </p:sp>
      <p:sp>
        <p:nvSpPr>
          <p:cNvPr id="34" name="Text 32"/>
          <p:cNvSpPr/>
          <p:nvPr/>
        </p:nvSpPr>
        <p:spPr>
          <a:xfrm>
            <a:off x="3712464" y="3218688"/>
            <a:ext cx="1719072" cy="228600"/>
          </a:xfrm>
          <a:prstGeom prst="rect">
            <a:avLst/>
          </a:prstGeom>
          <a:noFill/>
          <a:ln/>
        </p:spPr>
        <p:txBody>
          <a:bodyPr wrap="square" lIns="0" tIns="0" rIns="0" bIns="0" rtlCol="0" anchor="ctr"/>
          <a:lstStyle/>
          <a:p>
            <a:pPr marL="0" indent="0">
              <a:buNone/>
            </a:pPr>
            <a:r>
              <a:rPr lang="en-US" sz="1000" b="1" kern="0" spc="200">
                <a:solidFill>
                  <a:srgbClr val="00A896"/>
                </a:solidFill>
              </a:rPr>
              <a:t>06</a:t>
            </a:r>
            <a:endParaRPr lang="en-US" sz="1000"/>
          </a:p>
        </p:txBody>
      </p:sp>
      <p:sp>
        <p:nvSpPr>
          <p:cNvPr id="35" name="Text 33"/>
          <p:cNvSpPr/>
          <p:nvPr/>
        </p:nvSpPr>
        <p:spPr>
          <a:xfrm>
            <a:off x="3712464" y="3474720"/>
            <a:ext cx="1764792" cy="36576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Persist</a:t>
            </a:r>
            <a:endParaRPr lang="en-US" sz="1400"/>
          </a:p>
        </p:txBody>
      </p:sp>
      <p:sp>
        <p:nvSpPr>
          <p:cNvPr id="36" name="Text 34"/>
          <p:cNvSpPr/>
          <p:nvPr/>
        </p:nvSpPr>
        <p:spPr>
          <a:xfrm>
            <a:off x="3712464" y="3886200"/>
            <a:ext cx="1764792" cy="640080"/>
          </a:xfrm>
          <a:prstGeom prst="rect">
            <a:avLst/>
          </a:prstGeom>
          <a:noFill/>
          <a:ln/>
        </p:spPr>
        <p:txBody>
          <a:bodyPr wrap="square" lIns="0" tIns="0" rIns="0" bIns="0" rtlCol="0" anchor="ctr"/>
          <a:lstStyle/>
          <a:p>
            <a:pPr marL="0" indent="0">
              <a:buNone/>
            </a:pPr>
            <a:r>
              <a:rPr lang="en-US" sz="1000">
                <a:solidFill>
                  <a:srgbClr val="1E293B"/>
                </a:solidFill>
              </a:rPr>
              <a:t>Mapping sets, corrections, reusable rules.</a:t>
            </a:r>
            <a:endParaRPr lang="en-US" sz="1000"/>
          </a:p>
        </p:txBody>
      </p:sp>
      <p:sp>
        <p:nvSpPr>
          <p:cNvPr id="37" name="Shape 35"/>
          <p:cNvSpPr/>
          <p:nvPr/>
        </p:nvSpPr>
        <p:spPr>
          <a:xfrm>
            <a:off x="5687568" y="3108960"/>
            <a:ext cx="1993392" cy="1508760"/>
          </a:xfrm>
          <a:prstGeom prst="rect">
            <a:avLst/>
          </a:prstGeom>
          <a:solidFill>
            <a:srgbClr val="FFFFFF"/>
          </a:solidFill>
          <a:ln w="9525">
            <a:solidFill>
              <a:srgbClr val="D8D3C7"/>
            </a:solidFill>
            <a:prstDash val="solid"/>
          </a:ln>
        </p:spPr>
        <p:txBody>
          <a:bodyPr/>
          <a:lstStyle/>
          <a:p>
            <a:endParaRPr lang="en-US"/>
          </a:p>
        </p:txBody>
      </p:sp>
      <p:sp>
        <p:nvSpPr>
          <p:cNvPr id="38" name="Shape 36"/>
          <p:cNvSpPr/>
          <p:nvPr/>
        </p:nvSpPr>
        <p:spPr>
          <a:xfrm>
            <a:off x="5687568" y="3108960"/>
            <a:ext cx="73152" cy="1508760"/>
          </a:xfrm>
          <a:prstGeom prst="rect">
            <a:avLst/>
          </a:prstGeom>
          <a:solidFill>
            <a:srgbClr val="F2A65A"/>
          </a:solidFill>
          <a:ln w="12700">
            <a:solidFill>
              <a:srgbClr val="F2A65A"/>
            </a:solidFill>
            <a:prstDash val="solid"/>
          </a:ln>
        </p:spPr>
        <p:txBody>
          <a:bodyPr/>
          <a:lstStyle/>
          <a:p>
            <a:endParaRPr lang="en-US"/>
          </a:p>
        </p:txBody>
      </p:sp>
      <p:sp>
        <p:nvSpPr>
          <p:cNvPr id="39" name="Text 37"/>
          <p:cNvSpPr/>
          <p:nvPr/>
        </p:nvSpPr>
        <p:spPr>
          <a:xfrm>
            <a:off x="5824728" y="3218688"/>
            <a:ext cx="1719072" cy="228600"/>
          </a:xfrm>
          <a:prstGeom prst="rect">
            <a:avLst/>
          </a:prstGeom>
          <a:noFill/>
          <a:ln/>
        </p:spPr>
        <p:txBody>
          <a:bodyPr wrap="square" lIns="0" tIns="0" rIns="0" bIns="0" rtlCol="0" anchor="ctr"/>
          <a:lstStyle/>
          <a:p>
            <a:pPr marL="0" indent="0">
              <a:buNone/>
            </a:pPr>
            <a:r>
              <a:rPr lang="en-US" sz="1000" b="1" kern="0" spc="200">
                <a:solidFill>
                  <a:srgbClr val="F2A65A"/>
                </a:solidFill>
              </a:rPr>
              <a:t>07</a:t>
            </a:r>
            <a:endParaRPr lang="en-US" sz="1000"/>
          </a:p>
        </p:txBody>
      </p:sp>
      <p:sp>
        <p:nvSpPr>
          <p:cNvPr id="40" name="Text 38"/>
          <p:cNvSpPr/>
          <p:nvPr/>
        </p:nvSpPr>
        <p:spPr>
          <a:xfrm>
            <a:off x="5824728" y="3218688"/>
            <a:ext cx="1719072" cy="228600"/>
          </a:xfrm>
          <a:prstGeom prst="rect">
            <a:avLst/>
          </a:prstGeom>
          <a:noFill/>
          <a:ln/>
        </p:spPr>
        <p:txBody>
          <a:bodyPr wrap="square" lIns="0" tIns="0" rIns="0" bIns="0" rtlCol="0" anchor="ctr"/>
          <a:lstStyle/>
          <a:p>
            <a:pPr marL="0" indent="0" algn="r">
              <a:buNone/>
            </a:pPr>
            <a:r>
              <a:rPr lang="en-US" sz="900" b="1" kern="0" spc="200">
                <a:solidFill>
                  <a:srgbClr val="F2A65A"/>
                </a:solidFill>
              </a:rPr>
              <a:t>NEW</a:t>
            </a:r>
            <a:endParaRPr lang="en-US" sz="900"/>
          </a:p>
        </p:txBody>
      </p:sp>
      <p:sp>
        <p:nvSpPr>
          <p:cNvPr id="41" name="Text 39"/>
          <p:cNvSpPr/>
          <p:nvPr/>
        </p:nvSpPr>
        <p:spPr>
          <a:xfrm>
            <a:off x="5824728" y="3474720"/>
            <a:ext cx="1764792" cy="36576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Reuse</a:t>
            </a:r>
            <a:endParaRPr lang="en-US" sz="1400"/>
          </a:p>
        </p:txBody>
      </p:sp>
      <p:sp>
        <p:nvSpPr>
          <p:cNvPr id="42" name="Text 40"/>
          <p:cNvSpPr/>
          <p:nvPr/>
        </p:nvSpPr>
        <p:spPr>
          <a:xfrm>
            <a:off x="5824728" y="3886200"/>
            <a:ext cx="1764792" cy="640080"/>
          </a:xfrm>
          <a:prstGeom prst="rect">
            <a:avLst/>
          </a:prstGeom>
          <a:noFill/>
          <a:ln/>
        </p:spPr>
        <p:txBody>
          <a:bodyPr wrap="square" lIns="0" tIns="0" rIns="0" bIns="0" rtlCol="0" anchor="ctr"/>
          <a:lstStyle/>
          <a:p>
            <a:pPr marL="0" indent="0">
              <a:buNone/>
            </a:pPr>
            <a:r>
              <a:rPr lang="en-US" sz="1000">
                <a:solidFill>
                  <a:srgbClr val="1E293B"/>
                </a:solidFill>
              </a:rPr>
              <a:t>Discover &amp; pull approved mappings from the catalog.</a:t>
            </a:r>
            <a:endParaRPr lang="en-US" sz="1000"/>
          </a:p>
        </p:txBody>
      </p:sp>
      <p:sp>
        <p:nvSpPr>
          <p:cNvPr id="43" name="Shape 41"/>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44" name="Text 42"/>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45" name="Text 43"/>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3 / 12</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a:solidFill>
                  <a:srgbClr val="FFFFFF"/>
                </a:solidFill>
                <a:latin typeface="Cambria" pitchFamily="34" charset="0"/>
                <a:ea typeface="Cambria" pitchFamily="34" charset="-122"/>
                <a:cs typeface="Cambria" pitchFamily="34" charset="-120"/>
              </a:rPr>
              <a:t>How Mapping Decisions Are Produced</a:t>
            </a:r>
            <a:endParaRPr lang="en-US" sz="22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Multi-signal inference with explicit review surfaces — not a one-shot LLM guess</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Text 5"/>
          <p:cNvSpPr/>
          <p:nvPr/>
        </p:nvSpPr>
        <p:spPr>
          <a:xfrm>
            <a:off x="457200" y="1417320"/>
            <a:ext cx="4572000" cy="274320"/>
          </a:xfrm>
          <a:prstGeom prst="rect">
            <a:avLst/>
          </a:prstGeom>
          <a:noFill/>
          <a:ln/>
        </p:spPr>
        <p:txBody>
          <a:bodyPr wrap="square" lIns="0" tIns="0" rIns="0" bIns="0" rtlCol="0" anchor="ctr"/>
          <a:lstStyle/>
          <a:p>
            <a:pPr marL="0" indent="0">
              <a:buNone/>
            </a:pPr>
            <a:r>
              <a:rPr lang="en-US" sz="1100" b="1">
                <a:solidFill>
                  <a:srgbClr val="028090"/>
                </a:solidFill>
              </a:rPr>
              <a:t>Signals blended per source field</a:t>
            </a:r>
            <a:endParaRPr lang="en-US" sz="1100"/>
          </a:p>
        </p:txBody>
      </p:sp>
      <p:sp>
        <p:nvSpPr>
          <p:cNvPr id="8" name="Text 6"/>
          <p:cNvSpPr/>
          <p:nvPr/>
        </p:nvSpPr>
        <p:spPr>
          <a:xfrm>
            <a:off x="457200" y="1783080"/>
            <a:ext cx="1920240" cy="292608"/>
          </a:xfrm>
          <a:prstGeom prst="rect">
            <a:avLst/>
          </a:prstGeom>
          <a:noFill/>
          <a:ln/>
        </p:spPr>
        <p:txBody>
          <a:bodyPr wrap="square" lIns="0" tIns="0" rIns="0" bIns="0" rtlCol="0" anchor="ctr"/>
          <a:lstStyle/>
          <a:p>
            <a:pPr marL="0" indent="0">
              <a:buNone/>
            </a:pPr>
            <a:r>
              <a:rPr lang="en-US" sz="1000">
                <a:solidFill>
                  <a:srgbClr val="1E293B"/>
                </a:solidFill>
              </a:rPr>
              <a:t>Lexical</a:t>
            </a:r>
            <a:endParaRPr lang="en-US" sz="1000"/>
          </a:p>
        </p:txBody>
      </p:sp>
      <p:sp>
        <p:nvSpPr>
          <p:cNvPr id="9" name="Shape 7"/>
          <p:cNvSpPr/>
          <p:nvPr/>
        </p:nvSpPr>
        <p:spPr>
          <a:xfrm>
            <a:off x="2423160" y="1856232"/>
            <a:ext cx="2377440" cy="146304"/>
          </a:xfrm>
          <a:prstGeom prst="rect">
            <a:avLst/>
          </a:prstGeom>
          <a:solidFill>
            <a:srgbClr val="E5E1D6"/>
          </a:solidFill>
          <a:ln w="12700">
            <a:solidFill>
              <a:srgbClr val="E5E1D6"/>
            </a:solidFill>
            <a:prstDash val="solid"/>
          </a:ln>
        </p:spPr>
        <p:txBody>
          <a:bodyPr/>
          <a:lstStyle/>
          <a:p>
            <a:endParaRPr lang="en-US"/>
          </a:p>
        </p:txBody>
      </p:sp>
      <p:sp>
        <p:nvSpPr>
          <p:cNvPr id="10" name="Shape 8"/>
          <p:cNvSpPr/>
          <p:nvPr/>
        </p:nvSpPr>
        <p:spPr>
          <a:xfrm>
            <a:off x="2423160" y="1856232"/>
            <a:ext cx="1664208" cy="146304"/>
          </a:xfrm>
          <a:prstGeom prst="rect">
            <a:avLst/>
          </a:prstGeom>
          <a:solidFill>
            <a:srgbClr val="00A896"/>
          </a:solidFill>
          <a:ln w="12700">
            <a:solidFill>
              <a:srgbClr val="00A896"/>
            </a:solidFill>
            <a:prstDash val="solid"/>
          </a:ln>
        </p:spPr>
        <p:txBody>
          <a:bodyPr/>
          <a:lstStyle/>
          <a:p>
            <a:endParaRPr lang="en-US"/>
          </a:p>
        </p:txBody>
      </p:sp>
      <p:sp>
        <p:nvSpPr>
          <p:cNvPr id="11" name="Text 9"/>
          <p:cNvSpPr/>
          <p:nvPr/>
        </p:nvSpPr>
        <p:spPr>
          <a:xfrm>
            <a:off x="4846320" y="1783080"/>
            <a:ext cx="365760" cy="292608"/>
          </a:xfrm>
          <a:prstGeom prst="rect">
            <a:avLst/>
          </a:prstGeom>
          <a:noFill/>
          <a:ln/>
        </p:spPr>
        <p:txBody>
          <a:bodyPr wrap="square" lIns="0" tIns="0" rIns="0" bIns="0" rtlCol="0" anchor="ctr"/>
          <a:lstStyle/>
          <a:p>
            <a:pPr marL="0" indent="0">
              <a:buNone/>
            </a:pPr>
            <a:r>
              <a:rPr lang="en-US" sz="900">
                <a:solidFill>
                  <a:srgbClr val="0F2A47"/>
                </a:solidFill>
              </a:rPr>
              <a:t>70</a:t>
            </a:r>
            <a:endParaRPr lang="en-US" sz="900"/>
          </a:p>
        </p:txBody>
      </p:sp>
      <p:sp>
        <p:nvSpPr>
          <p:cNvPr id="12" name="Text 10"/>
          <p:cNvSpPr/>
          <p:nvPr/>
        </p:nvSpPr>
        <p:spPr>
          <a:xfrm>
            <a:off x="457200" y="2148840"/>
            <a:ext cx="1920240" cy="292608"/>
          </a:xfrm>
          <a:prstGeom prst="rect">
            <a:avLst/>
          </a:prstGeom>
          <a:noFill/>
          <a:ln/>
        </p:spPr>
        <p:txBody>
          <a:bodyPr wrap="square" lIns="0" tIns="0" rIns="0" bIns="0" rtlCol="0" anchor="ctr"/>
          <a:lstStyle/>
          <a:p>
            <a:pPr marL="0" indent="0">
              <a:buNone/>
            </a:pPr>
            <a:r>
              <a:rPr lang="en-US" sz="1000">
                <a:solidFill>
                  <a:srgbClr val="1E293B"/>
                </a:solidFill>
              </a:rPr>
              <a:t>Semantic</a:t>
            </a:r>
            <a:endParaRPr lang="en-US" sz="1000"/>
          </a:p>
        </p:txBody>
      </p:sp>
      <p:sp>
        <p:nvSpPr>
          <p:cNvPr id="13" name="Shape 11"/>
          <p:cNvSpPr/>
          <p:nvPr/>
        </p:nvSpPr>
        <p:spPr>
          <a:xfrm>
            <a:off x="2423160" y="2221992"/>
            <a:ext cx="2377440" cy="146304"/>
          </a:xfrm>
          <a:prstGeom prst="rect">
            <a:avLst/>
          </a:prstGeom>
          <a:solidFill>
            <a:srgbClr val="E5E1D6"/>
          </a:solidFill>
          <a:ln w="12700">
            <a:solidFill>
              <a:srgbClr val="E5E1D6"/>
            </a:solidFill>
            <a:prstDash val="solid"/>
          </a:ln>
        </p:spPr>
        <p:txBody>
          <a:bodyPr/>
          <a:lstStyle/>
          <a:p>
            <a:endParaRPr lang="en-US"/>
          </a:p>
        </p:txBody>
      </p:sp>
      <p:sp>
        <p:nvSpPr>
          <p:cNvPr id="14" name="Shape 12"/>
          <p:cNvSpPr/>
          <p:nvPr/>
        </p:nvSpPr>
        <p:spPr>
          <a:xfrm>
            <a:off x="2423160" y="2221992"/>
            <a:ext cx="1854403" cy="146304"/>
          </a:xfrm>
          <a:prstGeom prst="rect">
            <a:avLst/>
          </a:prstGeom>
          <a:solidFill>
            <a:srgbClr val="00A896"/>
          </a:solidFill>
          <a:ln w="12700">
            <a:solidFill>
              <a:srgbClr val="00A896"/>
            </a:solidFill>
            <a:prstDash val="solid"/>
          </a:ln>
        </p:spPr>
        <p:txBody>
          <a:bodyPr/>
          <a:lstStyle/>
          <a:p>
            <a:endParaRPr lang="en-US"/>
          </a:p>
        </p:txBody>
      </p:sp>
      <p:sp>
        <p:nvSpPr>
          <p:cNvPr id="15" name="Text 13"/>
          <p:cNvSpPr/>
          <p:nvPr/>
        </p:nvSpPr>
        <p:spPr>
          <a:xfrm>
            <a:off x="4846320" y="2148840"/>
            <a:ext cx="365760" cy="292608"/>
          </a:xfrm>
          <a:prstGeom prst="rect">
            <a:avLst/>
          </a:prstGeom>
          <a:noFill/>
          <a:ln/>
        </p:spPr>
        <p:txBody>
          <a:bodyPr wrap="square" lIns="0" tIns="0" rIns="0" bIns="0" rtlCol="0" anchor="ctr"/>
          <a:lstStyle/>
          <a:p>
            <a:pPr marL="0" indent="0">
              <a:buNone/>
            </a:pPr>
            <a:r>
              <a:rPr lang="en-US" sz="900">
                <a:solidFill>
                  <a:srgbClr val="0F2A47"/>
                </a:solidFill>
              </a:rPr>
              <a:t>78</a:t>
            </a:r>
            <a:endParaRPr lang="en-US" sz="900"/>
          </a:p>
        </p:txBody>
      </p:sp>
      <p:sp>
        <p:nvSpPr>
          <p:cNvPr id="16" name="Text 14"/>
          <p:cNvSpPr/>
          <p:nvPr/>
        </p:nvSpPr>
        <p:spPr>
          <a:xfrm>
            <a:off x="457200" y="2514600"/>
            <a:ext cx="1920240" cy="292608"/>
          </a:xfrm>
          <a:prstGeom prst="rect">
            <a:avLst/>
          </a:prstGeom>
          <a:noFill/>
          <a:ln/>
        </p:spPr>
        <p:txBody>
          <a:bodyPr wrap="square" lIns="0" tIns="0" rIns="0" bIns="0" rtlCol="0" anchor="ctr"/>
          <a:lstStyle/>
          <a:p>
            <a:pPr marL="0" indent="0">
              <a:buNone/>
            </a:pPr>
            <a:r>
              <a:rPr lang="en-US" sz="1000">
                <a:solidFill>
                  <a:srgbClr val="1E293B"/>
                </a:solidFill>
              </a:rPr>
              <a:t>Metadata &amp; aliases</a:t>
            </a:r>
            <a:endParaRPr lang="en-US" sz="1000"/>
          </a:p>
        </p:txBody>
      </p:sp>
      <p:sp>
        <p:nvSpPr>
          <p:cNvPr id="17" name="Shape 15"/>
          <p:cNvSpPr/>
          <p:nvPr/>
        </p:nvSpPr>
        <p:spPr>
          <a:xfrm>
            <a:off x="2423160" y="2587752"/>
            <a:ext cx="2377440" cy="146304"/>
          </a:xfrm>
          <a:prstGeom prst="rect">
            <a:avLst/>
          </a:prstGeom>
          <a:solidFill>
            <a:srgbClr val="E5E1D6"/>
          </a:solidFill>
          <a:ln w="12700">
            <a:solidFill>
              <a:srgbClr val="E5E1D6"/>
            </a:solidFill>
            <a:prstDash val="solid"/>
          </a:ln>
        </p:spPr>
        <p:txBody>
          <a:bodyPr/>
          <a:lstStyle/>
          <a:p>
            <a:endParaRPr lang="en-US"/>
          </a:p>
        </p:txBody>
      </p:sp>
      <p:sp>
        <p:nvSpPr>
          <p:cNvPr id="18" name="Shape 16"/>
          <p:cNvSpPr/>
          <p:nvPr/>
        </p:nvSpPr>
        <p:spPr>
          <a:xfrm>
            <a:off x="2423160" y="2587752"/>
            <a:ext cx="1307592" cy="146304"/>
          </a:xfrm>
          <a:prstGeom prst="rect">
            <a:avLst/>
          </a:prstGeom>
          <a:solidFill>
            <a:srgbClr val="00A896"/>
          </a:solidFill>
          <a:ln w="12700">
            <a:solidFill>
              <a:srgbClr val="00A896"/>
            </a:solidFill>
            <a:prstDash val="solid"/>
          </a:ln>
        </p:spPr>
        <p:txBody>
          <a:bodyPr/>
          <a:lstStyle/>
          <a:p>
            <a:endParaRPr lang="en-US"/>
          </a:p>
        </p:txBody>
      </p:sp>
      <p:sp>
        <p:nvSpPr>
          <p:cNvPr id="19" name="Text 17"/>
          <p:cNvSpPr/>
          <p:nvPr/>
        </p:nvSpPr>
        <p:spPr>
          <a:xfrm>
            <a:off x="4846320" y="2514600"/>
            <a:ext cx="365760" cy="292608"/>
          </a:xfrm>
          <a:prstGeom prst="rect">
            <a:avLst/>
          </a:prstGeom>
          <a:noFill/>
          <a:ln/>
        </p:spPr>
        <p:txBody>
          <a:bodyPr wrap="square" lIns="0" tIns="0" rIns="0" bIns="0" rtlCol="0" anchor="ctr"/>
          <a:lstStyle/>
          <a:p>
            <a:pPr marL="0" indent="0">
              <a:buNone/>
            </a:pPr>
            <a:r>
              <a:rPr lang="en-US" sz="900">
                <a:solidFill>
                  <a:srgbClr val="0F2A47"/>
                </a:solidFill>
              </a:rPr>
              <a:t>55</a:t>
            </a:r>
            <a:endParaRPr lang="en-US" sz="900"/>
          </a:p>
        </p:txBody>
      </p:sp>
      <p:sp>
        <p:nvSpPr>
          <p:cNvPr id="20" name="Text 18"/>
          <p:cNvSpPr/>
          <p:nvPr/>
        </p:nvSpPr>
        <p:spPr>
          <a:xfrm>
            <a:off x="457200" y="2880360"/>
            <a:ext cx="1920240" cy="292608"/>
          </a:xfrm>
          <a:prstGeom prst="rect">
            <a:avLst/>
          </a:prstGeom>
          <a:noFill/>
          <a:ln/>
        </p:spPr>
        <p:txBody>
          <a:bodyPr wrap="square" lIns="0" tIns="0" rIns="0" bIns="0" rtlCol="0" anchor="ctr"/>
          <a:lstStyle/>
          <a:p>
            <a:pPr marL="0" indent="0">
              <a:buNone/>
            </a:pPr>
            <a:r>
              <a:rPr lang="en-US" sz="1000">
                <a:solidFill>
                  <a:srgbClr val="1E293B"/>
                </a:solidFill>
              </a:rPr>
              <a:t>Canonical glossary</a:t>
            </a:r>
            <a:endParaRPr lang="en-US" sz="1000"/>
          </a:p>
        </p:txBody>
      </p:sp>
      <p:sp>
        <p:nvSpPr>
          <p:cNvPr id="21" name="Shape 19"/>
          <p:cNvSpPr/>
          <p:nvPr/>
        </p:nvSpPr>
        <p:spPr>
          <a:xfrm>
            <a:off x="2423160" y="2953512"/>
            <a:ext cx="2377440" cy="146304"/>
          </a:xfrm>
          <a:prstGeom prst="rect">
            <a:avLst/>
          </a:prstGeom>
          <a:solidFill>
            <a:srgbClr val="E5E1D6"/>
          </a:solidFill>
          <a:ln w="12700">
            <a:solidFill>
              <a:srgbClr val="E5E1D6"/>
            </a:solidFill>
            <a:prstDash val="solid"/>
          </a:ln>
        </p:spPr>
        <p:txBody>
          <a:bodyPr/>
          <a:lstStyle/>
          <a:p>
            <a:endParaRPr lang="en-US"/>
          </a:p>
        </p:txBody>
      </p:sp>
      <p:sp>
        <p:nvSpPr>
          <p:cNvPr id="22" name="Shape 20"/>
          <p:cNvSpPr/>
          <p:nvPr/>
        </p:nvSpPr>
        <p:spPr>
          <a:xfrm>
            <a:off x="2423160" y="2953512"/>
            <a:ext cx="1949501" cy="146304"/>
          </a:xfrm>
          <a:prstGeom prst="rect">
            <a:avLst/>
          </a:prstGeom>
          <a:solidFill>
            <a:srgbClr val="00A896"/>
          </a:solidFill>
          <a:ln w="12700">
            <a:solidFill>
              <a:srgbClr val="00A896"/>
            </a:solidFill>
            <a:prstDash val="solid"/>
          </a:ln>
        </p:spPr>
        <p:txBody>
          <a:bodyPr/>
          <a:lstStyle/>
          <a:p>
            <a:endParaRPr lang="en-US"/>
          </a:p>
        </p:txBody>
      </p:sp>
      <p:sp>
        <p:nvSpPr>
          <p:cNvPr id="23" name="Text 21"/>
          <p:cNvSpPr/>
          <p:nvPr/>
        </p:nvSpPr>
        <p:spPr>
          <a:xfrm>
            <a:off x="4846320" y="2880360"/>
            <a:ext cx="365760" cy="292608"/>
          </a:xfrm>
          <a:prstGeom prst="rect">
            <a:avLst/>
          </a:prstGeom>
          <a:noFill/>
          <a:ln/>
        </p:spPr>
        <p:txBody>
          <a:bodyPr wrap="square" lIns="0" tIns="0" rIns="0" bIns="0" rtlCol="0" anchor="ctr"/>
          <a:lstStyle/>
          <a:p>
            <a:pPr marL="0" indent="0">
              <a:buNone/>
            </a:pPr>
            <a:r>
              <a:rPr lang="en-US" sz="900">
                <a:solidFill>
                  <a:srgbClr val="0F2A47"/>
                </a:solidFill>
              </a:rPr>
              <a:t>82</a:t>
            </a:r>
            <a:endParaRPr lang="en-US" sz="900"/>
          </a:p>
        </p:txBody>
      </p:sp>
      <p:sp>
        <p:nvSpPr>
          <p:cNvPr id="24" name="Text 22"/>
          <p:cNvSpPr/>
          <p:nvPr/>
        </p:nvSpPr>
        <p:spPr>
          <a:xfrm>
            <a:off x="457200" y="3246120"/>
            <a:ext cx="1920240" cy="292608"/>
          </a:xfrm>
          <a:prstGeom prst="rect">
            <a:avLst/>
          </a:prstGeom>
          <a:noFill/>
          <a:ln/>
        </p:spPr>
        <p:txBody>
          <a:bodyPr wrap="square" lIns="0" tIns="0" rIns="0" bIns="0" rtlCol="0" anchor="ctr"/>
          <a:lstStyle/>
          <a:p>
            <a:pPr marL="0" indent="0">
              <a:buNone/>
            </a:pPr>
            <a:r>
              <a:rPr lang="en-US" sz="1000">
                <a:solidFill>
                  <a:srgbClr val="1E293B"/>
                </a:solidFill>
              </a:rPr>
              <a:t>Pattern / statistical</a:t>
            </a:r>
            <a:endParaRPr lang="en-US" sz="1000"/>
          </a:p>
        </p:txBody>
      </p:sp>
      <p:sp>
        <p:nvSpPr>
          <p:cNvPr id="25" name="Shape 23"/>
          <p:cNvSpPr/>
          <p:nvPr/>
        </p:nvSpPr>
        <p:spPr>
          <a:xfrm>
            <a:off x="2423160" y="3319272"/>
            <a:ext cx="2377440" cy="146304"/>
          </a:xfrm>
          <a:prstGeom prst="rect">
            <a:avLst/>
          </a:prstGeom>
          <a:solidFill>
            <a:srgbClr val="E5E1D6"/>
          </a:solidFill>
          <a:ln w="12700">
            <a:solidFill>
              <a:srgbClr val="E5E1D6"/>
            </a:solidFill>
            <a:prstDash val="solid"/>
          </a:ln>
        </p:spPr>
        <p:txBody>
          <a:bodyPr/>
          <a:lstStyle/>
          <a:p>
            <a:endParaRPr lang="en-US"/>
          </a:p>
        </p:txBody>
      </p:sp>
      <p:sp>
        <p:nvSpPr>
          <p:cNvPr id="26" name="Shape 24"/>
          <p:cNvSpPr/>
          <p:nvPr/>
        </p:nvSpPr>
        <p:spPr>
          <a:xfrm>
            <a:off x="2423160" y="3319272"/>
            <a:ext cx="1141171" cy="146304"/>
          </a:xfrm>
          <a:prstGeom prst="rect">
            <a:avLst/>
          </a:prstGeom>
          <a:solidFill>
            <a:srgbClr val="00A896"/>
          </a:solidFill>
          <a:ln w="12700">
            <a:solidFill>
              <a:srgbClr val="00A896"/>
            </a:solidFill>
            <a:prstDash val="solid"/>
          </a:ln>
        </p:spPr>
        <p:txBody>
          <a:bodyPr/>
          <a:lstStyle/>
          <a:p>
            <a:endParaRPr lang="en-US"/>
          </a:p>
        </p:txBody>
      </p:sp>
      <p:sp>
        <p:nvSpPr>
          <p:cNvPr id="27" name="Text 25"/>
          <p:cNvSpPr/>
          <p:nvPr/>
        </p:nvSpPr>
        <p:spPr>
          <a:xfrm>
            <a:off x="4846320" y="3246120"/>
            <a:ext cx="365760" cy="292608"/>
          </a:xfrm>
          <a:prstGeom prst="rect">
            <a:avLst/>
          </a:prstGeom>
          <a:noFill/>
          <a:ln/>
        </p:spPr>
        <p:txBody>
          <a:bodyPr wrap="square" lIns="0" tIns="0" rIns="0" bIns="0" rtlCol="0" anchor="ctr"/>
          <a:lstStyle/>
          <a:p>
            <a:pPr marL="0" indent="0">
              <a:buNone/>
            </a:pPr>
            <a:r>
              <a:rPr lang="en-US" sz="900">
                <a:solidFill>
                  <a:srgbClr val="0F2A47"/>
                </a:solidFill>
              </a:rPr>
              <a:t>48</a:t>
            </a:r>
            <a:endParaRPr lang="en-US" sz="900"/>
          </a:p>
        </p:txBody>
      </p:sp>
      <p:sp>
        <p:nvSpPr>
          <p:cNvPr id="28" name="Text 26"/>
          <p:cNvSpPr/>
          <p:nvPr/>
        </p:nvSpPr>
        <p:spPr>
          <a:xfrm>
            <a:off x="457200" y="3611880"/>
            <a:ext cx="1920240" cy="292608"/>
          </a:xfrm>
          <a:prstGeom prst="rect">
            <a:avLst/>
          </a:prstGeom>
          <a:noFill/>
          <a:ln/>
        </p:spPr>
        <p:txBody>
          <a:bodyPr wrap="square" lIns="0" tIns="0" rIns="0" bIns="0" rtlCol="0" anchor="ctr"/>
          <a:lstStyle/>
          <a:p>
            <a:pPr marL="0" indent="0">
              <a:buNone/>
            </a:pPr>
            <a:r>
              <a:rPr lang="en-US" sz="1000">
                <a:solidFill>
                  <a:srgbClr val="1E293B"/>
                </a:solidFill>
              </a:rPr>
              <a:t>Correction history</a:t>
            </a:r>
            <a:endParaRPr lang="en-US" sz="1000"/>
          </a:p>
        </p:txBody>
      </p:sp>
      <p:sp>
        <p:nvSpPr>
          <p:cNvPr id="29" name="Shape 27"/>
          <p:cNvSpPr/>
          <p:nvPr/>
        </p:nvSpPr>
        <p:spPr>
          <a:xfrm>
            <a:off x="2423160" y="3685032"/>
            <a:ext cx="2377440" cy="146304"/>
          </a:xfrm>
          <a:prstGeom prst="rect">
            <a:avLst/>
          </a:prstGeom>
          <a:solidFill>
            <a:srgbClr val="E5E1D6"/>
          </a:solidFill>
          <a:ln w="12700">
            <a:solidFill>
              <a:srgbClr val="E5E1D6"/>
            </a:solidFill>
            <a:prstDash val="solid"/>
          </a:ln>
        </p:spPr>
        <p:txBody>
          <a:bodyPr/>
          <a:lstStyle/>
          <a:p>
            <a:endParaRPr lang="en-US"/>
          </a:p>
        </p:txBody>
      </p:sp>
      <p:sp>
        <p:nvSpPr>
          <p:cNvPr id="30" name="Shape 28"/>
          <p:cNvSpPr/>
          <p:nvPr/>
        </p:nvSpPr>
        <p:spPr>
          <a:xfrm>
            <a:off x="2423160" y="3685032"/>
            <a:ext cx="1545336" cy="146304"/>
          </a:xfrm>
          <a:prstGeom prst="rect">
            <a:avLst/>
          </a:prstGeom>
          <a:solidFill>
            <a:srgbClr val="00A896"/>
          </a:solidFill>
          <a:ln w="12700">
            <a:solidFill>
              <a:srgbClr val="00A896"/>
            </a:solidFill>
            <a:prstDash val="solid"/>
          </a:ln>
        </p:spPr>
        <p:txBody>
          <a:bodyPr/>
          <a:lstStyle/>
          <a:p>
            <a:endParaRPr lang="en-US"/>
          </a:p>
        </p:txBody>
      </p:sp>
      <p:sp>
        <p:nvSpPr>
          <p:cNvPr id="31" name="Text 29"/>
          <p:cNvSpPr/>
          <p:nvPr/>
        </p:nvSpPr>
        <p:spPr>
          <a:xfrm>
            <a:off x="4846320" y="3611880"/>
            <a:ext cx="365760" cy="292608"/>
          </a:xfrm>
          <a:prstGeom prst="rect">
            <a:avLst/>
          </a:prstGeom>
          <a:noFill/>
          <a:ln/>
        </p:spPr>
        <p:txBody>
          <a:bodyPr wrap="square" lIns="0" tIns="0" rIns="0" bIns="0" rtlCol="0" anchor="ctr"/>
          <a:lstStyle/>
          <a:p>
            <a:pPr marL="0" indent="0">
              <a:buNone/>
            </a:pPr>
            <a:r>
              <a:rPr lang="en-US" sz="900">
                <a:solidFill>
                  <a:srgbClr val="0F2A47"/>
                </a:solidFill>
              </a:rPr>
              <a:t>65</a:t>
            </a:r>
            <a:endParaRPr lang="en-US" sz="900"/>
          </a:p>
        </p:txBody>
      </p:sp>
      <p:sp>
        <p:nvSpPr>
          <p:cNvPr id="32" name="Text 30"/>
          <p:cNvSpPr/>
          <p:nvPr/>
        </p:nvSpPr>
        <p:spPr>
          <a:xfrm>
            <a:off x="457200" y="3977640"/>
            <a:ext cx="1920240" cy="292608"/>
          </a:xfrm>
          <a:prstGeom prst="rect">
            <a:avLst/>
          </a:prstGeom>
          <a:noFill/>
          <a:ln/>
        </p:spPr>
        <p:txBody>
          <a:bodyPr wrap="square" lIns="0" tIns="0" rIns="0" bIns="0" rtlCol="0" anchor="ctr"/>
          <a:lstStyle/>
          <a:p>
            <a:pPr marL="0" indent="0">
              <a:buNone/>
            </a:pPr>
            <a:r>
              <a:rPr lang="en-US" sz="1000">
                <a:solidFill>
                  <a:srgbClr val="1E293B"/>
                </a:solidFill>
              </a:rPr>
              <a:t>Bounded LLM (optional)</a:t>
            </a:r>
            <a:endParaRPr lang="en-US" sz="1000"/>
          </a:p>
        </p:txBody>
      </p:sp>
      <p:sp>
        <p:nvSpPr>
          <p:cNvPr id="33" name="Shape 31"/>
          <p:cNvSpPr/>
          <p:nvPr/>
        </p:nvSpPr>
        <p:spPr>
          <a:xfrm>
            <a:off x="2423160" y="4050792"/>
            <a:ext cx="2377440" cy="146304"/>
          </a:xfrm>
          <a:prstGeom prst="rect">
            <a:avLst/>
          </a:prstGeom>
          <a:solidFill>
            <a:srgbClr val="E5E1D6"/>
          </a:solidFill>
          <a:ln w="12700">
            <a:solidFill>
              <a:srgbClr val="E5E1D6"/>
            </a:solidFill>
            <a:prstDash val="solid"/>
          </a:ln>
        </p:spPr>
        <p:txBody>
          <a:bodyPr/>
          <a:lstStyle/>
          <a:p>
            <a:endParaRPr lang="en-US"/>
          </a:p>
        </p:txBody>
      </p:sp>
      <p:sp>
        <p:nvSpPr>
          <p:cNvPr id="34" name="Shape 32"/>
          <p:cNvSpPr/>
          <p:nvPr/>
        </p:nvSpPr>
        <p:spPr>
          <a:xfrm>
            <a:off x="2423160" y="4050792"/>
            <a:ext cx="832104" cy="146304"/>
          </a:xfrm>
          <a:prstGeom prst="rect">
            <a:avLst/>
          </a:prstGeom>
          <a:solidFill>
            <a:srgbClr val="00A896"/>
          </a:solidFill>
          <a:ln w="12700">
            <a:solidFill>
              <a:srgbClr val="00A896"/>
            </a:solidFill>
            <a:prstDash val="solid"/>
          </a:ln>
        </p:spPr>
        <p:txBody>
          <a:bodyPr/>
          <a:lstStyle/>
          <a:p>
            <a:endParaRPr lang="en-US"/>
          </a:p>
        </p:txBody>
      </p:sp>
      <p:sp>
        <p:nvSpPr>
          <p:cNvPr id="35" name="Text 33"/>
          <p:cNvSpPr/>
          <p:nvPr/>
        </p:nvSpPr>
        <p:spPr>
          <a:xfrm>
            <a:off x="4846320" y="3977640"/>
            <a:ext cx="365760" cy="292608"/>
          </a:xfrm>
          <a:prstGeom prst="rect">
            <a:avLst/>
          </a:prstGeom>
          <a:noFill/>
          <a:ln/>
        </p:spPr>
        <p:txBody>
          <a:bodyPr wrap="square" lIns="0" tIns="0" rIns="0" bIns="0" rtlCol="0" anchor="ctr"/>
          <a:lstStyle/>
          <a:p>
            <a:pPr marL="0" indent="0">
              <a:buNone/>
            </a:pPr>
            <a:r>
              <a:rPr lang="en-US" sz="900">
                <a:solidFill>
                  <a:srgbClr val="0F2A47"/>
                </a:solidFill>
              </a:rPr>
              <a:t>35</a:t>
            </a:r>
            <a:endParaRPr lang="en-US" sz="900"/>
          </a:p>
        </p:txBody>
      </p:sp>
      <p:sp>
        <p:nvSpPr>
          <p:cNvPr id="36" name="Shape 34"/>
          <p:cNvSpPr/>
          <p:nvPr/>
        </p:nvSpPr>
        <p:spPr>
          <a:xfrm>
            <a:off x="5486400" y="1417320"/>
            <a:ext cx="3383280" cy="3154680"/>
          </a:xfrm>
          <a:prstGeom prst="rect">
            <a:avLst/>
          </a:prstGeom>
          <a:solidFill>
            <a:srgbClr val="FFFFFF"/>
          </a:solidFill>
          <a:ln w="9525">
            <a:solidFill>
              <a:srgbClr val="D8D3C7"/>
            </a:solidFill>
            <a:prstDash val="solid"/>
          </a:ln>
        </p:spPr>
        <p:txBody>
          <a:bodyPr/>
          <a:lstStyle/>
          <a:p>
            <a:endParaRPr lang="en-US"/>
          </a:p>
        </p:txBody>
      </p:sp>
      <p:sp>
        <p:nvSpPr>
          <p:cNvPr id="37" name="Shape 35"/>
          <p:cNvSpPr/>
          <p:nvPr/>
        </p:nvSpPr>
        <p:spPr>
          <a:xfrm>
            <a:off x="5486400" y="1417320"/>
            <a:ext cx="73152" cy="3154680"/>
          </a:xfrm>
          <a:prstGeom prst="rect">
            <a:avLst/>
          </a:prstGeom>
          <a:solidFill>
            <a:srgbClr val="0F2A47"/>
          </a:solidFill>
          <a:ln w="12700">
            <a:solidFill>
              <a:srgbClr val="0F2A47"/>
            </a:solidFill>
            <a:prstDash val="solid"/>
          </a:ln>
        </p:spPr>
        <p:txBody>
          <a:bodyPr/>
          <a:lstStyle/>
          <a:p>
            <a:endParaRPr lang="en-US"/>
          </a:p>
        </p:txBody>
      </p:sp>
      <p:sp>
        <p:nvSpPr>
          <p:cNvPr id="38" name="Text 36"/>
          <p:cNvSpPr/>
          <p:nvPr/>
        </p:nvSpPr>
        <p:spPr>
          <a:xfrm>
            <a:off x="5669280" y="1508760"/>
            <a:ext cx="3108960" cy="274320"/>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Layered controlled trust</a:t>
            </a:r>
            <a:endParaRPr lang="en-US" sz="1300"/>
          </a:p>
        </p:txBody>
      </p:sp>
      <p:sp>
        <p:nvSpPr>
          <p:cNvPr id="39" name="Text 37"/>
          <p:cNvSpPr/>
          <p:nvPr/>
        </p:nvSpPr>
        <p:spPr>
          <a:xfrm>
            <a:off x="5669280" y="1828800"/>
            <a:ext cx="3108960" cy="2697480"/>
          </a:xfrm>
          <a:prstGeom prst="rect">
            <a:avLst/>
          </a:prstGeom>
          <a:noFill/>
          <a:ln/>
        </p:spPr>
        <p:txBody>
          <a:bodyPr wrap="square" lIns="0" tIns="0" rIns="0" bIns="0" rtlCol="0" anchor="t"/>
          <a:lstStyle/>
          <a:p>
            <a:pPr marL="342900" indent="-342900">
              <a:spcAft>
                <a:spcPts val="300"/>
              </a:spcAft>
              <a:buSzPct val="100000"/>
              <a:buChar char="■"/>
            </a:pPr>
            <a:r>
              <a:rPr lang="en-US" sz="1100">
                <a:solidFill>
                  <a:srgbClr val="1E293B"/>
                </a:solidFill>
                <a:latin typeface="Calibri" pitchFamily="34" charset="0"/>
                <a:ea typeface="Calibri" pitchFamily="34" charset="-122"/>
                <a:cs typeface="Calibri" pitchFamily="34" charset="-120"/>
              </a:rPr>
              <a:t>Knowledge overlays without editing base assets</a:t>
            </a:r>
            <a:endParaRPr lang="en-US" sz="1100"/>
          </a:p>
          <a:p>
            <a:pPr marL="342900" indent="-342900">
              <a:spcAft>
                <a:spcPts val="300"/>
              </a:spcAft>
              <a:buSzPct val="100000"/>
              <a:buChar char="■"/>
            </a:pPr>
            <a:r>
              <a:rPr lang="en-US" sz="1100">
                <a:solidFill>
                  <a:srgbClr val="1E293B"/>
                </a:solidFill>
                <a:latin typeface="Calibri" pitchFamily="34" charset="0"/>
                <a:ea typeface="Calibri" pitchFamily="34" charset="-122"/>
                <a:cs typeface="Calibri" pitchFamily="34" charset="-120"/>
              </a:rPr>
              <a:t>Canonical concepts: source → concept → target paths</a:t>
            </a:r>
            <a:endParaRPr lang="en-US" sz="1100"/>
          </a:p>
          <a:p>
            <a:pPr marL="342900" indent="-342900">
              <a:spcAft>
                <a:spcPts val="300"/>
              </a:spcAft>
              <a:buSzPct val="100000"/>
              <a:buChar char="■"/>
            </a:pPr>
            <a:r>
              <a:rPr lang="en-US" sz="1100">
                <a:solidFill>
                  <a:srgbClr val="1E293B"/>
                </a:solidFill>
                <a:latin typeface="Calibri" pitchFamily="34" charset="0"/>
                <a:ea typeface="Calibri" pitchFamily="34" charset="-122"/>
                <a:cs typeface="Calibri" pitchFamily="34" charset="-120"/>
              </a:rPr>
              <a:t>Corrections + promoted rules feed future ranking</a:t>
            </a:r>
            <a:endParaRPr lang="en-US" sz="1100"/>
          </a:p>
          <a:p>
            <a:pPr marL="342900" indent="-342900">
              <a:spcAft>
                <a:spcPts val="300"/>
              </a:spcAft>
              <a:buSzPct val="100000"/>
              <a:buChar char="■"/>
            </a:pPr>
            <a:r>
              <a:rPr lang="en-US" sz="1100">
                <a:solidFill>
                  <a:srgbClr val="1E293B"/>
                </a:solidFill>
                <a:latin typeface="Calibri" pitchFamily="34" charset="0"/>
                <a:ea typeface="Calibri" pitchFamily="34" charset="-122"/>
                <a:cs typeface="Calibri" pitchFamily="34" charset="-120"/>
              </a:rPr>
              <a:t>Transformation preview before code is committed</a:t>
            </a:r>
            <a:endParaRPr lang="en-US" sz="1100"/>
          </a:p>
          <a:p>
            <a:pPr marL="342900" indent="-342900">
              <a:spcAft>
                <a:spcPts val="300"/>
              </a:spcAft>
              <a:buSzPct val="100000"/>
              <a:buChar char="■"/>
            </a:pPr>
            <a:r>
              <a:rPr lang="en-US" sz="1100">
                <a:solidFill>
                  <a:srgbClr val="1E293B"/>
                </a:solidFill>
                <a:latin typeface="Calibri" pitchFamily="34" charset="0"/>
                <a:ea typeface="Calibri" pitchFamily="34" charset="-122"/>
                <a:cs typeface="Calibri" pitchFamily="34" charset="-120"/>
              </a:rPr>
              <a:t>Saved mapping sets and transformation test sets</a:t>
            </a:r>
            <a:endParaRPr lang="en-US" sz="1100"/>
          </a:p>
          <a:p>
            <a:pPr marL="342900" indent="-342900">
              <a:spcAft>
                <a:spcPts val="300"/>
              </a:spcAft>
              <a:buSzPct val="100000"/>
              <a:buChar char="■"/>
            </a:pPr>
            <a:r>
              <a:rPr lang="en-US" sz="1100">
                <a:solidFill>
                  <a:srgbClr val="1E293B"/>
                </a:solidFill>
                <a:latin typeface="Calibri" pitchFamily="34" charset="0"/>
                <a:ea typeface="Calibri" pitchFamily="34" charset="-122"/>
                <a:cs typeface="Calibri" pitchFamily="34" charset="-120"/>
              </a:rPr>
              <a:t>Bounded LLM only inside ambiguity band</a:t>
            </a:r>
            <a:endParaRPr lang="en-US" sz="1100"/>
          </a:p>
        </p:txBody>
      </p:sp>
      <p:sp>
        <p:nvSpPr>
          <p:cNvPr id="40" name="Shape 38"/>
          <p:cNvSpPr/>
          <p:nvPr/>
        </p:nvSpPr>
        <p:spPr>
          <a:xfrm>
            <a:off x="457200" y="4617720"/>
            <a:ext cx="8412480" cy="274320"/>
          </a:xfrm>
          <a:prstGeom prst="rect">
            <a:avLst/>
          </a:prstGeom>
          <a:solidFill>
            <a:srgbClr val="0F2A47"/>
          </a:solidFill>
          <a:ln w="12700">
            <a:solidFill>
              <a:srgbClr val="0F2A47"/>
            </a:solidFill>
            <a:prstDash val="solid"/>
          </a:ln>
        </p:spPr>
        <p:txBody>
          <a:bodyPr/>
          <a:lstStyle/>
          <a:p>
            <a:endParaRPr lang="en-US"/>
          </a:p>
        </p:txBody>
      </p:sp>
      <p:sp>
        <p:nvSpPr>
          <p:cNvPr id="41" name="Text 39"/>
          <p:cNvSpPr/>
          <p:nvPr/>
        </p:nvSpPr>
        <p:spPr>
          <a:xfrm>
            <a:off x="457200" y="4617720"/>
            <a:ext cx="8412480" cy="274320"/>
          </a:xfrm>
          <a:prstGeom prst="rect">
            <a:avLst/>
          </a:prstGeom>
          <a:noFill/>
          <a:ln/>
        </p:spPr>
        <p:txBody>
          <a:bodyPr wrap="square" lIns="0" tIns="0" rIns="0" bIns="0" rtlCol="0" anchor="ctr"/>
          <a:lstStyle/>
          <a:p>
            <a:pPr marL="0" indent="0" algn="ctr">
              <a:buNone/>
            </a:pPr>
            <a:r>
              <a:rPr lang="en-US" sz="1000" i="1">
                <a:solidFill>
                  <a:srgbClr val="FFFFFF"/>
                </a:solidFill>
              </a:rPr>
              <a:t>Illustrative scores  ·  weighted normalized heuristic, not measured or calibrated</a:t>
            </a:r>
            <a:endParaRPr lang="en-US" sz="1000"/>
          </a:p>
        </p:txBody>
      </p:sp>
      <p:sp>
        <p:nvSpPr>
          <p:cNvPr id="42" name="Shape 40"/>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43" name="Text 41"/>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44" name="Text 42"/>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4 / 12</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400" b="1">
                <a:solidFill>
                  <a:srgbClr val="FFFFFF"/>
                </a:solidFill>
                <a:latin typeface="Cambria" pitchFamily="34" charset="0"/>
                <a:ea typeface="Cambria" pitchFamily="34" charset="-122"/>
                <a:cs typeface="Cambria" pitchFamily="34" charset="-120"/>
              </a:rPr>
              <a:t>Inside Semantra</a:t>
            </a:r>
            <a:endParaRPr lang="en-US" sz="24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Ten functional areas — each independently inspectable, from ingest to evaluation</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160020" y="1417320"/>
            <a:ext cx="1691640" cy="1463040"/>
          </a:xfrm>
          <a:prstGeom prst="rect">
            <a:avLst/>
          </a:prstGeom>
          <a:solidFill>
            <a:srgbClr val="FFFFFF"/>
          </a:solidFill>
          <a:ln w="9525">
            <a:solidFill>
              <a:srgbClr val="D8D3C7"/>
            </a:solidFill>
            <a:prstDash val="solid"/>
          </a:ln>
        </p:spPr>
        <p:txBody>
          <a:bodyPr/>
          <a:lstStyle/>
          <a:p>
            <a:endParaRPr lang="en-US"/>
          </a:p>
        </p:txBody>
      </p:sp>
      <p:sp>
        <p:nvSpPr>
          <p:cNvPr id="8" name="Shape 6"/>
          <p:cNvSpPr/>
          <p:nvPr/>
        </p:nvSpPr>
        <p:spPr>
          <a:xfrm>
            <a:off x="160020" y="1417320"/>
            <a:ext cx="73152" cy="1463040"/>
          </a:xfrm>
          <a:prstGeom prst="rect">
            <a:avLst/>
          </a:prstGeom>
          <a:solidFill>
            <a:srgbClr val="00A896"/>
          </a:solidFill>
          <a:ln w="12700">
            <a:solidFill>
              <a:srgbClr val="00A896"/>
            </a:solidFill>
            <a:prstDash val="solid"/>
          </a:ln>
        </p:spPr>
        <p:txBody>
          <a:bodyPr/>
          <a:lstStyle/>
          <a:p>
            <a:endParaRPr lang="en-US"/>
          </a:p>
        </p:txBody>
      </p:sp>
      <p:sp>
        <p:nvSpPr>
          <p:cNvPr id="9" name="Shape 7"/>
          <p:cNvSpPr/>
          <p:nvPr/>
        </p:nvSpPr>
        <p:spPr>
          <a:xfrm>
            <a:off x="297180" y="1581912"/>
            <a:ext cx="457200" cy="457200"/>
          </a:xfrm>
          <a:prstGeom prst="ellipse">
            <a:avLst/>
          </a:prstGeom>
          <a:solidFill>
            <a:srgbClr val="0F2A47"/>
          </a:solidFill>
          <a:ln w="12700">
            <a:solidFill>
              <a:srgbClr val="0F2A47"/>
            </a:solidFill>
            <a:prstDash val="solid"/>
          </a:ln>
        </p:spPr>
        <p:txBody>
          <a:bodyPr/>
          <a:lstStyle/>
          <a:p>
            <a:endParaRPr lang="en-US"/>
          </a:p>
        </p:txBody>
      </p:sp>
      <p:sp>
        <p:nvSpPr>
          <p:cNvPr id="10" name="Text 8"/>
          <p:cNvSpPr/>
          <p:nvPr/>
        </p:nvSpPr>
        <p:spPr>
          <a:xfrm>
            <a:off x="297180" y="1581912"/>
            <a:ext cx="457200" cy="457200"/>
          </a:xfrm>
          <a:prstGeom prst="rect">
            <a:avLst/>
          </a:prstGeom>
          <a:noFill/>
          <a:ln/>
        </p:spPr>
        <p:txBody>
          <a:bodyPr wrap="square" lIns="0" tIns="0" rIns="0" bIns="0" rtlCol="0" anchor="ctr"/>
          <a:lstStyle/>
          <a:p>
            <a:pPr marL="0" indent="0" algn="ctr">
              <a:buNone/>
            </a:pPr>
            <a:r>
              <a:rPr lang="en-US" sz="1100" b="1">
                <a:solidFill>
                  <a:srgbClr val="00A896"/>
                </a:solidFill>
              </a:rPr>
              <a:t>01</a:t>
            </a:r>
            <a:endParaRPr lang="en-US" sz="1100"/>
          </a:p>
        </p:txBody>
      </p:sp>
      <p:sp>
        <p:nvSpPr>
          <p:cNvPr id="11" name="Text 9"/>
          <p:cNvSpPr/>
          <p:nvPr/>
        </p:nvSpPr>
        <p:spPr>
          <a:xfrm>
            <a:off x="297180" y="2103120"/>
            <a:ext cx="1463040" cy="685800"/>
          </a:xfrm>
          <a:prstGeom prst="rect">
            <a:avLst/>
          </a:prstGeom>
          <a:noFill/>
          <a:ln/>
        </p:spPr>
        <p:txBody>
          <a:bodyPr wrap="square" lIns="0" tIns="0" rIns="0" bIns="0" rtlCol="0" anchor="t"/>
          <a:lstStyle/>
          <a:p>
            <a:pPr marL="0" indent="0">
              <a:buNone/>
            </a:pPr>
            <a:r>
              <a:rPr lang="en-US" sz="1100" b="1">
                <a:solidFill>
                  <a:srgbClr val="0F2A47"/>
                </a:solidFill>
                <a:latin typeface="Cambria" pitchFamily="34" charset="0"/>
                <a:ea typeface="Cambria" pitchFamily="34" charset="-122"/>
                <a:cs typeface="Cambria" pitchFamily="34" charset="-120"/>
              </a:rPr>
              <a:t>Dataset Ingestion &amp; Profiling</a:t>
            </a:r>
            <a:endParaRPr lang="en-US" sz="1100"/>
          </a:p>
        </p:txBody>
      </p:sp>
      <p:sp>
        <p:nvSpPr>
          <p:cNvPr id="12" name="Shape 10"/>
          <p:cNvSpPr/>
          <p:nvPr/>
        </p:nvSpPr>
        <p:spPr>
          <a:xfrm>
            <a:off x="1943100" y="1417320"/>
            <a:ext cx="1691640" cy="1463040"/>
          </a:xfrm>
          <a:prstGeom prst="rect">
            <a:avLst/>
          </a:prstGeom>
          <a:solidFill>
            <a:srgbClr val="FFFFFF"/>
          </a:solidFill>
          <a:ln w="9525">
            <a:solidFill>
              <a:srgbClr val="D8D3C7"/>
            </a:solidFill>
            <a:prstDash val="solid"/>
          </a:ln>
        </p:spPr>
        <p:txBody>
          <a:bodyPr/>
          <a:lstStyle/>
          <a:p>
            <a:endParaRPr lang="en-US"/>
          </a:p>
        </p:txBody>
      </p:sp>
      <p:sp>
        <p:nvSpPr>
          <p:cNvPr id="13" name="Shape 11"/>
          <p:cNvSpPr/>
          <p:nvPr/>
        </p:nvSpPr>
        <p:spPr>
          <a:xfrm>
            <a:off x="1943100" y="1417320"/>
            <a:ext cx="73152" cy="1463040"/>
          </a:xfrm>
          <a:prstGeom prst="rect">
            <a:avLst/>
          </a:prstGeom>
          <a:solidFill>
            <a:srgbClr val="028090"/>
          </a:solidFill>
          <a:ln w="12700">
            <a:solidFill>
              <a:srgbClr val="028090"/>
            </a:solidFill>
            <a:prstDash val="solid"/>
          </a:ln>
        </p:spPr>
        <p:txBody>
          <a:bodyPr/>
          <a:lstStyle/>
          <a:p>
            <a:endParaRPr lang="en-US"/>
          </a:p>
        </p:txBody>
      </p:sp>
      <p:sp>
        <p:nvSpPr>
          <p:cNvPr id="14" name="Shape 12"/>
          <p:cNvSpPr/>
          <p:nvPr/>
        </p:nvSpPr>
        <p:spPr>
          <a:xfrm>
            <a:off x="2080260" y="1581912"/>
            <a:ext cx="457200" cy="457200"/>
          </a:xfrm>
          <a:prstGeom prst="ellipse">
            <a:avLst/>
          </a:prstGeom>
          <a:solidFill>
            <a:srgbClr val="0F2A47"/>
          </a:solidFill>
          <a:ln w="12700">
            <a:solidFill>
              <a:srgbClr val="0F2A47"/>
            </a:solidFill>
            <a:prstDash val="solid"/>
          </a:ln>
        </p:spPr>
        <p:txBody>
          <a:bodyPr/>
          <a:lstStyle/>
          <a:p>
            <a:endParaRPr lang="en-US"/>
          </a:p>
        </p:txBody>
      </p:sp>
      <p:sp>
        <p:nvSpPr>
          <p:cNvPr id="15" name="Text 13"/>
          <p:cNvSpPr/>
          <p:nvPr/>
        </p:nvSpPr>
        <p:spPr>
          <a:xfrm>
            <a:off x="2080260" y="1581912"/>
            <a:ext cx="457200" cy="457200"/>
          </a:xfrm>
          <a:prstGeom prst="rect">
            <a:avLst/>
          </a:prstGeom>
          <a:noFill/>
          <a:ln/>
        </p:spPr>
        <p:txBody>
          <a:bodyPr wrap="square" lIns="0" tIns="0" rIns="0" bIns="0" rtlCol="0" anchor="ctr"/>
          <a:lstStyle/>
          <a:p>
            <a:pPr marL="0" indent="0" algn="ctr">
              <a:buNone/>
            </a:pPr>
            <a:r>
              <a:rPr lang="en-US" sz="1100" b="1">
                <a:solidFill>
                  <a:srgbClr val="00A896"/>
                </a:solidFill>
              </a:rPr>
              <a:t>02</a:t>
            </a:r>
            <a:endParaRPr lang="en-US" sz="1100"/>
          </a:p>
        </p:txBody>
      </p:sp>
      <p:sp>
        <p:nvSpPr>
          <p:cNvPr id="16" name="Text 14"/>
          <p:cNvSpPr/>
          <p:nvPr/>
        </p:nvSpPr>
        <p:spPr>
          <a:xfrm>
            <a:off x="2080260" y="2103120"/>
            <a:ext cx="1463040" cy="685800"/>
          </a:xfrm>
          <a:prstGeom prst="rect">
            <a:avLst/>
          </a:prstGeom>
          <a:noFill/>
          <a:ln/>
        </p:spPr>
        <p:txBody>
          <a:bodyPr wrap="square" lIns="0" tIns="0" rIns="0" bIns="0" rtlCol="0" anchor="t"/>
          <a:lstStyle/>
          <a:p>
            <a:pPr marL="0" indent="0">
              <a:buNone/>
            </a:pPr>
            <a:r>
              <a:rPr lang="en-US" sz="1100" b="1">
                <a:solidFill>
                  <a:srgbClr val="0F2A47"/>
                </a:solidFill>
                <a:latin typeface="Cambria" pitchFamily="34" charset="0"/>
                <a:ea typeface="Cambria" pitchFamily="34" charset="-122"/>
                <a:cs typeface="Cambria" pitchFamily="34" charset="-120"/>
              </a:rPr>
              <a:t>Mapping Engine</a:t>
            </a:r>
            <a:endParaRPr lang="en-US" sz="1100"/>
          </a:p>
        </p:txBody>
      </p:sp>
      <p:sp>
        <p:nvSpPr>
          <p:cNvPr id="17" name="Shape 15"/>
          <p:cNvSpPr/>
          <p:nvPr/>
        </p:nvSpPr>
        <p:spPr>
          <a:xfrm>
            <a:off x="3726180" y="1417320"/>
            <a:ext cx="1691640" cy="1463040"/>
          </a:xfrm>
          <a:prstGeom prst="rect">
            <a:avLst/>
          </a:prstGeom>
          <a:solidFill>
            <a:srgbClr val="FFFFFF"/>
          </a:solidFill>
          <a:ln w="9525">
            <a:solidFill>
              <a:srgbClr val="D8D3C7"/>
            </a:solidFill>
            <a:prstDash val="solid"/>
          </a:ln>
        </p:spPr>
        <p:txBody>
          <a:bodyPr/>
          <a:lstStyle/>
          <a:p>
            <a:endParaRPr lang="en-US"/>
          </a:p>
        </p:txBody>
      </p:sp>
      <p:sp>
        <p:nvSpPr>
          <p:cNvPr id="18" name="Shape 16"/>
          <p:cNvSpPr/>
          <p:nvPr/>
        </p:nvSpPr>
        <p:spPr>
          <a:xfrm>
            <a:off x="3726180" y="1417320"/>
            <a:ext cx="73152" cy="1463040"/>
          </a:xfrm>
          <a:prstGeom prst="rect">
            <a:avLst/>
          </a:prstGeom>
          <a:solidFill>
            <a:srgbClr val="00A896"/>
          </a:solidFill>
          <a:ln w="12700">
            <a:solidFill>
              <a:srgbClr val="00A896"/>
            </a:solidFill>
            <a:prstDash val="solid"/>
          </a:ln>
        </p:spPr>
        <p:txBody>
          <a:bodyPr/>
          <a:lstStyle/>
          <a:p>
            <a:endParaRPr lang="en-US"/>
          </a:p>
        </p:txBody>
      </p:sp>
      <p:sp>
        <p:nvSpPr>
          <p:cNvPr id="19" name="Shape 17"/>
          <p:cNvSpPr/>
          <p:nvPr/>
        </p:nvSpPr>
        <p:spPr>
          <a:xfrm>
            <a:off x="3863340" y="1581912"/>
            <a:ext cx="457200" cy="457200"/>
          </a:xfrm>
          <a:prstGeom prst="ellipse">
            <a:avLst/>
          </a:prstGeom>
          <a:solidFill>
            <a:srgbClr val="0F2A47"/>
          </a:solidFill>
          <a:ln w="12700">
            <a:solidFill>
              <a:srgbClr val="0F2A47"/>
            </a:solidFill>
            <a:prstDash val="solid"/>
          </a:ln>
        </p:spPr>
        <p:txBody>
          <a:bodyPr/>
          <a:lstStyle/>
          <a:p>
            <a:endParaRPr lang="en-US"/>
          </a:p>
        </p:txBody>
      </p:sp>
      <p:sp>
        <p:nvSpPr>
          <p:cNvPr id="20" name="Text 18"/>
          <p:cNvSpPr/>
          <p:nvPr/>
        </p:nvSpPr>
        <p:spPr>
          <a:xfrm>
            <a:off x="3863340" y="1581912"/>
            <a:ext cx="457200" cy="457200"/>
          </a:xfrm>
          <a:prstGeom prst="rect">
            <a:avLst/>
          </a:prstGeom>
          <a:noFill/>
          <a:ln/>
        </p:spPr>
        <p:txBody>
          <a:bodyPr wrap="square" lIns="0" tIns="0" rIns="0" bIns="0" rtlCol="0" anchor="ctr"/>
          <a:lstStyle/>
          <a:p>
            <a:pPr marL="0" indent="0" algn="ctr">
              <a:buNone/>
            </a:pPr>
            <a:r>
              <a:rPr lang="en-US" sz="1100" b="1">
                <a:solidFill>
                  <a:srgbClr val="00A896"/>
                </a:solidFill>
              </a:rPr>
              <a:t>03</a:t>
            </a:r>
            <a:endParaRPr lang="en-US" sz="1100"/>
          </a:p>
        </p:txBody>
      </p:sp>
      <p:sp>
        <p:nvSpPr>
          <p:cNvPr id="21" name="Text 19"/>
          <p:cNvSpPr/>
          <p:nvPr/>
        </p:nvSpPr>
        <p:spPr>
          <a:xfrm>
            <a:off x="3863340" y="2103120"/>
            <a:ext cx="1463040" cy="685800"/>
          </a:xfrm>
          <a:prstGeom prst="rect">
            <a:avLst/>
          </a:prstGeom>
          <a:noFill/>
          <a:ln/>
        </p:spPr>
        <p:txBody>
          <a:bodyPr wrap="square" lIns="0" tIns="0" rIns="0" bIns="0" rtlCol="0" anchor="t"/>
          <a:lstStyle/>
          <a:p>
            <a:pPr marL="0" indent="0">
              <a:buNone/>
            </a:pPr>
            <a:r>
              <a:rPr lang="en-US" sz="1100" b="1">
                <a:solidFill>
                  <a:srgbClr val="0F2A47"/>
                </a:solidFill>
                <a:latin typeface="Cambria" pitchFamily="34" charset="0"/>
                <a:ea typeface="Cambria" pitchFamily="34" charset="-122"/>
                <a:cs typeface="Cambria" pitchFamily="34" charset="-120"/>
              </a:rPr>
              <a:t>Constrained LLM Validation</a:t>
            </a:r>
            <a:endParaRPr lang="en-US" sz="1100"/>
          </a:p>
        </p:txBody>
      </p:sp>
      <p:sp>
        <p:nvSpPr>
          <p:cNvPr id="22" name="Shape 20"/>
          <p:cNvSpPr/>
          <p:nvPr/>
        </p:nvSpPr>
        <p:spPr>
          <a:xfrm>
            <a:off x="5509260" y="1417320"/>
            <a:ext cx="1691640" cy="1463040"/>
          </a:xfrm>
          <a:prstGeom prst="rect">
            <a:avLst/>
          </a:prstGeom>
          <a:solidFill>
            <a:srgbClr val="FFFFFF"/>
          </a:solidFill>
          <a:ln w="9525">
            <a:solidFill>
              <a:srgbClr val="D8D3C7"/>
            </a:solidFill>
            <a:prstDash val="solid"/>
          </a:ln>
        </p:spPr>
        <p:txBody>
          <a:bodyPr/>
          <a:lstStyle/>
          <a:p>
            <a:endParaRPr lang="en-US"/>
          </a:p>
        </p:txBody>
      </p:sp>
      <p:sp>
        <p:nvSpPr>
          <p:cNvPr id="23" name="Shape 21"/>
          <p:cNvSpPr/>
          <p:nvPr/>
        </p:nvSpPr>
        <p:spPr>
          <a:xfrm>
            <a:off x="5509260" y="1417320"/>
            <a:ext cx="73152" cy="1463040"/>
          </a:xfrm>
          <a:prstGeom prst="rect">
            <a:avLst/>
          </a:prstGeom>
          <a:solidFill>
            <a:srgbClr val="028090"/>
          </a:solidFill>
          <a:ln w="12700">
            <a:solidFill>
              <a:srgbClr val="028090"/>
            </a:solidFill>
            <a:prstDash val="solid"/>
          </a:ln>
        </p:spPr>
        <p:txBody>
          <a:bodyPr/>
          <a:lstStyle/>
          <a:p>
            <a:endParaRPr lang="en-US"/>
          </a:p>
        </p:txBody>
      </p:sp>
      <p:sp>
        <p:nvSpPr>
          <p:cNvPr id="24" name="Shape 22"/>
          <p:cNvSpPr/>
          <p:nvPr/>
        </p:nvSpPr>
        <p:spPr>
          <a:xfrm>
            <a:off x="5646420" y="1581912"/>
            <a:ext cx="457200" cy="457200"/>
          </a:xfrm>
          <a:prstGeom prst="ellipse">
            <a:avLst/>
          </a:prstGeom>
          <a:solidFill>
            <a:srgbClr val="0F2A47"/>
          </a:solidFill>
          <a:ln w="12700">
            <a:solidFill>
              <a:srgbClr val="0F2A47"/>
            </a:solidFill>
            <a:prstDash val="solid"/>
          </a:ln>
        </p:spPr>
        <p:txBody>
          <a:bodyPr/>
          <a:lstStyle/>
          <a:p>
            <a:endParaRPr lang="en-US"/>
          </a:p>
        </p:txBody>
      </p:sp>
      <p:sp>
        <p:nvSpPr>
          <p:cNvPr id="25" name="Text 23"/>
          <p:cNvSpPr/>
          <p:nvPr/>
        </p:nvSpPr>
        <p:spPr>
          <a:xfrm>
            <a:off x="5646420" y="1581912"/>
            <a:ext cx="457200" cy="457200"/>
          </a:xfrm>
          <a:prstGeom prst="rect">
            <a:avLst/>
          </a:prstGeom>
          <a:noFill/>
          <a:ln/>
        </p:spPr>
        <p:txBody>
          <a:bodyPr wrap="square" lIns="0" tIns="0" rIns="0" bIns="0" rtlCol="0" anchor="ctr"/>
          <a:lstStyle/>
          <a:p>
            <a:pPr marL="0" indent="0" algn="ctr">
              <a:buNone/>
            </a:pPr>
            <a:r>
              <a:rPr lang="en-US" sz="1100" b="1">
                <a:solidFill>
                  <a:srgbClr val="00A896"/>
                </a:solidFill>
              </a:rPr>
              <a:t>04</a:t>
            </a:r>
            <a:endParaRPr lang="en-US" sz="1100"/>
          </a:p>
        </p:txBody>
      </p:sp>
      <p:sp>
        <p:nvSpPr>
          <p:cNvPr id="26" name="Text 24"/>
          <p:cNvSpPr/>
          <p:nvPr/>
        </p:nvSpPr>
        <p:spPr>
          <a:xfrm>
            <a:off x="5646420" y="2103120"/>
            <a:ext cx="1463040" cy="685800"/>
          </a:xfrm>
          <a:prstGeom prst="rect">
            <a:avLst/>
          </a:prstGeom>
          <a:noFill/>
          <a:ln/>
        </p:spPr>
        <p:txBody>
          <a:bodyPr wrap="square" lIns="0" tIns="0" rIns="0" bIns="0" rtlCol="0" anchor="t"/>
          <a:lstStyle/>
          <a:p>
            <a:pPr marL="0" indent="0">
              <a:buNone/>
            </a:pPr>
            <a:r>
              <a:rPr lang="en-US" sz="1100" b="1">
                <a:solidFill>
                  <a:srgbClr val="0F2A47"/>
                </a:solidFill>
                <a:latin typeface="Cambria" pitchFamily="34" charset="0"/>
                <a:ea typeface="Cambria" pitchFamily="34" charset="-122"/>
                <a:cs typeface="Cambria" pitchFamily="34" charset="-120"/>
              </a:rPr>
              <a:t>Transformation Safety &amp; Codegen</a:t>
            </a:r>
            <a:endParaRPr lang="en-US" sz="1100"/>
          </a:p>
        </p:txBody>
      </p:sp>
      <p:sp>
        <p:nvSpPr>
          <p:cNvPr id="27" name="Shape 25"/>
          <p:cNvSpPr/>
          <p:nvPr/>
        </p:nvSpPr>
        <p:spPr>
          <a:xfrm>
            <a:off x="7292340" y="1417320"/>
            <a:ext cx="1691640" cy="1463040"/>
          </a:xfrm>
          <a:prstGeom prst="rect">
            <a:avLst/>
          </a:prstGeom>
          <a:solidFill>
            <a:srgbClr val="FFFFFF"/>
          </a:solidFill>
          <a:ln w="9525">
            <a:solidFill>
              <a:srgbClr val="D8D3C7"/>
            </a:solidFill>
            <a:prstDash val="solid"/>
          </a:ln>
        </p:spPr>
        <p:txBody>
          <a:bodyPr/>
          <a:lstStyle/>
          <a:p>
            <a:endParaRPr lang="en-US"/>
          </a:p>
        </p:txBody>
      </p:sp>
      <p:sp>
        <p:nvSpPr>
          <p:cNvPr id="28" name="Shape 26"/>
          <p:cNvSpPr/>
          <p:nvPr/>
        </p:nvSpPr>
        <p:spPr>
          <a:xfrm>
            <a:off x="7292340" y="1417320"/>
            <a:ext cx="73152" cy="1463040"/>
          </a:xfrm>
          <a:prstGeom prst="rect">
            <a:avLst/>
          </a:prstGeom>
          <a:solidFill>
            <a:srgbClr val="00A896"/>
          </a:solidFill>
          <a:ln w="12700">
            <a:solidFill>
              <a:srgbClr val="00A896"/>
            </a:solidFill>
            <a:prstDash val="solid"/>
          </a:ln>
        </p:spPr>
        <p:txBody>
          <a:bodyPr/>
          <a:lstStyle/>
          <a:p>
            <a:endParaRPr lang="en-US"/>
          </a:p>
        </p:txBody>
      </p:sp>
      <p:sp>
        <p:nvSpPr>
          <p:cNvPr id="29" name="Shape 27"/>
          <p:cNvSpPr/>
          <p:nvPr/>
        </p:nvSpPr>
        <p:spPr>
          <a:xfrm>
            <a:off x="7429500" y="1581912"/>
            <a:ext cx="457200" cy="457200"/>
          </a:xfrm>
          <a:prstGeom prst="ellipse">
            <a:avLst/>
          </a:prstGeom>
          <a:solidFill>
            <a:srgbClr val="0F2A47"/>
          </a:solidFill>
          <a:ln w="12700">
            <a:solidFill>
              <a:srgbClr val="0F2A47"/>
            </a:solidFill>
            <a:prstDash val="solid"/>
          </a:ln>
        </p:spPr>
        <p:txBody>
          <a:bodyPr/>
          <a:lstStyle/>
          <a:p>
            <a:endParaRPr lang="en-US"/>
          </a:p>
        </p:txBody>
      </p:sp>
      <p:sp>
        <p:nvSpPr>
          <p:cNvPr id="30" name="Text 28"/>
          <p:cNvSpPr/>
          <p:nvPr/>
        </p:nvSpPr>
        <p:spPr>
          <a:xfrm>
            <a:off x="7429500" y="1581912"/>
            <a:ext cx="457200" cy="457200"/>
          </a:xfrm>
          <a:prstGeom prst="rect">
            <a:avLst/>
          </a:prstGeom>
          <a:noFill/>
          <a:ln/>
        </p:spPr>
        <p:txBody>
          <a:bodyPr wrap="square" lIns="0" tIns="0" rIns="0" bIns="0" rtlCol="0" anchor="ctr"/>
          <a:lstStyle/>
          <a:p>
            <a:pPr marL="0" indent="0" algn="ctr">
              <a:buNone/>
            </a:pPr>
            <a:r>
              <a:rPr lang="en-US" sz="1100" b="1">
                <a:solidFill>
                  <a:srgbClr val="00A896"/>
                </a:solidFill>
              </a:rPr>
              <a:t>05</a:t>
            </a:r>
            <a:endParaRPr lang="en-US" sz="1100"/>
          </a:p>
        </p:txBody>
      </p:sp>
      <p:sp>
        <p:nvSpPr>
          <p:cNvPr id="31" name="Text 29"/>
          <p:cNvSpPr/>
          <p:nvPr/>
        </p:nvSpPr>
        <p:spPr>
          <a:xfrm>
            <a:off x="7429500" y="2103120"/>
            <a:ext cx="1463040" cy="685800"/>
          </a:xfrm>
          <a:prstGeom prst="rect">
            <a:avLst/>
          </a:prstGeom>
          <a:noFill/>
          <a:ln/>
        </p:spPr>
        <p:txBody>
          <a:bodyPr wrap="square" lIns="0" tIns="0" rIns="0" bIns="0" rtlCol="0" anchor="t"/>
          <a:lstStyle/>
          <a:p>
            <a:pPr marL="0" indent="0">
              <a:buNone/>
            </a:pPr>
            <a:r>
              <a:rPr lang="en-US" sz="1100" b="1">
                <a:solidFill>
                  <a:srgbClr val="0F2A47"/>
                </a:solidFill>
                <a:latin typeface="Cambria" pitchFamily="34" charset="0"/>
                <a:ea typeface="Cambria" pitchFamily="34" charset="-122"/>
                <a:cs typeface="Cambria" pitchFamily="34" charset="-120"/>
              </a:rPr>
              <a:t>Knowledge Overlay &amp; Glossary</a:t>
            </a:r>
            <a:endParaRPr lang="en-US" sz="1100"/>
          </a:p>
        </p:txBody>
      </p:sp>
      <p:sp>
        <p:nvSpPr>
          <p:cNvPr id="32" name="Shape 30"/>
          <p:cNvSpPr/>
          <p:nvPr/>
        </p:nvSpPr>
        <p:spPr>
          <a:xfrm>
            <a:off x="160020" y="2971800"/>
            <a:ext cx="1691640" cy="1463040"/>
          </a:xfrm>
          <a:prstGeom prst="rect">
            <a:avLst/>
          </a:prstGeom>
          <a:solidFill>
            <a:srgbClr val="FFFFFF"/>
          </a:solidFill>
          <a:ln w="9525">
            <a:solidFill>
              <a:srgbClr val="D8D3C7"/>
            </a:solidFill>
            <a:prstDash val="solid"/>
          </a:ln>
        </p:spPr>
        <p:txBody>
          <a:bodyPr/>
          <a:lstStyle/>
          <a:p>
            <a:endParaRPr lang="en-US"/>
          </a:p>
        </p:txBody>
      </p:sp>
      <p:sp>
        <p:nvSpPr>
          <p:cNvPr id="33" name="Shape 31"/>
          <p:cNvSpPr/>
          <p:nvPr/>
        </p:nvSpPr>
        <p:spPr>
          <a:xfrm>
            <a:off x="160020" y="2971800"/>
            <a:ext cx="73152" cy="1463040"/>
          </a:xfrm>
          <a:prstGeom prst="rect">
            <a:avLst/>
          </a:prstGeom>
          <a:solidFill>
            <a:srgbClr val="028090"/>
          </a:solidFill>
          <a:ln w="12700">
            <a:solidFill>
              <a:srgbClr val="028090"/>
            </a:solidFill>
            <a:prstDash val="solid"/>
          </a:ln>
        </p:spPr>
        <p:txBody>
          <a:bodyPr/>
          <a:lstStyle/>
          <a:p>
            <a:endParaRPr lang="en-US"/>
          </a:p>
        </p:txBody>
      </p:sp>
      <p:sp>
        <p:nvSpPr>
          <p:cNvPr id="34" name="Shape 32"/>
          <p:cNvSpPr/>
          <p:nvPr/>
        </p:nvSpPr>
        <p:spPr>
          <a:xfrm>
            <a:off x="297180" y="3136392"/>
            <a:ext cx="457200" cy="457200"/>
          </a:xfrm>
          <a:prstGeom prst="ellipse">
            <a:avLst/>
          </a:prstGeom>
          <a:solidFill>
            <a:srgbClr val="0F2A47"/>
          </a:solidFill>
          <a:ln w="12700">
            <a:solidFill>
              <a:srgbClr val="0F2A47"/>
            </a:solidFill>
            <a:prstDash val="solid"/>
          </a:ln>
        </p:spPr>
        <p:txBody>
          <a:bodyPr/>
          <a:lstStyle/>
          <a:p>
            <a:endParaRPr lang="en-US"/>
          </a:p>
        </p:txBody>
      </p:sp>
      <p:sp>
        <p:nvSpPr>
          <p:cNvPr id="35" name="Text 33"/>
          <p:cNvSpPr/>
          <p:nvPr/>
        </p:nvSpPr>
        <p:spPr>
          <a:xfrm>
            <a:off x="297180" y="3136392"/>
            <a:ext cx="457200" cy="457200"/>
          </a:xfrm>
          <a:prstGeom prst="rect">
            <a:avLst/>
          </a:prstGeom>
          <a:noFill/>
          <a:ln/>
        </p:spPr>
        <p:txBody>
          <a:bodyPr wrap="square" lIns="0" tIns="0" rIns="0" bIns="0" rtlCol="0" anchor="ctr"/>
          <a:lstStyle/>
          <a:p>
            <a:pPr marL="0" indent="0" algn="ctr">
              <a:buNone/>
            </a:pPr>
            <a:r>
              <a:rPr lang="en-US" sz="1100" b="1">
                <a:solidFill>
                  <a:srgbClr val="00A896"/>
                </a:solidFill>
              </a:rPr>
              <a:t>06</a:t>
            </a:r>
            <a:endParaRPr lang="en-US" sz="1100"/>
          </a:p>
        </p:txBody>
      </p:sp>
      <p:sp>
        <p:nvSpPr>
          <p:cNvPr id="36" name="Text 34"/>
          <p:cNvSpPr/>
          <p:nvPr/>
        </p:nvSpPr>
        <p:spPr>
          <a:xfrm>
            <a:off x="297180" y="3657600"/>
            <a:ext cx="1463040" cy="685800"/>
          </a:xfrm>
          <a:prstGeom prst="rect">
            <a:avLst/>
          </a:prstGeom>
          <a:noFill/>
          <a:ln/>
        </p:spPr>
        <p:txBody>
          <a:bodyPr wrap="square" lIns="0" tIns="0" rIns="0" bIns="0" rtlCol="0" anchor="t"/>
          <a:lstStyle/>
          <a:p>
            <a:pPr marL="0" indent="0">
              <a:buNone/>
            </a:pPr>
            <a:r>
              <a:rPr lang="en-US" sz="1100" b="1">
                <a:solidFill>
                  <a:srgbClr val="0F2A47"/>
                </a:solidFill>
                <a:latin typeface="Cambria" pitchFamily="34" charset="0"/>
                <a:ea typeface="Cambria" pitchFamily="34" charset="-122"/>
                <a:cs typeface="Cambria" pitchFamily="34" charset="-120"/>
              </a:rPr>
              <a:t>Correction Learning &amp; Rules</a:t>
            </a:r>
            <a:endParaRPr lang="en-US" sz="1100"/>
          </a:p>
        </p:txBody>
      </p:sp>
      <p:sp>
        <p:nvSpPr>
          <p:cNvPr id="37" name="Shape 35"/>
          <p:cNvSpPr/>
          <p:nvPr/>
        </p:nvSpPr>
        <p:spPr>
          <a:xfrm>
            <a:off x="1943100" y="2971800"/>
            <a:ext cx="1691640" cy="1463040"/>
          </a:xfrm>
          <a:prstGeom prst="rect">
            <a:avLst/>
          </a:prstGeom>
          <a:solidFill>
            <a:srgbClr val="FFFFFF"/>
          </a:solidFill>
          <a:ln w="9525">
            <a:solidFill>
              <a:srgbClr val="D8D3C7"/>
            </a:solidFill>
            <a:prstDash val="solid"/>
          </a:ln>
        </p:spPr>
        <p:txBody>
          <a:bodyPr/>
          <a:lstStyle/>
          <a:p>
            <a:endParaRPr lang="en-US"/>
          </a:p>
        </p:txBody>
      </p:sp>
      <p:sp>
        <p:nvSpPr>
          <p:cNvPr id="38" name="Shape 36"/>
          <p:cNvSpPr/>
          <p:nvPr/>
        </p:nvSpPr>
        <p:spPr>
          <a:xfrm>
            <a:off x="1943100" y="2971800"/>
            <a:ext cx="73152" cy="1463040"/>
          </a:xfrm>
          <a:prstGeom prst="rect">
            <a:avLst/>
          </a:prstGeom>
          <a:solidFill>
            <a:srgbClr val="00A896"/>
          </a:solidFill>
          <a:ln w="12700">
            <a:solidFill>
              <a:srgbClr val="00A896"/>
            </a:solidFill>
            <a:prstDash val="solid"/>
          </a:ln>
        </p:spPr>
        <p:txBody>
          <a:bodyPr/>
          <a:lstStyle/>
          <a:p>
            <a:endParaRPr lang="en-US"/>
          </a:p>
        </p:txBody>
      </p:sp>
      <p:sp>
        <p:nvSpPr>
          <p:cNvPr id="39" name="Shape 37"/>
          <p:cNvSpPr/>
          <p:nvPr/>
        </p:nvSpPr>
        <p:spPr>
          <a:xfrm>
            <a:off x="2080260" y="3136392"/>
            <a:ext cx="457200" cy="457200"/>
          </a:xfrm>
          <a:prstGeom prst="ellipse">
            <a:avLst/>
          </a:prstGeom>
          <a:solidFill>
            <a:srgbClr val="0F2A47"/>
          </a:solidFill>
          <a:ln w="12700">
            <a:solidFill>
              <a:srgbClr val="0F2A47"/>
            </a:solidFill>
            <a:prstDash val="solid"/>
          </a:ln>
        </p:spPr>
        <p:txBody>
          <a:bodyPr/>
          <a:lstStyle/>
          <a:p>
            <a:endParaRPr lang="en-US"/>
          </a:p>
        </p:txBody>
      </p:sp>
      <p:sp>
        <p:nvSpPr>
          <p:cNvPr id="40" name="Text 38"/>
          <p:cNvSpPr/>
          <p:nvPr/>
        </p:nvSpPr>
        <p:spPr>
          <a:xfrm>
            <a:off x="2080260" y="3136392"/>
            <a:ext cx="457200" cy="457200"/>
          </a:xfrm>
          <a:prstGeom prst="rect">
            <a:avLst/>
          </a:prstGeom>
          <a:noFill/>
          <a:ln/>
        </p:spPr>
        <p:txBody>
          <a:bodyPr wrap="square" lIns="0" tIns="0" rIns="0" bIns="0" rtlCol="0" anchor="ctr"/>
          <a:lstStyle/>
          <a:p>
            <a:pPr marL="0" indent="0" algn="ctr">
              <a:buNone/>
            </a:pPr>
            <a:r>
              <a:rPr lang="en-US" sz="1100" b="1">
                <a:solidFill>
                  <a:srgbClr val="00A896"/>
                </a:solidFill>
              </a:rPr>
              <a:t>07</a:t>
            </a:r>
            <a:endParaRPr lang="en-US" sz="1100"/>
          </a:p>
        </p:txBody>
      </p:sp>
      <p:sp>
        <p:nvSpPr>
          <p:cNvPr id="41" name="Text 39"/>
          <p:cNvSpPr/>
          <p:nvPr/>
        </p:nvSpPr>
        <p:spPr>
          <a:xfrm>
            <a:off x="2080260" y="3657600"/>
            <a:ext cx="1463040" cy="685800"/>
          </a:xfrm>
          <a:prstGeom prst="rect">
            <a:avLst/>
          </a:prstGeom>
          <a:noFill/>
          <a:ln/>
        </p:spPr>
        <p:txBody>
          <a:bodyPr wrap="square" lIns="0" tIns="0" rIns="0" bIns="0" rtlCol="0" anchor="t"/>
          <a:lstStyle/>
          <a:p>
            <a:pPr marL="0" indent="0">
              <a:buNone/>
            </a:pPr>
            <a:r>
              <a:rPr lang="en-US" sz="1100" b="1">
                <a:solidFill>
                  <a:srgbClr val="0F2A47"/>
                </a:solidFill>
                <a:latin typeface="Cambria" pitchFamily="34" charset="0"/>
                <a:ea typeface="Cambria" pitchFamily="34" charset="-122"/>
                <a:cs typeface="Cambria" pitchFamily="34" charset="-120"/>
              </a:rPr>
              <a:t>Mapping Sets &amp; Governance</a:t>
            </a:r>
            <a:endParaRPr lang="en-US" sz="1100"/>
          </a:p>
        </p:txBody>
      </p:sp>
      <p:sp>
        <p:nvSpPr>
          <p:cNvPr id="42" name="Shape 40"/>
          <p:cNvSpPr/>
          <p:nvPr/>
        </p:nvSpPr>
        <p:spPr>
          <a:xfrm>
            <a:off x="3726180" y="2971800"/>
            <a:ext cx="1691640" cy="1463040"/>
          </a:xfrm>
          <a:prstGeom prst="rect">
            <a:avLst/>
          </a:prstGeom>
          <a:solidFill>
            <a:srgbClr val="FFFFFF"/>
          </a:solidFill>
          <a:ln w="9525">
            <a:solidFill>
              <a:srgbClr val="D8D3C7"/>
            </a:solidFill>
            <a:prstDash val="solid"/>
          </a:ln>
        </p:spPr>
        <p:txBody>
          <a:bodyPr/>
          <a:lstStyle/>
          <a:p>
            <a:endParaRPr lang="en-US"/>
          </a:p>
        </p:txBody>
      </p:sp>
      <p:sp>
        <p:nvSpPr>
          <p:cNvPr id="43" name="Shape 41"/>
          <p:cNvSpPr/>
          <p:nvPr/>
        </p:nvSpPr>
        <p:spPr>
          <a:xfrm>
            <a:off x="3726180" y="2971800"/>
            <a:ext cx="73152" cy="1463040"/>
          </a:xfrm>
          <a:prstGeom prst="rect">
            <a:avLst/>
          </a:prstGeom>
          <a:solidFill>
            <a:srgbClr val="F2A65A"/>
          </a:solidFill>
          <a:ln w="12700">
            <a:solidFill>
              <a:srgbClr val="F2A65A"/>
            </a:solidFill>
            <a:prstDash val="solid"/>
          </a:ln>
        </p:spPr>
        <p:txBody>
          <a:bodyPr/>
          <a:lstStyle/>
          <a:p>
            <a:endParaRPr lang="en-US"/>
          </a:p>
        </p:txBody>
      </p:sp>
      <p:sp>
        <p:nvSpPr>
          <p:cNvPr id="44" name="Shape 42"/>
          <p:cNvSpPr/>
          <p:nvPr/>
        </p:nvSpPr>
        <p:spPr>
          <a:xfrm>
            <a:off x="3863340" y="3136392"/>
            <a:ext cx="457200" cy="457200"/>
          </a:xfrm>
          <a:prstGeom prst="ellipse">
            <a:avLst/>
          </a:prstGeom>
          <a:solidFill>
            <a:srgbClr val="0F2A47"/>
          </a:solidFill>
          <a:ln w="12700">
            <a:solidFill>
              <a:srgbClr val="0F2A47"/>
            </a:solidFill>
            <a:prstDash val="solid"/>
          </a:ln>
        </p:spPr>
        <p:txBody>
          <a:bodyPr/>
          <a:lstStyle/>
          <a:p>
            <a:endParaRPr lang="en-US"/>
          </a:p>
        </p:txBody>
      </p:sp>
      <p:sp>
        <p:nvSpPr>
          <p:cNvPr id="45" name="Text 43"/>
          <p:cNvSpPr/>
          <p:nvPr/>
        </p:nvSpPr>
        <p:spPr>
          <a:xfrm>
            <a:off x="3863340" y="3136392"/>
            <a:ext cx="457200" cy="457200"/>
          </a:xfrm>
          <a:prstGeom prst="rect">
            <a:avLst/>
          </a:prstGeom>
          <a:noFill/>
          <a:ln/>
        </p:spPr>
        <p:txBody>
          <a:bodyPr wrap="square" lIns="0" tIns="0" rIns="0" bIns="0" rtlCol="0" anchor="ctr"/>
          <a:lstStyle/>
          <a:p>
            <a:pPr marL="0" indent="0" algn="ctr">
              <a:buNone/>
            </a:pPr>
            <a:r>
              <a:rPr lang="en-US" sz="1100" b="1">
                <a:solidFill>
                  <a:srgbClr val="00A896"/>
                </a:solidFill>
              </a:rPr>
              <a:t>08</a:t>
            </a:r>
            <a:endParaRPr lang="en-US" sz="1100"/>
          </a:p>
        </p:txBody>
      </p:sp>
      <p:sp>
        <p:nvSpPr>
          <p:cNvPr id="46" name="Text 44"/>
          <p:cNvSpPr/>
          <p:nvPr/>
        </p:nvSpPr>
        <p:spPr>
          <a:xfrm>
            <a:off x="3863340" y="3657600"/>
            <a:ext cx="1463040" cy="685800"/>
          </a:xfrm>
          <a:prstGeom prst="rect">
            <a:avLst/>
          </a:prstGeom>
          <a:noFill/>
          <a:ln/>
        </p:spPr>
        <p:txBody>
          <a:bodyPr wrap="square" lIns="0" tIns="0" rIns="0" bIns="0" rtlCol="0" anchor="t"/>
          <a:lstStyle/>
          <a:p>
            <a:pPr marL="0" indent="0">
              <a:buNone/>
            </a:pPr>
            <a:r>
              <a:rPr lang="en-US" sz="1100" b="1">
                <a:solidFill>
                  <a:srgbClr val="0F2A47"/>
                </a:solidFill>
                <a:latin typeface="Cambria" pitchFamily="34" charset="0"/>
                <a:ea typeface="Cambria" pitchFamily="34" charset="-122"/>
                <a:cs typeface="Cambria" pitchFamily="34" charset="-120"/>
              </a:rPr>
              <a:t>Integration Catalog &amp; Reuse</a:t>
            </a:r>
            <a:endParaRPr lang="en-US" sz="1100"/>
          </a:p>
        </p:txBody>
      </p:sp>
      <p:sp>
        <p:nvSpPr>
          <p:cNvPr id="47" name="Shape 45"/>
          <p:cNvSpPr/>
          <p:nvPr/>
        </p:nvSpPr>
        <p:spPr>
          <a:xfrm>
            <a:off x="5509260" y="2971800"/>
            <a:ext cx="1691640" cy="1463040"/>
          </a:xfrm>
          <a:prstGeom prst="rect">
            <a:avLst/>
          </a:prstGeom>
          <a:solidFill>
            <a:srgbClr val="FFFFFF"/>
          </a:solidFill>
          <a:ln w="9525">
            <a:solidFill>
              <a:srgbClr val="D8D3C7"/>
            </a:solidFill>
            <a:prstDash val="solid"/>
          </a:ln>
        </p:spPr>
        <p:txBody>
          <a:bodyPr/>
          <a:lstStyle/>
          <a:p>
            <a:endParaRPr lang="en-US"/>
          </a:p>
        </p:txBody>
      </p:sp>
      <p:sp>
        <p:nvSpPr>
          <p:cNvPr id="48" name="Shape 46"/>
          <p:cNvSpPr/>
          <p:nvPr/>
        </p:nvSpPr>
        <p:spPr>
          <a:xfrm>
            <a:off x="5509260" y="2971800"/>
            <a:ext cx="73152" cy="1463040"/>
          </a:xfrm>
          <a:prstGeom prst="rect">
            <a:avLst/>
          </a:prstGeom>
          <a:solidFill>
            <a:srgbClr val="00A896"/>
          </a:solidFill>
          <a:ln w="12700">
            <a:solidFill>
              <a:srgbClr val="00A896"/>
            </a:solidFill>
            <a:prstDash val="solid"/>
          </a:ln>
        </p:spPr>
        <p:txBody>
          <a:bodyPr/>
          <a:lstStyle/>
          <a:p>
            <a:endParaRPr lang="en-US"/>
          </a:p>
        </p:txBody>
      </p:sp>
      <p:sp>
        <p:nvSpPr>
          <p:cNvPr id="49" name="Shape 47"/>
          <p:cNvSpPr/>
          <p:nvPr/>
        </p:nvSpPr>
        <p:spPr>
          <a:xfrm>
            <a:off x="5646420" y="3136392"/>
            <a:ext cx="457200" cy="457200"/>
          </a:xfrm>
          <a:prstGeom prst="ellipse">
            <a:avLst/>
          </a:prstGeom>
          <a:solidFill>
            <a:srgbClr val="0F2A47"/>
          </a:solidFill>
          <a:ln w="12700">
            <a:solidFill>
              <a:srgbClr val="0F2A47"/>
            </a:solidFill>
            <a:prstDash val="solid"/>
          </a:ln>
        </p:spPr>
        <p:txBody>
          <a:bodyPr/>
          <a:lstStyle/>
          <a:p>
            <a:endParaRPr lang="en-US"/>
          </a:p>
        </p:txBody>
      </p:sp>
      <p:sp>
        <p:nvSpPr>
          <p:cNvPr id="50" name="Text 48"/>
          <p:cNvSpPr/>
          <p:nvPr/>
        </p:nvSpPr>
        <p:spPr>
          <a:xfrm>
            <a:off x="5646420" y="3136392"/>
            <a:ext cx="457200" cy="457200"/>
          </a:xfrm>
          <a:prstGeom prst="rect">
            <a:avLst/>
          </a:prstGeom>
          <a:noFill/>
          <a:ln/>
        </p:spPr>
        <p:txBody>
          <a:bodyPr wrap="square" lIns="0" tIns="0" rIns="0" bIns="0" rtlCol="0" anchor="ctr"/>
          <a:lstStyle/>
          <a:p>
            <a:pPr marL="0" indent="0" algn="ctr">
              <a:buNone/>
            </a:pPr>
            <a:r>
              <a:rPr lang="en-US" sz="1100" b="1">
                <a:solidFill>
                  <a:srgbClr val="00A896"/>
                </a:solidFill>
              </a:rPr>
              <a:t>09</a:t>
            </a:r>
            <a:endParaRPr lang="en-US" sz="1100"/>
          </a:p>
        </p:txBody>
      </p:sp>
      <p:sp>
        <p:nvSpPr>
          <p:cNvPr id="51" name="Text 49"/>
          <p:cNvSpPr/>
          <p:nvPr/>
        </p:nvSpPr>
        <p:spPr>
          <a:xfrm>
            <a:off x="5646420" y="3657600"/>
            <a:ext cx="1463040" cy="685800"/>
          </a:xfrm>
          <a:prstGeom prst="rect">
            <a:avLst/>
          </a:prstGeom>
          <a:noFill/>
          <a:ln/>
        </p:spPr>
        <p:txBody>
          <a:bodyPr wrap="square" lIns="0" tIns="0" rIns="0" bIns="0" rtlCol="0" anchor="t"/>
          <a:lstStyle/>
          <a:p>
            <a:pPr marL="0" indent="0">
              <a:buNone/>
            </a:pPr>
            <a:r>
              <a:rPr lang="en-US" sz="1100" b="1">
                <a:solidFill>
                  <a:srgbClr val="0F2A47"/>
                </a:solidFill>
                <a:latin typeface="Cambria" pitchFamily="34" charset="0"/>
                <a:ea typeface="Cambria" pitchFamily="34" charset="-122"/>
                <a:cs typeface="Cambria" pitchFamily="34" charset="-120"/>
              </a:rPr>
              <a:t>Evaluation &amp; Benchmarking</a:t>
            </a:r>
            <a:endParaRPr lang="en-US" sz="1100"/>
          </a:p>
        </p:txBody>
      </p:sp>
      <p:sp>
        <p:nvSpPr>
          <p:cNvPr id="52" name="Shape 50"/>
          <p:cNvSpPr/>
          <p:nvPr/>
        </p:nvSpPr>
        <p:spPr>
          <a:xfrm>
            <a:off x="7292340" y="2971800"/>
            <a:ext cx="1691640" cy="1463040"/>
          </a:xfrm>
          <a:prstGeom prst="rect">
            <a:avLst/>
          </a:prstGeom>
          <a:solidFill>
            <a:srgbClr val="FFFFFF"/>
          </a:solidFill>
          <a:ln w="9525">
            <a:solidFill>
              <a:srgbClr val="D8D3C7"/>
            </a:solidFill>
            <a:prstDash val="solid"/>
          </a:ln>
        </p:spPr>
        <p:txBody>
          <a:bodyPr/>
          <a:lstStyle/>
          <a:p>
            <a:endParaRPr lang="en-US"/>
          </a:p>
        </p:txBody>
      </p:sp>
      <p:sp>
        <p:nvSpPr>
          <p:cNvPr id="53" name="Shape 51"/>
          <p:cNvSpPr/>
          <p:nvPr/>
        </p:nvSpPr>
        <p:spPr>
          <a:xfrm>
            <a:off x="7292340" y="2971800"/>
            <a:ext cx="73152" cy="1463040"/>
          </a:xfrm>
          <a:prstGeom prst="rect">
            <a:avLst/>
          </a:prstGeom>
          <a:solidFill>
            <a:srgbClr val="028090"/>
          </a:solidFill>
          <a:ln w="12700">
            <a:solidFill>
              <a:srgbClr val="028090"/>
            </a:solidFill>
            <a:prstDash val="solid"/>
          </a:ln>
        </p:spPr>
        <p:txBody>
          <a:bodyPr/>
          <a:lstStyle/>
          <a:p>
            <a:endParaRPr lang="en-US"/>
          </a:p>
        </p:txBody>
      </p:sp>
      <p:sp>
        <p:nvSpPr>
          <p:cNvPr id="54" name="Shape 52"/>
          <p:cNvSpPr/>
          <p:nvPr/>
        </p:nvSpPr>
        <p:spPr>
          <a:xfrm>
            <a:off x="7429500" y="3136392"/>
            <a:ext cx="457200" cy="457200"/>
          </a:xfrm>
          <a:prstGeom prst="ellipse">
            <a:avLst/>
          </a:prstGeom>
          <a:solidFill>
            <a:srgbClr val="0F2A47"/>
          </a:solidFill>
          <a:ln w="12700">
            <a:solidFill>
              <a:srgbClr val="0F2A47"/>
            </a:solidFill>
            <a:prstDash val="solid"/>
          </a:ln>
        </p:spPr>
        <p:txBody>
          <a:bodyPr/>
          <a:lstStyle/>
          <a:p>
            <a:endParaRPr lang="en-US"/>
          </a:p>
        </p:txBody>
      </p:sp>
      <p:sp>
        <p:nvSpPr>
          <p:cNvPr id="55" name="Text 53"/>
          <p:cNvSpPr/>
          <p:nvPr/>
        </p:nvSpPr>
        <p:spPr>
          <a:xfrm>
            <a:off x="7429500" y="3136392"/>
            <a:ext cx="457200" cy="457200"/>
          </a:xfrm>
          <a:prstGeom prst="rect">
            <a:avLst/>
          </a:prstGeom>
          <a:noFill/>
          <a:ln/>
        </p:spPr>
        <p:txBody>
          <a:bodyPr wrap="square" lIns="0" tIns="0" rIns="0" bIns="0" rtlCol="0" anchor="ctr"/>
          <a:lstStyle/>
          <a:p>
            <a:pPr marL="0" indent="0" algn="ctr">
              <a:buNone/>
            </a:pPr>
            <a:r>
              <a:rPr lang="en-US" sz="1100" b="1">
                <a:solidFill>
                  <a:srgbClr val="00A896"/>
                </a:solidFill>
              </a:rPr>
              <a:t>10</a:t>
            </a:r>
            <a:endParaRPr lang="en-US" sz="1100"/>
          </a:p>
        </p:txBody>
      </p:sp>
      <p:sp>
        <p:nvSpPr>
          <p:cNvPr id="56" name="Text 54"/>
          <p:cNvSpPr/>
          <p:nvPr/>
        </p:nvSpPr>
        <p:spPr>
          <a:xfrm>
            <a:off x="7429500" y="3657600"/>
            <a:ext cx="1463040" cy="685800"/>
          </a:xfrm>
          <a:prstGeom prst="rect">
            <a:avLst/>
          </a:prstGeom>
          <a:noFill/>
          <a:ln/>
        </p:spPr>
        <p:txBody>
          <a:bodyPr wrap="square" lIns="0" tIns="0" rIns="0" bIns="0" rtlCol="0" anchor="t"/>
          <a:lstStyle/>
          <a:p>
            <a:pPr marL="0" indent="0">
              <a:buNone/>
            </a:pPr>
            <a:r>
              <a:rPr lang="en-US" sz="1100" b="1">
                <a:solidFill>
                  <a:srgbClr val="0F2A47"/>
                </a:solidFill>
                <a:latin typeface="Cambria" pitchFamily="34" charset="0"/>
                <a:ea typeface="Cambria" pitchFamily="34" charset="-122"/>
                <a:cs typeface="Cambria" pitchFamily="34" charset="-120"/>
              </a:rPr>
              <a:t>Streamlit Review UI</a:t>
            </a:r>
            <a:endParaRPr lang="en-US" sz="1100"/>
          </a:p>
        </p:txBody>
      </p:sp>
      <p:sp>
        <p:nvSpPr>
          <p:cNvPr id="57" name="Text 55"/>
          <p:cNvSpPr/>
          <p:nvPr/>
        </p:nvSpPr>
        <p:spPr>
          <a:xfrm>
            <a:off x="457200" y="4572000"/>
            <a:ext cx="8229600" cy="274320"/>
          </a:xfrm>
          <a:prstGeom prst="rect">
            <a:avLst/>
          </a:prstGeom>
          <a:noFill/>
          <a:ln/>
        </p:spPr>
        <p:txBody>
          <a:bodyPr wrap="square" lIns="0" tIns="0" rIns="0" bIns="0" rtlCol="0" anchor="ctr"/>
          <a:lstStyle/>
          <a:p>
            <a:pPr marL="0" indent="0" algn="ctr">
              <a:buNone/>
            </a:pPr>
            <a:r>
              <a:rPr lang="en-US" sz="1000" i="1">
                <a:solidFill>
                  <a:srgbClr val="0F2A47"/>
                </a:solidFill>
              </a:rPr>
              <a:t>New: area 8 — Integration Catalog &amp; Reuse, the searchable layer above approved mapping assets.</a:t>
            </a:r>
            <a:endParaRPr lang="en-US" sz="1000"/>
          </a:p>
        </p:txBody>
      </p:sp>
      <p:sp>
        <p:nvSpPr>
          <p:cNvPr id="58" name="Shape 56"/>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59" name="Text 57"/>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60" name="Text 58"/>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5 / 12</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6">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Semantra in the MDM Initiative</a:t>
            </a:r>
            <a:endParaRPr lang="en-US" sz="26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MDM context · why a semantic mapping layer is needed now</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6 / 12</a:t>
            </a:r>
            <a:endParaRPr lang="en-US" sz="900"/>
          </a:p>
        </p:txBody>
      </p:sp>
      <p:sp>
        <p:nvSpPr>
          <p:cNvPr id="10" name="Shape 8"/>
          <p:cNvSpPr/>
          <p:nvPr/>
        </p:nvSpPr>
        <p:spPr>
          <a:xfrm>
            <a:off x="457200" y="1417320"/>
            <a:ext cx="4023360" cy="3246120"/>
          </a:xfrm>
          <a:prstGeom prst="rect">
            <a:avLst/>
          </a:prstGeom>
          <a:solidFill>
            <a:srgbClr val="FFFFFF"/>
          </a:solidFill>
          <a:ln w="9525">
            <a:solidFill>
              <a:srgbClr val="D8D3C7"/>
            </a:solidFill>
            <a:prstDash val="solid"/>
          </a:ln>
        </p:spPr>
        <p:txBody>
          <a:bodyPr/>
          <a:lstStyle/>
          <a:p>
            <a:endParaRPr lang="en-US"/>
          </a:p>
        </p:txBody>
      </p:sp>
      <p:sp>
        <p:nvSpPr>
          <p:cNvPr id="11" name="Shape 9"/>
          <p:cNvSpPr/>
          <p:nvPr/>
        </p:nvSpPr>
        <p:spPr>
          <a:xfrm>
            <a:off x="457200" y="1417320"/>
            <a:ext cx="73152" cy="3246120"/>
          </a:xfrm>
          <a:prstGeom prst="rect">
            <a:avLst/>
          </a:prstGeom>
          <a:solidFill>
            <a:srgbClr val="0F2A47"/>
          </a:solidFill>
          <a:ln w="12700">
            <a:solidFill>
              <a:srgbClr val="0F2A47"/>
            </a:solidFill>
            <a:prstDash val="solid"/>
          </a:ln>
        </p:spPr>
        <p:txBody>
          <a:bodyPr/>
          <a:lstStyle/>
          <a:p>
            <a:endParaRPr lang="en-US"/>
          </a:p>
        </p:txBody>
      </p:sp>
      <p:sp>
        <p:nvSpPr>
          <p:cNvPr id="12" name="Text 10"/>
          <p:cNvSpPr/>
          <p:nvPr/>
        </p:nvSpPr>
        <p:spPr>
          <a:xfrm>
            <a:off x="640080" y="1508760"/>
            <a:ext cx="3657600" cy="36576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MDM project landscape today</a:t>
            </a:r>
            <a:endParaRPr lang="en-US" sz="1400"/>
          </a:p>
        </p:txBody>
      </p:sp>
      <p:sp>
        <p:nvSpPr>
          <p:cNvPr id="13" name="Text 11"/>
          <p:cNvSpPr/>
          <p:nvPr/>
        </p:nvSpPr>
        <p:spPr>
          <a:xfrm>
            <a:off x="640080" y="192024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Multiple source systems feeding a future golden record</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Customer, vendor, product domains in scope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No single authoritative canonical model yet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Mapping work spread across analysts, spreadsheets, hub configs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Stewardship &amp; survivorship rules still being defined</a:t>
            </a:r>
            <a:endParaRPr lang="en-US" sz="1200" dirty="0"/>
          </a:p>
        </p:txBody>
      </p:sp>
      <p:sp>
        <p:nvSpPr>
          <p:cNvPr id="14" name="Shape 12"/>
          <p:cNvSpPr/>
          <p:nvPr/>
        </p:nvSpPr>
        <p:spPr>
          <a:xfrm>
            <a:off x="4663440" y="1417320"/>
            <a:ext cx="4023360" cy="3246120"/>
          </a:xfrm>
          <a:prstGeom prst="rect">
            <a:avLst/>
          </a:prstGeom>
          <a:solidFill>
            <a:srgbClr val="FFFFFF"/>
          </a:solidFill>
          <a:ln w="9525">
            <a:solidFill>
              <a:srgbClr val="D8D3C7"/>
            </a:solidFill>
            <a:prstDash val="solid"/>
          </a:ln>
        </p:spPr>
        <p:txBody>
          <a:bodyPr/>
          <a:lstStyle/>
          <a:p>
            <a:endParaRPr lang="en-US"/>
          </a:p>
        </p:txBody>
      </p:sp>
      <p:sp>
        <p:nvSpPr>
          <p:cNvPr id="15" name="Shape 13"/>
          <p:cNvSpPr/>
          <p:nvPr/>
        </p:nvSpPr>
        <p:spPr>
          <a:xfrm>
            <a:off x="4663440" y="1417320"/>
            <a:ext cx="73152" cy="3246120"/>
          </a:xfrm>
          <a:prstGeom prst="rect">
            <a:avLst/>
          </a:prstGeom>
          <a:solidFill>
            <a:srgbClr val="00A896"/>
          </a:solidFill>
          <a:ln w="12700">
            <a:solidFill>
              <a:srgbClr val="00A896"/>
            </a:solidFill>
            <a:prstDash val="solid"/>
          </a:ln>
        </p:spPr>
        <p:txBody>
          <a:bodyPr/>
          <a:lstStyle/>
          <a:p>
            <a:endParaRPr lang="en-US"/>
          </a:p>
        </p:txBody>
      </p:sp>
      <p:sp>
        <p:nvSpPr>
          <p:cNvPr id="16" name="Text 14"/>
          <p:cNvSpPr/>
          <p:nvPr/>
        </p:nvSpPr>
        <p:spPr>
          <a:xfrm>
            <a:off x="4846320" y="1508760"/>
            <a:ext cx="3657600" cy="365760"/>
          </a:xfrm>
          <a:prstGeom prst="rect">
            <a:avLst/>
          </a:prstGeom>
          <a:noFill/>
          <a:ln/>
        </p:spPr>
        <p:txBody>
          <a:bodyPr wrap="square" lIns="0" tIns="0" rIns="0" bIns="0" rtlCol="0" anchor="ctr"/>
          <a:lstStyle/>
          <a:p>
            <a:pPr marL="0" indent="0">
              <a:buNone/>
            </a:pPr>
            <a:r>
              <a:rPr lang="en-US" sz="1400" b="1">
                <a:solidFill>
                  <a:srgbClr val="028090"/>
                </a:solidFill>
                <a:latin typeface="Cambria" pitchFamily="34" charset="0"/>
                <a:ea typeface="Cambria" pitchFamily="34" charset="-122"/>
                <a:cs typeface="Cambria" pitchFamily="34" charset="-120"/>
              </a:rPr>
              <a:t>What Semantra brings to MDM</a:t>
            </a:r>
            <a:endParaRPr lang="en-US" sz="1400"/>
          </a:p>
        </p:txBody>
      </p:sp>
      <p:sp>
        <p:nvSpPr>
          <p:cNvPr id="17" name="Text 15"/>
          <p:cNvSpPr/>
          <p:nvPr/>
        </p:nvSpPr>
        <p:spPr>
          <a:xfrm>
            <a:off x="4846320" y="192024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200">
                <a:solidFill>
                  <a:srgbClr val="1E293B"/>
                </a:solidFill>
                <a:latin typeface="Calibri" pitchFamily="34" charset="0"/>
                <a:ea typeface="Calibri" pitchFamily="34" charset="-122"/>
                <a:cs typeface="Calibri" pitchFamily="34" charset="-120"/>
              </a:rPr>
              <a:t>Source-to-canonical mapping engine (system-neutral)</a:t>
            </a:r>
            <a:endParaRPr lang="en-US" sz="1200"/>
          </a:p>
          <a:p>
            <a:pPr marL="342900" indent="-342900">
              <a:spcAft>
                <a:spcPts val="600"/>
              </a:spcAft>
              <a:buSzPct val="100000"/>
              <a:buChar char="■"/>
            </a:pPr>
            <a:r>
              <a:rPr lang="en-US" sz="1200">
                <a:solidFill>
                  <a:srgbClr val="1E293B"/>
                </a:solidFill>
                <a:latin typeface="Calibri" pitchFamily="34" charset="0"/>
                <a:ea typeface="Calibri" pitchFamily="34" charset="-122"/>
                <a:cs typeface="Calibri" pitchFamily="34" charset="-120"/>
              </a:rPr>
              <a:t>Explainable, reviewable mapping decisions</a:t>
            </a:r>
            <a:endParaRPr lang="en-US" sz="1200"/>
          </a:p>
          <a:p>
            <a:pPr marL="342900" indent="-342900">
              <a:spcAft>
                <a:spcPts val="600"/>
              </a:spcAft>
              <a:buSzPct val="100000"/>
              <a:buChar char="■"/>
            </a:pPr>
            <a:r>
              <a:rPr lang="en-US" sz="1200">
                <a:solidFill>
                  <a:srgbClr val="1E293B"/>
                </a:solidFill>
                <a:latin typeface="Calibri" pitchFamily="34" charset="0"/>
                <a:ea typeface="Calibri" pitchFamily="34" charset="-122"/>
                <a:cs typeface="Calibri" pitchFamily="34" charset="-120"/>
              </a:rPr>
              <a:t>Reusable semantic memory across domains</a:t>
            </a:r>
            <a:endParaRPr lang="en-US" sz="1200"/>
          </a:p>
          <a:p>
            <a:pPr marL="342900" indent="-342900">
              <a:spcAft>
                <a:spcPts val="600"/>
              </a:spcAft>
              <a:buSzPct val="100000"/>
              <a:buChar char="■"/>
            </a:pPr>
            <a:r>
              <a:rPr lang="en-US" sz="1200">
                <a:solidFill>
                  <a:srgbClr val="1E293B"/>
                </a:solidFill>
                <a:latin typeface="Calibri" pitchFamily="34" charset="0"/>
                <a:ea typeface="Calibri" pitchFamily="34" charset="-122"/>
                <a:cs typeface="Calibri" pitchFamily="34" charset="-120"/>
              </a:rPr>
              <a:t>Governance artifacts feeding MDM hub configuration</a:t>
            </a:r>
            <a:endParaRPr lang="en-US" sz="1200"/>
          </a:p>
          <a:p>
            <a:pPr marL="342900" indent="-342900">
              <a:spcAft>
                <a:spcPts val="600"/>
              </a:spcAft>
              <a:buSzPct val="100000"/>
              <a:buChar char="■"/>
            </a:pPr>
            <a:r>
              <a:rPr lang="en-US" sz="1200">
                <a:solidFill>
                  <a:srgbClr val="1E293B"/>
                </a:solidFill>
                <a:latin typeface="Calibri" pitchFamily="34" charset="0"/>
                <a:ea typeface="Calibri" pitchFamily="34" charset="-122"/>
                <a:cs typeface="Calibri" pitchFamily="34" charset="-120"/>
              </a:rPr>
              <a:t>Searchable mapping catalog as governed reuse asset</a:t>
            </a:r>
            <a:endParaRPr lang="en-US"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7">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EA Needs and Current Gaps in the MDM Project</a:t>
            </a:r>
            <a:endParaRPr lang="en-US" sz="26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Where the MDM initiative is structurally exposed today</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7 / 12</a:t>
            </a:r>
            <a:endParaRPr lang="en-US" sz="900"/>
          </a:p>
        </p:txBody>
      </p:sp>
      <p:sp>
        <p:nvSpPr>
          <p:cNvPr id="10" name="Shape 8"/>
          <p:cNvSpPr/>
          <p:nvPr/>
        </p:nvSpPr>
        <p:spPr>
          <a:xfrm>
            <a:off x="388620" y="1417320"/>
            <a:ext cx="2697480" cy="1417320"/>
          </a:xfrm>
          <a:prstGeom prst="rect">
            <a:avLst/>
          </a:prstGeom>
          <a:solidFill>
            <a:srgbClr val="FFFFFF"/>
          </a:solidFill>
          <a:ln w="9525">
            <a:solidFill>
              <a:srgbClr val="D8D3C7"/>
            </a:solidFill>
            <a:prstDash val="solid"/>
          </a:ln>
        </p:spPr>
        <p:txBody>
          <a:bodyPr/>
          <a:lstStyle/>
          <a:p>
            <a:endParaRPr lang="en-US"/>
          </a:p>
        </p:txBody>
      </p:sp>
      <p:sp>
        <p:nvSpPr>
          <p:cNvPr id="11" name="Shape 9"/>
          <p:cNvSpPr/>
          <p:nvPr/>
        </p:nvSpPr>
        <p:spPr>
          <a:xfrm>
            <a:off x="388620" y="1417320"/>
            <a:ext cx="73152" cy="1417320"/>
          </a:xfrm>
          <a:prstGeom prst="rect">
            <a:avLst/>
          </a:prstGeom>
          <a:solidFill>
            <a:srgbClr val="F2A65A"/>
          </a:solidFill>
          <a:ln w="12700">
            <a:solidFill>
              <a:srgbClr val="F2A65A"/>
            </a:solidFill>
            <a:prstDash val="solid"/>
          </a:ln>
        </p:spPr>
        <p:txBody>
          <a:bodyPr/>
          <a:lstStyle/>
          <a:p>
            <a:endParaRPr lang="en-US"/>
          </a:p>
        </p:txBody>
      </p:sp>
      <p:sp>
        <p:nvSpPr>
          <p:cNvPr id="12" name="Text 10"/>
          <p:cNvSpPr/>
          <p:nvPr/>
        </p:nvSpPr>
        <p:spPr>
          <a:xfrm>
            <a:off x="571500" y="1508760"/>
            <a:ext cx="2423160" cy="274320"/>
          </a:xfrm>
          <a:prstGeom prst="rect">
            <a:avLst/>
          </a:prstGeom>
          <a:noFill/>
          <a:ln/>
        </p:spPr>
        <p:txBody>
          <a:bodyPr wrap="square" lIns="0" tIns="0" rIns="0" bIns="0" rtlCol="0" anchor="ctr"/>
          <a:lstStyle/>
          <a:p>
            <a:pPr marL="0" indent="0">
              <a:buNone/>
            </a:pPr>
            <a:r>
              <a:rPr lang="en-US" sz="900" b="1" kern="0" spc="200">
                <a:solidFill>
                  <a:srgbClr val="F2A65A"/>
                </a:solidFill>
              </a:rPr>
              <a:t>GAP 01</a:t>
            </a:r>
            <a:endParaRPr lang="en-US" sz="900"/>
          </a:p>
        </p:txBody>
      </p:sp>
      <p:sp>
        <p:nvSpPr>
          <p:cNvPr id="13" name="Text 11"/>
          <p:cNvSpPr/>
          <p:nvPr/>
        </p:nvSpPr>
        <p:spPr>
          <a:xfrm>
            <a:off x="571500" y="1783080"/>
            <a:ext cx="2423160" cy="365760"/>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Canonical authority</a:t>
            </a:r>
            <a:endParaRPr lang="en-US" sz="1300"/>
          </a:p>
        </p:txBody>
      </p:sp>
      <p:sp>
        <p:nvSpPr>
          <p:cNvPr id="14" name="Text 12"/>
          <p:cNvSpPr/>
          <p:nvPr/>
        </p:nvSpPr>
        <p:spPr>
          <a:xfrm>
            <a:off x="571500" y="2148840"/>
            <a:ext cx="2423160" cy="640080"/>
          </a:xfrm>
          <a:prstGeom prst="rect">
            <a:avLst/>
          </a:prstGeom>
          <a:noFill/>
          <a:ln/>
        </p:spPr>
        <p:txBody>
          <a:bodyPr wrap="square" lIns="0" tIns="0" rIns="0" bIns="0" rtlCol="0" anchor="ctr"/>
          <a:lstStyle/>
          <a:p>
            <a:pPr marL="0" indent="0">
              <a:buNone/>
            </a:pPr>
            <a:r>
              <a:rPr lang="en-US" sz="1100">
                <a:solidFill>
                  <a:srgbClr val="1E293B"/>
                </a:solidFill>
              </a:rPr>
              <a:t>No reusable, governed canonical model spanning customer, vendor, product domains</a:t>
            </a:r>
            <a:endParaRPr lang="en-US" sz="1100"/>
          </a:p>
        </p:txBody>
      </p:sp>
      <p:sp>
        <p:nvSpPr>
          <p:cNvPr id="15" name="Shape 13"/>
          <p:cNvSpPr/>
          <p:nvPr/>
        </p:nvSpPr>
        <p:spPr>
          <a:xfrm>
            <a:off x="3223260" y="1417320"/>
            <a:ext cx="2697480" cy="1417320"/>
          </a:xfrm>
          <a:prstGeom prst="rect">
            <a:avLst/>
          </a:prstGeom>
          <a:solidFill>
            <a:srgbClr val="FFFFFF"/>
          </a:solidFill>
          <a:ln w="9525">
            <a:solidFill>
              <a:srgbClr val="D8D3C7"/>
            </a:solidFill>
            <a:prstDash val="solid"/>
          </a:ln>
        </p:spPr>
        <p:txBody>
          <a:bodyPr/>
          <a:lstStyle/>
          <a:p>
            <a:endParaRPr lang="en-US"/>
          </a:p>
        </p:txBody>
      </p:sp>
      <p:sp>
        <p:nvSpPr>
          <p:cNvPr id="16" name="Shape 14"/>
          <p:cNvSpPr/>
          <p:nvPr/>
        </p:nvSpPr>
        <p:spPr>
          <a:xfrm>
            <a:off x="3223260" y="1417320"/>
            <a:ext cx="73152" cy="1417320"/>
          </a:xfrm>
          <a:prstGeom prst="rect">
            <a:avLst/>
          </a:prstGeom>
          <a:solidFill>
            <a:srgbClr val="F2A65A"/>
          </a:solidFill>
          <a:ln w="12700">
            <a:solidFill>
              <a:srgbClr val="F2A65A"/>
            </a:solidFill>
            <a:prstDash val="solid"/>
          </a:ln>
        </p:spPr>
        <p:txBody>
          <a:bodyPr/>
          <a:lstStyle/>
          <a:p>
            <a:endParaRPr lang="en-US"/>
          </a:p>
        </p:txBody>
      </p:sp>
      <p:sp>
        <p:nvSpPr>
          <p:cNvPr id="17" name="Text 15"/>
          <p:cNvSpPr/>
          <p:nvPr/>
        </p:nvSpPr>
        <p:spPr>
          <a:xfrm>
            <a:off x="3406140" y="1508760"/>
            <a:ext cx="2423160" cy="274320"/>
          </a:xfrm>
          <a:prstGeom prst="rect">
            <a:avLst/>
          </a:prstGeom>
          <a:noFill/>
          <a:ln/>
        </p:spPr>
        <p:txBody>
          <a:bodyPr wrap="square" lIns="0" tIns="0" rIns="0" bIns="0" rtlCol="0" anchor="ctr"/>
          <a:lstStyle/>
          <a:p>
            <a:pPr marL="0" indent="0">
              <a:buNone/>
            </a:pPr>
            <a:r>
              <a:rPr lang="en-US" sz="900" b="1" kern="0" spc="200">
                <a:solidFill>
                  <a:srgbClr val="F2A65A"/>
                </a:solidFill>
              </a:rPr>
              <a:t>GAP 02</a:t>
            </a:r>
            <a:endParaRPr lang="en-US" sz="900"/>
          </a:p>
        </p:txBody>
      </p:sp>
      <p:sp>
        <p:nvSpPr>
          <p:cNvPr id="18" name="Text 16"/>
          <p:cNvSpPr/>
          <p:nvPr/>
        </p:nvSpPr>
        <p:spPr>
          <a:xfrm>
            <a:off x="3406140" y="1783080"/>
            <a:ext cx="2423160" cy="365760"/>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Source semantic clarity</a:t>
            </a:r>
            <a:endParaRPr lang="en-US" sz="1300"/>
          </a:p>
        </p:txBody>
      </p:sp>
      <p:sp>
        <p:nvSpPr>
          <p:cNvPr id="19" name="Text 17"/>
          <p:cNvSpPr/>
          <p:nvPr/>
        </p:nvSpPr>
        <p:spPr>
          <a:xfrm>
            <a:off x="3406140" y="2148840"/>
            <a:ext cx="2423160" cy="640080"/>
          </a:xfrm>
          <a:prstGeom prst="rect">
            <a:avLst/>
          </a:prstGeom>
          <a:noFill/>
          <a:ln/>
        </p:spPr>
        <p:txBody>
          <a:bodyPr wrap="square" lIns="0" tIns="0" rIns="0" bIns="0" rtlCol="0" anchor="ctr"/>
          <a:lstStyle/>
          <a:p>
            <a:pPr marL="0" indent="0">
              <a:buNone/>
            </a:pPr>
            <a:r>
              <a:rPr lang="en-US" sz="1100">
                <a:solidFill>
                  <a:srgbClr val="1E293B"/>
                </a:solidFill>
              </a:rPr>
              <a:t>Cryptic field names, inconsistent metadata, no shared interpretation across systems</a:t>
            </a:r>
            <a:endParaRPr lang="en-US" sz="1100"/>
          </a:p>
        </p:txBody>
      </p:sp>
      <p:sp>
        <p:nvSpPr>
          <p:cNvPr id="20" name="Shape 18"/>
          <p:cNvSpPr/>
          <p:nvPr/>
        </p:nvSpPr>
        <p:spPr>
          <a:xfrm>
            <a:off x="6057900" y="1417320"/>
            <a:ext cx="2697480" cy="1417320"/>
          </a:xfrm>
          <a:prstGeom prst="rect">
            <a:avLst/>
          </a:prstGeom>
          <a:solidFill>
            <a:srgbClr val="FFFFFF"/>
          </a:solidFill>
          <a:ln w="9525">
            <a:solidFill>
              <a:srgbClr val="D8D3C7"/>
            </a:solidFill>
            <a:prstDash val="solid"/>
          </a:ln>
        </p:spPr>
        <p:txBody>
          <a:bodyPr/>
          <a:lstStyle/>
          <a:p>
            <a:endParaRPr lang="en-US"/>
          </a:p>
        </p:txBody>
      </p:sp>
      <p:sp>
        <p:nvSpPr>
          <p:cNvPr id="21" name="Shape 19"/>
          <p:cNvSpPr/>
          <p:nvPr/>
        </p:nvSpPr>
        <p:spPr>
          <a:xfrm>
            <a:off x="6057900" y="1417320"/>
            <a:ext cx="73152" cy="1417320"/>
          </a:xfrm>
          <a:prstGeom prst="rect">
            <a:avLst/>
          </a:prstGeom>
          <a:solidFill>
            <a:srgbClr val="F2A65A"/>
          </a:solidFill>
          <a:ln w="12700">
            <a:solidFill>
              <a:srgbClr val="F2A65A"/>
            </a:solidFill>
            <a:prstDash val="solid"/>
          </a:ln>
        </p:spPr>
        <p:txBody>
          <a:bodyPr/>
          <a:lstStyle/>
          <a:p>
            <a:endParaRPr lang="en-US"/>
          </a:p>
        </p:txBody>
      </p:sp>
      <p:sp>
        <p:nvSpPr>
          <p:cNvPr id="22" name="Text 20"/>
          <p:cNvSpPr/>
          <p:nvPr/>
        </p:nvSpPr>
        <p:spPr>
          <a:xfrm>
            <a:off x="6240780" y="1508760"/>
            <a:ext cx="2423160" cy="274320"/>
          </a:xfrm>
          <a:prstGeom prst="rect">
            <a:avLst/>
          </a:prstGeom>
          <a:noFill/>
          <a:ln/>
        </p:spPr>
        <p:txBody>
          <a:bodyPr wrap="square" lIns="0" tIns="0" rIns="0" bIns="0" rtlCol="0" anchor="ctr"/>
          <a:lstStyle/>
          <a:p>
            <a:pPr marL="0" indent="0">
              <a:buNone/>
            </a:pPr>
            <a:r>
              <a:rPr lang="en-US" sz="900" b="1" kern="0" spc="200">
                <a:solidFill>
                  <a:srgbClr val="F2A65A"/>
                </a:solidFill>
              </a:rPr>
              <a:t>GAP 03</a:t>
            </a:r>
            <a:endParaRPr lang="en-US" sz="900"/>
          </a:p>
        </p:txBody>
      </p:sp>
      <p:sp>
        <p:nvSpPr>
          <p:cNvPr id="23" name="Text 21"/>
          <p:cNvSpPr/>
          <p:nvPr/>
        </p:nvSpPr>
        <p:spPr>
          <a:xfrm>
            <a:off x="6240780" y="1783080"/>
            <a:ext cx="2423160" cy="365760"/>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Mapping traceability</a:t>
            </a:r>
            <a:endParaRPr lang="en-US" sz="1300"/>
          </a:p>
        </p:txBody>
      </p:sp>
      <p:sp>
        <p:nvSpPr>
          <p:cNvPr id="24" name="Text 22"/>
          <p:cNvSpPr/>
          <p:nvPr/>
        </p:nvSpPr>
        <p:spPr>
          <a:xfrm>
            <a:off x="6240780" y="2148840"/>
            <a:ext cx="2423160" cy="640080"/>
          </a:xfrm>
          <a:prstGeom prst="rect">
            <a:avLst/>
          </a:prstGeom>
          <a:noFill/>
          <a:ln/>
        </p:spPr>
        <p:txBody>
          <a:bodyPr wrap="square" lIns="0" tIns="0" rIns="0" bIns="0" rtlCol="0" anchor="ctr"/>
          <a:lstStyle/>
          <a:p>
            <a:pPr marL="0" indent="0">
              <a:buNone/>
            </a:pPr>
            <a:r>
              <a:rPr lang="en-US" sz="1100">
                <a:solidFill>
                  <a:srgbClr val="1E293B"/>
                </a:solidFill>
              </a:rPr>
              <a:t>Decisions live in spreadsheets and chats — no audit trail, no diffs, no versioning</a:t>
            </a:r>
            <a:endParaRPr lang="en-US" sz="1100"/>
          </a:p>
        </p:txBody>
      </p:sp>
      <p:sp>
        <p:nvSpPr>
          <p:cNvPr id="25" name="Shape 23"/>
          <p:cNvSpPr/>
          <p:nvPr/>
        </p:nvSpPr>
        <p:spPr>
          <a:xfrm>
            <a:off x="388620" y="2971800"/>
            <a:ext cx="2697480" cy="1417320"/>
          </a:xfrm>
          <a:prstGeom prst="rect">
            <a:avLst/>
          </a:prstGeom>
          <a:solidFill>
            <a:srgbClr val="FFFFFF"/>
          </a:solidFill>
          <a:ln w="9525">
            <a:solidFill>
              <a:srgbClr val="D8D3C7"/>
            </a:solidFill>
            <a:prstDash val="solid"/>
          </a:ln>
        </p:spPr>
        <p:txBody>
          <a:bodyPr/>
          <a:lstStyle/>
          <a:p>
            <a:endParaRPr lang="en-US"/>
          </a:p>
        </p:txBody>
      </p:sp>
      <p:sp>
        <p:nvSpPr>
          <p:cNvPr id="26" name="Shape 24"/>
          <p:cNvSpPr/>
          <p:nvPr/>
        </p:nvSpPr>
        <p:spPr>
          <a:xfrm>
            <a:off x="388620" y="2971800"/>
            <a:ext cx="73152" cy="1417320"/>
          </a:xfrm>
          <a:prstGeom prst="rect">
            <a:avLst/>
          </a:prstGeom>
          <a:solidFill>
            <a:srgbClr val="F2A65A"/>
          </a:solidFill>
          <a:ln w="12700">
            <a:solidFill>
              <a:srgbClr val="F2A65A"/>
            </a:solidFill>
            <a:prstDash val="solid"/>
          </a:ln>
        </p:spPr>
        <p:txBody>
          <a:bodyPr/>
          <a:lstStyle/>
          <a:p>
            <a:endParaRPr lang="en-US"/>
          </a:p>
        </p:txBody>
      </p:sp>
      <p:sp>
        <p:nvSpPr>
          <p:cNvPr id="27" name="Text 25"/>
          <p:cNvSpPr/>
          <p:nvPr/>
        </p:nvSpPr>
        <p:spPr>
          <a:xfrm>
            <a:off x="571500" y="3063240"/>
            <a:ext cx="2423160" cy="274320"/>
          </a:xfrm>
          <a:prstGeom prst="rect">
            <a:avLst/>
          </a:prstGeom>
          <a:noFill/>
          <a:ln/>
        </p:spPr>
        <p:txBody>
          <a:bodyPr wrap="square" lIns="0" tIns="0" rIns="0" bIns="0" rtlCol="0" anchor="ctr"/>
          <a:lstStyle/>
          <a:p>
            <a:pPr marL="0" indent="0">
              <a:buNone/>
            </a:pPr>
            <a:r>
              <a:rPr lang="en-US" sz="900" b="1" kern="0" spc="200">
                <a:solidFill>
                  <a:srgbClr val="F2A65A"/>
                </a:solidFill>
              </a:rPr>
              <a:t>GAP 04</a:t>
            </a:r>
            <a:endParaRPr lang="en-US" sz="900"/>
          </a:p>
        </p:txBody>
      </p:sp>
      <p:sp>
        <p:nvSpPr>
          <p:cNvPr id="28" name="Text 26"/>
          <p:cNvSpPr/>
          <p:nvPr/>
        </p:nvSpPr>
        <p:spPr>
          <a:xfrm>
            <a:off x="571500" y="3337560"/>
            <a:ext cx="2423160" cy="365760"/>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Reuse across domains</a:t>
            </a:r>
            <a:endParaRPr lang="en-US" sz="1300"/>
          </a:p>
        </p:txBody>
      </p:sp>
      <p:sp>
        <p:nvSpPr>
          <p:cNvPr id="29" name="Text 27"/>
          <p:cNvSpPr/>
          <p:nvPr/>
        </p:nvSpPr>
        <p:spPr>
          <a:xfrm>
            <a:off x="571500" y="3703320"/>
            <a:ext cx="2423160" cy="640080"/>
          </a:xfrm>
          <a:prstGeom prst="rect">
            <a:avLst/>
          </a:prstGeom>
          <a:noFill/>
          <a:ln/>
        </p:spPr>
        <p:txBody>
          <a:bodyPr wrap="square" lIns="0" tIns="0" rIns="0" bIns="0" rtlCol="0" anchor="ctr"/>
          <a:lstStyle/>
          <a:p>
            <a:pPr marL="0" indent="0">
              <a:buNone/>
            </a:pPr>
            <a:r>
              <a:rPr lang="en-US" sz="1100">
                <a:solidFill>
                  <a:srgbClr val="1E293B"/>
                </a:solidFill>
              </a:rPr>
              <a:t>Same concepts (e.g. customer.id) re-mapped per domain, project, and source</a:t>
            </a:r>
            <a:endParaRPr lang="en-US" sz="1100"/>
          </a:p>
        </p:txBody>
      </p:sp>
      <p:sp>
        <p:nvSpPr>
          <p:cNvPr id="30" name="Shape 28"/>
          <p:cNvSpPr/>
          <p:nvPr/>
        </p:nvSpPr>
        <p:spPr>
          <a:xfrm>
            <a:off x="3223260" y="2971800"/>
            <a:ext cx="2697480" cy="1417320"/>
          </a:xfrm>
          <a:prstGeom prst="rect">
            <a:avLst/>
          </a:prstGeom>
          <a:solidFill>
            <a:srgbClr val="FFFFFF"/>
          </a:solidFill>
          <a:ln w="9525">
            <a:solidFill>
              <a:srgbClr val="D8D3C7"/>
            </a:solidFill>
            <a:prstDash val="solid"/>
          </a:ln>
        </p:spPr>
        <p:txBody>
          <a:bodyPr/>
          <a:lstStyle/>
          <a:p>
            <a:endParaRPr lang="en-US"/>
          </a:p>
        </p:txBody>
      </p:sp>
      <p:sp>
        <p:nvSpPr>
          <p:cNvPr id="31" name="Shape 29"/>
          <p:cNvSpPr/>
          <p:nvPr/>
        </p:nvSpPr>
        <p:spPr>
          <a:xfrm>
            <a:off x="3223260" y="2971800"/>
            <a:ext cx="73152" cy="1417320"/>
          </a:xfrm>
          <a:prstGeom prst="rect">
            <a:avLst/>
          </a:prstGeom>
          <a:solidFill>
            <a:srgbClr val="F2A65A"/>
          </a:solidFill>
          <a:ln w="12700">
            <a:solidFill>
              <a:srgbClr val="F2A65A"/>
            </a:solidFill>
            <a:prstDash val="solid"/>
          </a:ln>
        </p:spPr>
        <p:txBody>
          <a:bodyPr/>
          <a:lstStyle/>
          <a:p>
            <a:endParaRPr lang="en-US"/>
          </a:p>
        </p:txBody>
      </p:sp>
      <p:sp>
        <p:nvSpPr>
          <p:cNvPr id="32" name="Text 30"/>
          <p:cNvSpPr/>
          <p:nvPr/>
        </p:nvSpPr>
        <p:spPr>
          <a:xfrm>
            <a:off x="3406140" y="3063240"/>
            <a:ext cx="2423160" cy="274320"/>
          </a:xfrm>
          <a:prstGeom prst="rect">
            <a:avLst/>
          </a:prstGeom>
          <a:noFill/>
          <a:ln/>
        </p:spPr>
        <p:txBody>
          <a:bodyPr wrap="square" lIns="0" tIns="0" rIns="0" bIns="0" rtlCol="0" anchor="ctr"/>
          <a:lstStyle/>
          <a:p>
            <a:pPr marL="0" indent="0">
              <a:buNone/>
            </a:pPr>
            <a:r>
              <a:rPr lang="en-US" sz="900" b="1" kern="0" spc="200">
                <a:solidFill>
                  <a:srgbClr val="F2A65A"/>
                </a:solidFill>
              </a:rPr>
              <a:t>GAP 05</a:t>
            </a:r>
            <a:endParaRPr lang="en-US" sz="900"/>
          </a:p>
        </p:txBody>
      </p:sp>
      <p:sp>
        <p:nvSpPr>
          <p:cNvPr id="33" name="Text 31"/>
          <p:cNvSpPr/>
          <p:nvPr/>
        </p:nvSpPr>
        <p:spPr>
          <a:xfrm>
            <a:off x="3406140" y="3337560"/>
            <a:ext cx="2423160" cy="365760"/>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Stewardship inputs</a:t>
            </a:r>
            <a:endParaRPr lang="en-US" sz="1300"/>
          </a:p>
        </p:txBody>
      </p:sp>
      <p:sp>
        <p:nvSpPr>
          <p:cNvPr id="34" name="Text 32"/>
          <p:cNvSpPr/>
          <p:nvPr/>
        </p:nvSpPr>
        <p:spPr>
          <a:xfrm>
            <a:off x="3406140" y="3703320"/>
            <a:ext cx="2423160" cy="640080"/>
          </a:xfrm>
          <a:prstGeom prst="rect">
            <a:avLst/>
          </a:prstGeom>
          <a:noFill/>
          <a:ln/>
        </p:spPr>
        <p:txBody>
          <a:bodyPr wrap="square" lIns="0" tIns="0" rIns="0" bIns="0" rtlCol="0" anchor="ctr"/>
          <a:lstStyle/>
          <a:p>
            <a:pPr marL="0" indent="0">
              <a:buNone/>
            </a:pPr>
            <a:r>
              <a:rPr lang="en-US" sz="1100">
                <a:solidFill>
                  <a:srgbClr val="1E293B"/>
                </a:solidFill>
              </a:rPr>
              <a:t>Survivorship &amp; DQ rules need explicit semantic anchoring, not column heuristics</a:t>
            </a:r>
            <a:endParaRPr lang="en-US" sz="1100"/>
          </a:p>
        </p:txBody>
      </p:sp>
      <p:sp>
        <p:nvSpPr>
          <p:cNvPr id="35" name="Shape 33"/>
          <p:cNvSpPr/>
          <p:nvPr/>
        </p:nvSpPr>
        <p:spPr>
          <a:xfrm>
            <a:off x="6057900" y="2971800"/>
            <a:ext cx="2697480" cy="1417320"/>
          </a:xfrm>
          <a:prstGeom prst="rect">
            <a:avLst/>
          </a:prstGeom>
          <a:solidFill>
            <a:srgbClr val="FFFFFF"/>
          </a:solidFill>
          <a:ln w="9525">
            <a:solidFill>
              <a:srgbClr val="D8D3C7"/>
            </a:solidFill>
            <a:prstDash val="solid"/>
          </a:ln>
        </p:spPr>
        <p:txBody>
          <a:bodyPr/>
          <a:lstStyle/>
          <a:p>
            <a:endParaRPr lang="en-US"/>
          </a:p>
        </p:txBody>
      </p:sp>
      <p:sp>
        <p:nvSpPr>
          <p:cNvPr id="36" name="Shape 34"/>
          <p:cNvSpPr/>
          <p:nvPr/>
        </p:nvSpPr>
        <p:spPr>
          <a:xfrm>
            <a:off x="6057900" y="2971800"/>
            <a:ext cx="73152" cy="1417320"/>
          </a:xfrm>
          <a:prstGeom prst="rect">
            <a:avLst/>
          </a:prstGeom>
          <a:solidFill>
            <a:srgbClr val="F2A65A"/>
          </a:solidFill>
          <a:ln w="12700">
            <a:solidFill>
              <a:srgbClr val="F2A65A"/>
            </a:solidFill>
            <a:prstDash val="solid"/>
          </a:ln>
        </p:spPr>
        <p:txBody>
          <a:bodyPr/>
          <a:lstStyle/>
          <a:p>
            <a:endParaRPr lang="en-US"/>
          </a:p>
        </p:txBody>
      </p:sp>
      <p:sp>
        <p:nvSpPr>
          <p:cNvPr id="37" name="Text 35"/>
          <p:cNvSpPr/>
          <p:nvPr/>
        </p:nvSpPr>
        <p:spPr>
          <a:xfrm>
            <a:off x="6240780" y="3063240"/>
            <a:ext cx="2423160" cy="274320"/>
          </a:xfrm>
          <a:prstGeom prst="rect">
            <a:avLst/>
          </a:prstGeom>
          <a:noFill/>
          <a:ln/>
        </p:spPr>
        <p:txBody>
          <a:bodyPr wrap="square" lIns="0" tIns="0" rIns="0" bIns="0" rtlCol="0" anchor="ctr"/>
          <a:lstStyle/>
          <a:p>
            <a:pPr marL="0" indent="0">
              <a:buNone/>
            </a:pPr>
            <a:r>
              <a:rPr lang="en-US" sz="900" b="1" kern="0" spc="200">
                <a:solidFill>
                  <a:srgbClr val="F2A65A"/>
                </a:solidFill>
              </a:rPr>
              <a:t>GAP 06</a:t>
            </a:r>
            <a:endParaRPr lang="en-US" sz="900"/>
          </a:p>
        </p:txBody>
      </p:sp>
      <p:sp>
        <p:nvSpPr>
          <p:cNvPr id="38" name="Text 36"/>
          <p:cNvSpPr/>
          <p:nvPr/>
        </p:nvSpPr>
        <p:spPr>
          <a:xfrm>
            <a:off x="6240780" y="3337560"/>
            <a:ext cx="2423160" cy="365760"/>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EA visibility</a:t>
            </a:r>
            <a:endParaRPr lang="en-US" sz="1300"/>
          </a:p>
        </p:txBody>
      </p:sp>
      <p:sp>
        <p:nvSpPr>
          <p:cNvPr id="39" name="Text 37"/>
          <p:cNvSpPr/>
          <p:nvPr/>
        </p:nvSpPr>
        <p:spPr>
          <a:xfrm>
            <a:off x="6240780" y="3703320"/>
            <a:ext cx="2423160" cy="640080"/>
          </a:xfrm>
          <a:prstGeom prst="rect">
            <a:avLst/>
          </a:prstGeom>
          <a:noFill/>
          <a:ln/>
        </p:spPr>
        <p:txBody>
          <a:bodyPr wrap="square" lIns="0" tIns="0" rIns="0" bIns="0" rtlCol="0" anchor="ctr"/>
          <a:lstStyle/>
          <a:p>
            <a:pPr marL="0" indent="0">
              <a:buNone/>
            </a:pPr>
            <a:r>
              <a:rPr lang="en-US" sz="1100">
                <a:solidFill>
                  <a:srgbClr val="1E293B"/>
                </a:solidFill>
              </a:rPr>
              <a:t>No searchable view of which sources cover which concepts at what quality level</a:t>
            </a:r>
            <a:endParaRPr lang="en-US" sz="1100"/>
          </a:p>
        </p:txBody>
      </p:sp>
      <p:sp>
        <p:nvSpPr>
          <p:cNvPr id="40" name="Text 38"/>
          <p:cNvSpPr/>
          <p:nvPr/>
        </p:nvSpPr>
        <p:spPr>
          <a:xfrm>
            <a:off x="457200" y="4526280"/>
            <a:ext cx="8229600" cy="274320"/>
          </a:xfrm>
          <a:prstGeom prst="rect">
            <a:avLst/>
          </a:prstGeom>
          <a:noFill/>
          <a:ln/>
        </p:spPr>
        <p:txBody>
          <a:bodyPr wrap="square" lIns="0" tIns="0" rIns="0" bIns="0" rtlCol="0" anchor="ctr"/>
          <a:lstStyle/>
          <a:p>
            <a:pPr marL="0" indent="0" algn="ctr">
              <a:buNone/>
            </a:pPr>
            <a:r>
              <a:rPr lang="en-US" sz="1100" i="1">
                <a:solidFill>
                  <a:srgbClr val="0F2A47"/>
                </a:solidFill>
              </a:rPr>
              <a:t>Each gap is a Semantra capability slot — see next slide.</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0">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Concrete Value for the MDM Project</a:t>
            </a:r>
            <a:endParaRPr lang="en-US" sz="26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What Semantra changes about the MDM delivery economics</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8 / 12</a:t>
            </a:r>
            <a:endParaRPr lang="en-US" sz="900"/>
          </a:p>
        </p:txBody>
      </p:sp>
      <p:sp>
        <p:nvSpPr>
          <p:cNvPr id="10" name="Shape 8"/>
          <p:cNvSpPr/>
          <p:nvPr/>
        </p:nvSpPr>
        <p:spPr>
          <a:xfrm>
            <a:off x="342900" y="1463040"/>
            <a:ext cx="2011680" cy="2194560"/>
          </a:xfrm>
          <a:prstGeom prst="rect">
            <a:avLst/>
          </a:prstGeom>
          <a:solidFill>
            <a:srgbClr val="FFFFFF"/>
          </a:solidFill>
          <a:ln w="9525">
            <a:solidFill>
              <a:srgbClr val="D8D3C7"/>
            </a:solidFill>
            <a:prstDash val="solid"/>
          </a:ln>
        </p:spPr>
        <p:txBody>
          <a:bodyPr/>
          <a:lstStyle/>
          <a:p>
            <a:endParaRPr lang="en-US"/>
          </a:p>
        </p:txBody>
      </p:sp>
      <p:sp>
        <p:nvSpPr>
          <p:cNvPr id="11" name="Shape 9"/>
          <p:cNvSpPr/>
          <p:nvPr/>
        </p:nvSpPr>
        <p:spPr>
          <a:xfrm>
            <a:off x="342900" y="1463040"/>
            <a:ext cx="73152" cy="2194560"/>
          </a:xfrm>
          <a:prstGeom prst="rect">
            <a:avLst/>
          </a:prstGeom>
          <a:solidFill>
            <a:srgbClr val="00A896"/>
          </a:solidFill>
          <a:ln w="12700">
            <a:solidFill>
              <a:srgbClr val="00A896"/>
            </a:solidFill>
            <a:prstDash val="solid"/>
          </a:ln>
        </p:spPr>
        <p:txBody>
          <a:bodyPr/>
          <a:lstStyle/>
          <a:p>
            <a:endParaRPr lang="en-US"/>
          </a:p>
        </p:txBody>
      </p:sp>
      <p:sp>
        <p:nvSpPr>
          <p:cNvPr id="12" name="Text 10"/>
          <p:cNvSpPr/>
          <p:nvPr/>
        </p:nvSpPr>
        <p:spPr>
          <a:xfrm>
            <a:off x="480060" y="1691640"/>
            <a:ext cx="1737360" cy="777240"/>
          </a:xfrm>
          <a:prstGeom prst="rect">
            <a:avLst/>
          </a:prstGeom>
          <a:noFill/>
          <a:ln/>
        </p:spPr>
        <p:txBody>
          <a:bodyPr wrap="square" lIns="0" tIns="0" rIns="0" bIns="0" rtlCol="0" anchor="ctr"/>
          <a:lstStyle/>
          <a:p>
            <a:pPr marL="0" indent="0">
              <a:buNone/>
            </a:pPr>
            <a:r>
              <a:rPr lang="en-US" sz="2400" b="1">
                <a:solidFill>
                  <a:srgbClr val="00A896"/>
                </a:solidFill>
                <a:latin typeface="Cambria" pitchFamily="34" charset="0"/>
                <a:ea typeface="Cambria" pitchFamily="34" charset="-122"/>
                <a:cs typeface="Cambria" pitchFamily="34" charset="-120"/>
              </a:rPr>
              <a:t>↓ rework</a:t>
            </a:r>
            <a:endParaRPr lang="en-US" sz="2400"/>
          </a:p>
        </p:txBody>
      </p:sp>
      <p:sp>
        <p:nvSpPr>
          <p:cNvPr id="13" name="Shape 11"/>
          <p:cNvSpPr/>
          <p:nvPr/>
        </p:nvSpPr>
        <p:spPr>
          <a:xfrm>
            <a:off x="480060" y="2560320"/>
            <a:ext cx="548640" cy="0"/>
          </a:xfrm>
          <a:prstGeom prst="line">
            <a:avLst/>
          </a:prstGeom>
          <a:noFill/>
          <a:ln w="19050">
            <a:solidFill>
              <a:srgbClr val="00A896"/>
            </a:solidFill>
            <a:prstDash val="solid"/>
          </a:ln>
        </p:spPr>
        <p:txBody>
          <a:bodyPr/>
          <a:lstStyle/>
          <a:p>
            <a:endParaRPr lang="en-US"/>
          </a:p>
        </p:txBody>
      </p:sp>
      <p:sp>
        <p:nvSpPr>
          <p:cNvPr id="14" name="Text 12"/>
          <p:cNvSpPr/>
          <p:nvPr/>
        </p:nvSpPr>
        <p:spPr>
          <a:xfrm>
            <a:off x="480060" y="2697480"/>
            <a:ext cx="1737360" cy="914400"/>
          </a:xfrm>
          <a:prstGeom prst="rect">
            <a:avLst/>
          </a:prstGeom>
          <a:noFill/>
          <a:ln/>
        </p:spPr>
        <p:txBody>
          <a:bodyPr wrap="square" lIns="0" tIns="0" rIns="0" bIns="0" rtlCol="0" anchor="t"/>
          <a:lstStyle/>
          <a:p>
            <a:pPr marL="0" indent="0">
              <a:buNone/>
            </a:pPr>
            <a:r>
              <a:rPr lang="en-US" sz="1100">
                <a:solidFill>
                  <a:srgbClr val="1E293B"/>
                </a:solidFill>
              </a:rPr>
              <a:t>Mappings are reviewed once, reused across domains</a:t>
            </a:r>
            <a:endParaRPr lang="en-US" sz="1100"/>
          </a:p>
        </p:txBody>
      </p:sp>
      <p:sp>
        <p:nvSpPr>
          <p:cNvPr id="15" name="Shape 13"/>
          <p:cNvSpPr/>
          <p:nvPr/>
        </p:nvSpPr>
        <p:spPr>
          <a:xfrm>
            <a:off x="2491740" y="1463040"/>
            <a:ext cx="2011680" cy="2194560"/>
          </a:xfrm>
          <a:prstGeom prst="rect">
            <a:avLst/>
          </a:prstGeom>
          <a:solidFill>
            <a:srgbClr val="FFFFFF"/>
          </a:solidFill>
          <a:ln w="9525">
            <a:solidFill>
              <a:srgbClr val="D8D3C7"/>
            </a:solidFill>
            <a:prstDash val="solid"/>
          </a:ln>
        </p:spPr>
        <p:txBody>
          <a:bodyPr/>
          <a:lstStyle/>
          <a:p>
            <a:endParaRPr lang="en-US"/>
          </a:p>
        </p:txBody>
      </p:sp>
      <p:sp>
        <p:nvSpPr>
          <p:cNvPr id="16" name="Shape 14"/>
          <p:cNvSpPr/>
          <p:nvPr/>
        </p:nvSpPr>
        <p:spPr>
          <a:xfrm>
            <a:off x="2491740" y="1463040"/>
            <a:ext cx="73152" cy="2194560"/>
          </a:xfrm>
          <a:prstGeom prst="rect">
            <a:avLst/>
          </a:prstGeom>
          <a:solidFill>
            <a:srgbClr val="0F2A47"/>
          </a:solidFill>
          <a:ln w="12700">
            <a:solidFill>
              <a:srgbClr val="0F2A47"/>
            </a:solidFill>
            <a:prstDash val="solid"/>
          </a:ln>
        </p:spPr>
        <p:txBody>
          <a:bodyPr/>
          <a:lstStyle/>
          <a:p>
            <a:endParaRPr lang="en-US"/>
          </a:p>
        </p:txBody>
      </p:sp>
      <p:sp>
        <p:nvSpPr>
          <p:cNvPr id="17" name="Text 15"/>
          <p:cNvSpPr/>
          <p:nvPr/>
        </p:nvSpPr>
        <p:spPr>
          <a:xfrm>
            <a:off x="2646485" y="1709928"/>
            <a:ext cx="1874520" cy="777240"/>
          </a:xfrm>
          <a:prstGeom prst="rect">
            <a:avLst/>
          </a:prstGeom>
          <a:noFill/>
          <a:ln/>
        </p:spPr>
        <p:txBody>
          <a:bodyPr wrap="square" lIns="0" tIns="0" rIns="0" bIns="0" rtlCol="0" anchor="ctr"/>
          <a:lstStyle/>
          <a:p>
            <a:pPr marL="0" indent="0">
              <a:buNone/>
            </a:pPr>
            <a:r>
              <a:rPr lang="en-US" sz="2400" b="1">
                <a:solidFill>
                  <a:srgbClr val="0F2A47"/>
                </a:solidFill>
                <a:latin typeface="Cambria" pitchFamily="34" charset="0"/>
                <a:ea typeface="Cambria" pitchFamily="34" charset="-122"/>
                <a:cs typeface="Cambria" pitchFamily="34" charset="-120"/>
              </a:rPr>
              <a:t>↑traceability</a:t>
            </a:r>
            <a:endParaRPr lang="en-US" sz="2400"/>
          </a:p>
        </p:txBody>
      </p:sp>
      <p:sp>
        <p:nvSpPr>
          <p:cNvPr id="18" name="Shape 16"/>
          <p:cNvSpPr/>
          <p:nvPr/>
        </p:nvSpPr>
        <p:spPr>
          <a:xfrm>
            <a:off x="2628900" y="2560320"/>
            <a:ext cx="548640" cy="0"/>
          </a:xfrm>
          <a:prstGeom prst="line">
            <a:avLst/>
          </a:prstGeom>
          <a:noFill/>
          <a:ln w="19050">
            <a:solidFill>
              <a:srgbClr val="0F2A47"/>
            </a:solidFill>
            <a:prstDash val="solid"/>
          </a:ln>
        </p:spPr>
        <p:txBody>
          <a:bodyPr/>
          <a:lstStyle/>
          <a:p>
            <a:endParaRPr lang="en-US"/>
          </a:p>
        </p:txBody>
      </p:sp>
      <p:sp>
        <p:nvSpPr>
          <p:cNvPr id="19" name="Text 17"/>
          <p:cNvSpPr/>
          <p:nvPr/>
        </p:nvSpPr>
        <p:spPr>
          <a:xfrm>
            <a:off x="2628900" y="2697480"/>
            <a:ext cx="1737360" cy="914400"/>
          </a:xfrm>
          <a:prstGeom prst="rect">
            <a:avLst/>
          </a:prstGeom>
          <a:noFill/>
          <a:ln/>
        </p:spPr>
        <p:txBody>
          <a:bodyPr wrap="square" lIns="0" tIns="0" rIns="0" bIns="0" rtlCol="0" anchor="t"/>
          <a:lstStyle/>
          <a:p>
            <a:pPr marL="0" indent="0">
              <a:buNone/>
            </a:pPr>
            <a:r>
              <a:rPr lang="en-US" sz="1100">
                <a:solidFill>
                  <a:srgbClr val="1E293B"/>
                </a:solidFill>
              </a:rPr>
              <a:t>Every mapping carries explanations, audit, version</a:t>
            </a:r>
            <a:endParaRPr lang="en-US" sz="1100"/>
          </a:p>
        </p:txBody>
      </p:sp>
      <p:sp>
        <p:nvSpPr>
          <p:cNvPr id="20" name="Shape 18"/>
          <p:cNvSpPr/>
          <p:nvPr/>
        </p:nvSpPr>
        <p:spPr>
          <a:xfrm>
            <a:off x="4640580" y="1463040"/>
            <a:ext cx="2011680" cy="2194560"/>
          </a:xfrm>
          <a:prstGeom prst="rect">
            <a:avLst/>
          </a:prstGeom>
          <a:solidFill>
            <a:srgbClr val="FFFFFF"/>
          </a:solidFill>
          <a:ln w="9525">
            <a:solidFill>
              <a:srgbClr val="D8D3C7"/>
            </a:solidFill>
            <a:prstDash val="solid"/>
          </a:ln>
        </p:spPr>
        <p:txBody>
          <a:bodyPr/>
          <a:lstStyle/>
          <a:p>
            <a:endParaRPr lang="en-US"/>
          </a:p>
        </p:txBody>
      </p:sp>
      <p:sp>
        <p:nvSpPr>
          <p:cNvPr id="21" name="Shape 19"/>
          <p:cNvSpPr/>
          <p:nvPr/>
        </p:nvSpPr>
        <p:spPr>
          <a:xfrm>
            <a:off x="4640580" y="1463040"/>
            <a:ext cx="73152" cy="2194560"/>
          </a:xfrm>
          <a:prstGeom prst="rect">
            <a:avLst/>
          </a:prstGeom>
          <a:solidFill>
            <a:srgbClr val="028090"/>
          </a:solidFill>
          <a:ln w="12700">
            <a:solidFill>
              <a:srgbClr val="028090"/>
            </a:solidFill>
            <a:prstDash val="solid"/>
          </a:ln>
        </p:spPr>
        <p:txBody>
          <a:bodyPr/>
          <a:lstStyle/>
          <a:p>
            <a:endParaRPr lang="en-US"/>
          </a:p>
        </p:txBody>
      </p:sp>
      <p:sp>
        <p:nvSpPr>
          <p:cNvPr id="22" name="Text 20"/>
          <p:cNvSpPr/>
          <p:nvPr/>
        </p:nvSpPr>
        <p:spPr>
          <a:xfrm>
            <a:off x="4777740" y="1691640"/>
            <a:ext cx="1737360" cy="777240"/>
          </a:xfrm>
          <a:prstGeom prst="rect">
            <a:avLst/>
          </a:prstGeom>
          <a:noFill/>
          <a:ln/>
        </p:spPr>
        <p:txBody>
          <a:bodyPr wrap="square" lIns="0" tIns="0" rIns="0" bIns="0" rtlCol="0" anchor="ctr"/>
          <a:lstStyle/>
          <a:p>
            <a:pPr marL="0" indent="0">
              <a:buNone/>
            </a:pPr>
            <a:r>
              <a:rPr lang="en-US" sz="2400" b="1">
                <a:solidFill>
                  <a:srgbClr val="028090"/>
                </a:solidFill>
                <a:latin typeface="Cambria" pitchFamily="34" charset="0"/>
                <a:ea typeface="Cambria" pitchFamily="34" charset="-122"/>
                <a:cs typeface="Cambria" pitchFamily="34" charset="-120"/>
              </a:rPr>
              <a:t>↑ reuse</a:t>
            </a:r>
            <a:endParaRPr lang="en-US" sz="2400"/>
          </a:p>
        </p:txBody>
      </p:sp>
      <p:sp>
        <p:nvSpPr>
          <p:cNvPr id="23" name="Shape 21"/>
          <p:cNvSpPr/>
          <p:nvPr/>
        </p:nvSpPr>
        <p:spPr>
          <a:xfrm>
            <a:off x="4777740" y="2560320"/>
            <a:ext cx="548640" cy="0"/>
          </a:xfrm>
          <a:prstGeom prst="line">
            <a:avLst/>
          </a:prstGeom>
          <a:noFill/>
          <a:ln w="19050">
            <a:solidFill>
              <a:srgbClr val="028090"/>
            </a:solidFill>
            <a:prstDash val="solid"/>
          </a:ln>
        </p:spPr>
        <p:txBody>
          <a:bodyPr/>
          <a:lstStyle/>
          <a:p>
            <a:endParaRPr lang="en-US"/>
          </a:p>
        </p:txBody>
      </p:sp>
      <p:sp>
        <p:nvSpPr>
          <p:cNvPr id="24" name="Text 22"/>
          <p:cNvSpPr/>
          <p:nvPr/>
        </p:nvSpPr>
        <p:spPr>
          <a:xfrm>
            <a:off x="4777740" y="2697480"/>
            <a:ext cx="1737360" cy="914400"/>
          </a:xfrm>
          <a:prstGeom prst="rect">
            <a:avLst/>
          </a:prstGeom>
          <a:noFill/>
          <a:ln/>
        </p:spPr>
        <p:txBody>
          <a:bodyPr wrap="square" lIns="0" tIns="0" rIns="0" bIns="0" rtlCol="0" anchor="t"/>
          <a:lstStyle/>
          <a:p>
            <a:pPr marL="0" indent="0">
              <a:buNone/>
            </a:pPr>
            <a:r>
              <a:rPr lang="en-US" sz="1100">
                <a:solidFill>
                  <a:srgbClr val="1E293B"/>
                </a:solidFill>
              </a:rPr>
              <a:t>Customer/vendor/product mappings share canonical concepts</a:t>
            </a:r>
            <a:endParaRPr lang="en-US" sz="1100"/>
          </a:p>
        </p:txBody>
      </p:sp>
      <p:sp>
        <p:nvSpPr>
          <p:cNvPr id="25" name="Shape 23"/>
          <p:cNvSpPr/>
          <p:nvPr/>
        </p:nvSpPr>
        <p:spPr>
          <a:xfrm>
            <a:off x="6789420" y="1463040"/>
            <a:ext cx="2011680" cy="2194560"/>
          </a:xfrm>
          <a:prstGeom prst="rect">
            <a:avLst/>
          </a:prstGeom>
          <a:solidFill>
            <a:srgbClr val="FFFFFF"/>
          </a:solidFill>
          <a:ln w="9525">
            <a:solidFill>
              <a:srgbClr val="D8D3C7"/>
            </a:solidFill>
            <a:prstDash val="solid"/>
          </a:ln>
        </p:spPr>
        <p:txBody>
          <a:bodyPr/>
          <a:lstStyle/>
          <a:p>
            <a:endParaRPr lang="en-US"/>
          </a:p>
        </p:txBody>
      </p:sp>
      <p:sp>
        <p:nvSpPr>
          <p:cNvPr id="26" name="Shape 24"/>
          <p:cNvSpPr/>
          <p:nvPr/>
        </p:nvSpPr>
        <p:spPr>
          <a:xfrm>
            <a:off x="6789420" y="1463040"/>
            <a:ext cx="73152" cy="2194560"/>
          </a:xfrm>
          <a:prstGeom prst="rect">
            <a:avLst/>
          </a:prstGeom>
          <a:solidFill>
            <a:srgbClr val="F2A65A"/>
          </a:solidFill>
          <a:ln w="12700">
            <a:solidFill>
              <a:srgbClr val="F2A65A"/>
            </a:solidFill>
            <a:prstDash val="solid"/>
          </a:ln>
        </p:spPr>
        <p:txBody>
          <a:bodyPr/>
          <a:lstStyle/>
          <a:p>
            <a:endParaRPr lang="en-US"/>
          </a:p>
        </p:txBody>
      </p:sp>
      <p:sp>
        <p:nvSpPr>
          <p:cNvPr id="27" name="Text 25"/>
          <p:cNvSpPr/>
          <p:nvPr/>
        </p:nvSpPr>
        <p:spPr>
          <a:xfrm>
            <a:off x="6926580" y="1691640"/>
            <a:ext cx="1737360" cy="777240"/>
          </a:xfrm>
          <a:prstGeom prst="rect">
            <a:avLst/>
          </a:prstGeom>
          <a:noFill/>
          <a:ln/>
        </p:spPr>
        <p:txBody>
          <a:bodyPr wrap="square" lIns="0" tIns="0" rIns="0" bIns="0" rtlCol="0" anchor="ctr"/>
          <a:lstStyle/>
          <a:p>
            <a:pPr marL="0" indent="0">
              <a:buNone/>
            </a:pPr>
            <a:r>
              <a:rPr lang="en-US" sz="2400" b="1">
                <a:solidFill>
                  <a:srgbClr val="F2A65A"/>
                </a:solidFill>
                <a:latin typeface="Cambria" pitchFamily="34" charset="0"/>
                <a:ea typeface="Cambria" pitchFamily="34" charset="-122"/>
                <a:cs typeface="Cambria" pitchFamily="34" charset="-120"/>
              </a:rPr>
              <a:t>↓ ambiguity</a:t>
            </a:r>
            <a:endParaRPr lang="en-US" sz="2400"/>
          </a:p>
        </p:txBody>
      </p:sp>
      <p:sp>
        <p:nvSpPr>
          <p:cNvPr id="28" name="Shape 26"/>
          <p:cNvSpPr/>
          <p:nvPr/>
        </p:nvSpPr>
        <p:spPr>
          <a:xfrm>
            <a:off x="6926580" y="2560320"/>
            <a:ext cx="548640" cy="0"/>
          </a:xfrm>
          <a:prstGeom prst="line">
            <a:avLst/>
          </a:prstGeom>
          <a:noFill/>
          <a:ln w="19050">
            <a:solidFill>
              <a:srgbClr val="F2A65A"/>
            </a:solidFill>
            <a:prstDash val="solid"/>
          </a:ln>
        </p:spPr>
        <p:txBody>
          <a:bodyPr/>
          <a:lstStyle/>
          <a:p>
            <a:endParaRPr lang="en-US"/>
          </a:p>
        </p:txBody>
      </p:sp>
      <p:sp>
        <p:nvSpPr>
          <p:cNvPr id="29" name="Text 27"/>
          <p:cNvSpPr/>
          <p:nvPr/>
        </p:nvSpPr>
        <p:spPr>
          <a:xfrm>
            <a:off x="6926580" y="2697480"/>
            <a:ext cx="1737360" cy="914400"/>
          </a:xfrm>
          <a:prstGeom prst="rect">
            <a:avLst/>
          </a:prstGeom>
          <a:noFill/>
          <a:ln/>
        </p:spPr>
        <p:txBody>
          <a:bodyPr wrap="square" lIns="0" tIns="0" rIns="0" bIns="0" rtlCol="0" anchor="t"/>
          <a:lstStyle/>
          <a:p>
            <a:pPr marL="0" indent="0">
              <a:buNone/>
            </a:pPr>
            <a:r>
              <a:rPr lang="en-US" sz="1100">
                <a:solidFill>
                  <a:srgbClr val="1E293B"/>
                </a:solidFill>
              </a:rPr>
              <a:t>Bounded LLM returns no_match instead of forced answers</a:t>
            </a:r>
            <a:endParaRPr lang="en-US" sz="1100"/>
          </a:p>
        </p:txBody>
      </p:sp>
      <p:sp>
        <p:nvSpPr>
          <p:cNvPr id="30" name="Shape 28"/>
          <p:cNvSpPr/>
          <p:nvPr/>
        </p:nvSpPr>
        <p:spPr>
          <a:xfrm>
            <a:off x="297180" y="3931920"/>
            <a:ext cx="2788920" cy="594360"/>
          </a:xfrm>
          <a:prstGeom prst="rect">
            <a:avLst/>
          </a:prstGeom>
          <a:solidFill>
            <a:srgbClr val="0F2A47"/>
          </a:solidFill>
          <a:ln w="12700">
            <a:solidFill>
              <a:srgbClr val="0F2A47"/>
            </a:solidFill>
            <a:prstDash val="solid"/>
          </a:ln>
        </p:spPr>
        <p:txBody>
          <a:bodyPr/>
          <a:lstStyle/>
          <a:p>
            <a:endParaRPr lang="en-US"/>
          </a:p>
        </p:txBody>
      </p:sp>
      <p:sp>
        <p:nvSpPr>
          <p:cNvPr id="31" name="Text 29"/>
          <p:cNvSpPr/>
          <p:nvPr/>
        </p:nvSpPr>
        <p:spPr>
          <a:xfrm>
            <a:off x="434340" y="3931920"/>
            <a:ext cx="1005840" cy="594360"/>
          </a:xfrm>
          <a:prstGeom prst="rect">
            <a:avLst/>
          </a:prstGeom>
          <a:noFill/>
          <a:ln/>
        </p:spPr>
        <p:txBody>
          <a:bodyPr wrap="square" lIns="0" tIns="0" rIns="0" bIns="0" rtlCol="0" anchor="ctr"/>
          <a:lstStyle/>
          <a:p>
            <a:pPr marL="0" indent="0">
              <a:buNone/>
            </a:pPr>
            <a:r>
              <a:rPr lang="en-US" sz="1100" b="1">
                <a:solidFill>
                  <a:srgbClr val="00A896"/>
                </a:solidFill>
              </a:rPr>
              <a:t>MDM team</a:t>
            </a:r>
            <a:endParaRPr lang="en-US" sz="1100"/>
          </a:p>
        </p:txBody>
      </p:sp>
      <p:sp>
        <p:nvSpPr>
          <p:cNvPr id="32" name="Shape 30"/>
          <p:cNvSpPr/>
          <p:nvPr/>
        </p:nvSpPr>
        <p:spPr>
          <a:xfrm>
            <a:off x="1440180" y="4023360"/>
            <a:ext cx="0" cy="411480"/>
          </a:xfrm>
          <a:prstGeom prst="line">
            <a:avLst/>
          </a:prstGeom>
          <a:noFill/>
          <a:ln w="10160">
            <a:solidFill>
              <a:srgbClr val="00A896"/>
            </a:solidFill>
            <a:prstDash val="solid"/>
          </a:ln>
        </p:spPr>
        <p:txBody>
          <a:bodyPr/>
          <a:lstStyle/>
          <a:p>
            <a:endParaRPr lang="en-US"/>
          </a:p>
        </p:txBody>
      </p:sp>
      <p:sp>
        <p:nvSpPr>
          <p:cNvPr id="33" name="Text 31"/>
          <p:cNvSpPr/>
          <p:nvPr/>
        </p:nvSpPr>
        <p:spPr>
          <a:xfrm>
            <a:off x="1531620" y="3931920"/>
            <a:ext cx="1463040" cy="594360"/>
          </a:xfrm>
          <a:prstGeom prst="rect">
            <a:avLst/>
          </a:prstGeom>
          <a:noFill/>
          <a:ln/>
        </p:spPr>
        <p:txBody>
          <a:bodyPr wrap="square" lIns="0" tIns="0" rIns="0" bIns="0" rtlCol="0" anchor="ctr"/>
          <a:lstStyle/>
          <a:p>
            <a:pPr marL="0" indent="0">
              <a:buNone/>
            </a:pPr>
            <a:r>
              <a:rPr lang="en-US" sz="1000">
                <a:solidFill>
                  <a:srgbClr val="FFFFFF"/>
                </a:solidFill>
              </a:rPr>
              <a:t>Faster source onboarding &amp; cleaner match keys</a:t>
            </a:r>
            <a:endParaRPr lang="en-US" sz="1000"/>
          </a:p>
        </p:txBody>
      </p:sp>
      <p:sp>
        <p:nvSpPr>
          <p:cNvPr id="34" name="Shape 32"/>
          <p:cNvSpPr/>
          <p:nvPr/>
        </p:nvSpPr>
        <p:spPr>
          <a:xfrm>
            <a:off x="3177540" y="3931920"/>
            <a:ext cx="2788920" cy="594360"/>
          </a:xfrm>
          <a:prstGeom prst="rect">
            <a:avLst/>
          </a:prstGeom>
          <a:solidFill>
            <a:srgbClr val="0F2A47"/>
          </a:solidFill>
          <a:ln w="12700">
            <a:solidFill>
              <a:srgbClr val="0F2A47"/>
            </a:solidFill>
            <a:prstDash val="solid"/>
          </a:ln>
        </p:spPr>
        <p:txBody>
          <a:bodyPr/>
          <a:lstStyle/>
          <a:p>
            <a:endParaRPr lang="en-US"/>
          </a:p>
        </p:txBody>
      </p:sp>
      <p:sp>
        <p:nvSpPr>
          <p:cNvPr id="35" name="Text 33"/>
          <p:cNvSpPr/>
          <p:nvPr/>
        </p:nvSpPr>
        <p:spPr>
          <a:xfrm>
            <a:off x="3314700" y="3931920"/>
            <a:ext cx="1005840" cy="594360"/>
          </a:xfrm>
          <a:prstGeom prst="rect">
            <a:avLst/>
          </a:prstGeom>
          <a:noFill/>
          <a:ln/>
        </p:spPr>
        <p:txBody>
          <a:bodyPr wrap="square" lIns="0" tIns="0" rIns="0" bIns="0" rtlCol="0" anchor="ctr"/>
          <a:lstStyle/>
          <a:p>
            <a:pPr marL="0" indent="0">
              <a:buNone/>
            </a:pPr>
            <a:r>
              <a:rPr lang="en-US" sz="1100" b="1">
                <a:solidFill>
                  <a:srgbClr val="00A896"/>
                </a:solidFill>
              </a:rPr>
              <a:t>EA</a:t>
            </a:r>
            <a:endParaRPr lang="en-US" sz="1100"/>
          </a:p>
        </p:txBody>
      </p:sp>
      <p:sp>
        <p:nvSpPr>
          <p:cNvPr id="36" name="Shape 34"/>
          <p:cNvSpPr/>
          <p:nvPr/>
        </p:nvSpPr>
        <p:spPr>
          <a:xfrm>
            <a:off x="4320540" y="4023360"/>
            <a:ext cx="0" cy="411480"/>
          </a:xfrm>
          <a:prstGeom prst="line">
            <a:avLst/>
          </a:prstGeom>
          <a:noFill/>
          <a:ln w="10160">
            <a:solidFill>
              <a:srgbClr val="00A896"/>
            </a:solidFill>
            <a:prstDash val="solid"/>
          </a:ln>
        </p:spPr>
        <p:txBody>
          <a:bodyPr/>
          <a:lstStyle/>
          <a:p>
            <a:endParaRPr lang="en-US"/>
          </a:p>
        </p:txBody>
      </p:sp>
      <p:sp>
        <p:nvSpPr>
          <p:cNvPr id="37" name="Text 35"/>
          <p:cNvSpPr/>
          <p:nvPr/>
        </p:nvSpPr>
        <p:spPr>
          <a:xfrm>
            <a:off x="4411980" y="3931920"/>
            <a:ext cx="1463040" cy="594360"/>
          </a:xfrm>
          <a:prstGeom prst="rect">
            <a:avLst/>
          </a:prstGeom>
          <a:noFill/>
          <a:ln/>
        </p:spPr>
        <p:txBody>
          <a:bodyPr wrap="square" lIns="0" tIns="0" rIns="0" bIns="0" rtlCol="0" anchor="ctr"/>
          <a:lstStyle/>
          <a:p>
            <a:pPr marL="0" indent="0">
              <a:buNone/>
            </a:pPr>
            <a:r>
              <a:rPr lang="en-US" sz="1000">
                <a:solidFill>
                  <a:srgbClr val="FFFFFF"/>
                </a:solidFill>
              </a:rPr>
              <a:t>Authoritative canonical model with coverage signals</a:t>
            </a:r>
            <a:endParaRPr lang="en-US" sz="1000"/>
          </a:p>
        </p:txBody>
      </p:sp>
      <p:sp>
        <p:nvSpPr>
          <p:cNvPr id="38" name="Shape 36"/>
          <p:cNvSpPr/>
          <p:nvPr/>
        </p:nvSpPr>
        <p:spPr>
          <a:xfrm>
            <a:off x="6057900" y="3931920"/>
            <a:ext cx="2788920" cy="594360"/>
          </a:xfrm>
          <a:prstGeom prst="rect">
            <a:avLst/>
          </a:prstGeom>
          <a:solidFill>
            <a:srgbClr val="0F2A47"/>
          </a:solidFill>
          <a:ln w="12700">
            <a:solidFill>
              <a:srgbClr val="0F2A47"/>
            </a:solidFill>
            <a:prstDash val="solid"/>
          </a:ln>
        </p:spPr>
        <p:txBody>
          <a:bodyPr/>
          <a:lstStyle/>
          <a:p>
            <a:endParaRPr lang="en-US"/>
          </a:p>
        </p:txBody>
      </p:sp>
      <p:sp>
        <p:nvSpPr>
          <p:cNvPr id="39" name="Text 37"/>
          <p:cNvSpPr/>
          <p:nvPr/>
        </p:nvSpPr>
        <p:spPr>
          <a:xfrm>
            <a:off x="6195060" y="3931920"/>
            <a:ext cx="1005840" cy="594360"/>
          </a:xfrm>
          <a:prstGeom prst="rect">
            <a:avLst/>
          </a:prstGeom>
          <a:noFill/>
          <a:ln/>
        </p:spPr>
        <p:txBody>
          <a:bodyPr wrap="square" lIns="0" tIns="0" rIns="0" bIns="0" rtlCol="0" anchor="ctr"/>
          <a:lstStyle/>
          <a:p>
            <a:pPr marL="0" indent="0">
              <a:buNone/>
            </a:pPr>
            <a:r>
              <a:rPr lang="en-US" sz="1100" b="1">
                <a:solidFill>
                  <a:srgbClr val="00A896"/>
                </a:solidFill>
              </a:rPr>
              <a:t>PMO</a:t>
            </a:r>
            <a:endParaRPr lang="en-US" sz="1100"/>
          </a:p>
        </p:txBody>
      </p:sp>
      <p:sp>
        <p:nvSpPr>
          <p:cNvPr id="40" name="Shape 38"/>
          <p:cNvSpPr/>
          <p:nvPr/>
        </p:nvSpPr>
        <p:spPr>
          <a:xfrm>
            <a:off x="7200900" y="4023360"/>
            <a:ext cx="0" cy="411480"/>
          </a:xfrm>
          <a:prstGeom prst="line">
            <a:avLst/>
          </a:prstGeom>
          <a:noFill/>
          <a:ln w="10160">
            <a:solidFill>
              <a:srgbClr val="00A896"/>
            </a:solidFill>
            <a:prstDash val="solid"/>
          </a:ln>
        </p:spPr>
        <p:txBody>
          <a:bodyPr/>
          <a:lstStyle/>
          <a:p>
            <a:endParaRPr lang="en-US"/>
          </a:p>
        </p:txBody>
      </p:sp>
      <p:sp>
        <p:nvSpPr>
          <p:cNvPr id="41" name="Text 39"/>
          <p:cNvSpPr/>
          <p:nvPr/>
        </p:nvSpPr>
        <p:spPr>
          <a:xfrm>
            <a:off x="7292340" y="3931920"/>
            <a:ext cx="1463040" cy="594360"/>
          </a:xfrm>
          <a:prstGeom prst="rect">
            <a:avLst/>
          </a:prstGeom>
          <a:noFill/>
          <a:ln/>
        </p:spPr>
        <p:txBody>
          <a:bodyPr wrap="square" lIns="0" tIns="0" rIns="0" bIns="0" rtlCol="0" anchor="ctr"/>
          <a:lstStyle/>
          <a:p>
            <a:pPr marL="0" indent="0">
              <a:buNone/>
            </a:pPr>
            <a:r>
              <a:rPr lang="en-US" sz="1000">
                <a:solidFill>
                  <a:srgbClr val="FFFFFF"/>
                </a:solidFill>
              </a:rPr>
              <a:t>Reusable governed assets across the program portfolio</a:t>
            </a:r>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6400800" cy="640080"/>
          </a:xfrm>
          <a:prstGeom prst="rect">
            <a:avLst/>
          </a:prstGeom>
          <a:noFill/>
          <a:ln/>
        </p:spPr>
        <p:txBody>
          <a:bodyPr wrap="square" lIns="0" tIns="0" rIns="0" bIns="0" rtlCol="0" anchor="ctr"/>
          <a:lstStyle/>
          <a:p>
            <a:pPr marL="0" indent="0">
              <a:buNone/>
            </a:pPr>
            <a:r>
              <a:rPr lang="en-US" sz="2400" b="1">
                <a:solidFill>
                  <a:srgbClr val="FFFFFF"/>
                </a:solidFill>
                <a:latin typeface="Cambria" pitchFamily="34" charset="0"/>
                <a:ea typeface="Cambria" pitchFamily="34" charset="-122"/>
                <a:cs typeface="Cambria" pitchFamily="34" charset="-120"/>
              </a:rPr>
              <a:t>The Mapping Catalog</a:t>
            </a:r>
            <a:endParaRPr lang="en-US" sz="2400"/>
          </a:p>
        </p:txBody>
      </p:sp>
      <p:sp>
        <p:nvSpPr>
          <p:cNvPr id="5" name="Shape 3"/>
          <p:cNvSpPr/>
          <p:nvPr/>
        </p:nvSpPr>
        <p:spPr>
          <a:xfrm>
            <a:off x="6766560" y="201168"/>
            <a:ext cx="1371600" cy="411480"/>
          </a:xfrm>
          <a:prstGeom prst="roundRect">
            <a:avLst>
              <a:gd name="adj" fmla="val 13333"/>
            </a:avLst>
          </a:prstGeom>
          <a:solidFill>
            <a:srgbClr val="00A896"/>
          </a:solidFill>
          <a:ln w="12700">
            <a:solidFill>
              <a:srgbClr val="00A896"/>
            </a:solidFill>
            <a:prstDash val="solid"/>
          </a:ln>
        </p:spPr>
        <p:txBody>
          <a:bodyPr/>
          <a:lstStyle/>
          <a:p>
            <a:endParaRPr lang="en-US"/>
          </a:p>
        </p:txBody>
      </p:sp>
      <p:sp>
        <p:nvSpPr>
          <p:cNvPr id="6" name="Text 4"/>
          <p:cNvSpPr/>
          <p:nvPr/>
        </p:nvSpPr>
        <p:spPr>
          <a:xfrm>
            <a:off x="6766560" y="201168"/>
            <a:ext cx="1371600" cy="411480"/>
          </a:xfrm>
          <a:prstGeom prst="rect">
            <a:avLst/>
          </a:prstGeom>
          <a:noFill/>
          <a:ln/>
        </p:spPr>
        <p:txBody>
          <a:bodyPr wrap="square" lIns="0" tIns="0" rIns="0" bIns="0" rtlCol="0" anchor="ctr"/>
          <a:lstStyle/>
          <a:p>
            <a:pPr marL="0" indent="0" algn="ctr">
              <a:buNone/>
            </a:pPr>
            <a:r>
              <a:rPr lang="en-US" sz="1000" b="1" kern="0" spc="200">
                <a:solidFill>
                  <a:srgbClr val="FFFFFF"/>
                </a:solidFill>
              </a:rPr>
              <a:t>✓  DELIVERED</a:t>
            </a:r>
            <a:endParaRPr lang="en-US" sz="1000"/>
          </a:p>
        </p:txBody>
      </p:sp>
      <p:sp>
        <p:nvSpPr>
          <p:cNvPr id="7" name="Text 5"/>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Appendix · Searchable layer above approved mapping assets — live in the workspace today</a:t>
            </a:r>
            <a:endParaRPr lang="en-US" sz="1100"/>
          </a:p>
        </p:txBody>
      </p:sp>
      <p:sp>
        <p:nvSpPr>
          <p:cNvPr id="8" name="Shape 6"/>
          <p:cNvSpPr/>
          <p:nvPr/>
        </p:nvSpPr>
        <p:spPr>
          <a:xfrm>
            <a:off x="365760" y="1371600"/>
            <a:ext cx="5212080" cy="3383280"/>
          </a:xfrm>
          <a:prstGeom prst="rect">
            <a:avLst/>
          </a:prstGeom>
          <a:solidFill>
            <a:srgbClr val="FFFFFF"/>
          </a:solidFill>
          <a:ln w="9525">
            <a:solidFill>
              <a:srgbClr val="D8D3C7"/>
            </a:solidFill>
            <a:prstDash val="solid"/>
          </a:ln>
        </p:spPr>
        <p:txBody>
          <a:bodyPr/>
          <a:lstStyle/>
          <a:p>
            <a:endParaRPr lang="en-US"/>
          </a:p>
        </p:txBody>
      </p:sp>
      <p:sp>
        <p:nvSpPr>
          <p:cNvPr id="9" name="Shape 7"/>
          <p:cNvSpPr/>
          <p:nvPr/>
        </p:nvSpPr>
        <p:spPr>
          <a:xfrm>
            <a:off x="365760" y="1371600"/>
            <a:ext cx="73152" cy="3383280"/>
          </a:xfrm>
          <a:prstGeom prst="rect">
            <a:avLst/>
          </a:prstGeom>
          <a:solidFill>
            <a:srgbClr val="00A896"/>
          </a:solidFill>
          <a:ln w="12700">
            <a:solidFill>
              <a:srgbClr val="00A896"/>
            </a:solidFill>
            <a:prstDash val="solid"/>
          </a:ln>
        </p:spPr>
        <p:txBody>
          <a:bodyPr/>
          <a:lstStyle/>
          <a:p>
            <a:endParaRPr lang="en-US"/>
          </a:p>
        </p:txBody>
      </p:sp>
      <p:sp>
        <p:nvSpPr>
          <p:cNvPr id="10" name="Text 8"/>
          <p:cNvSpPr/>
          <p:nvPr/>
        </p:nvSpPr>
        <p:spPr>
          <a:xfrm>
            <a:off x="548640" y="1463040"/>
            <a:ext cx="4937760" cy="274320"/>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In the catalog right now</a:t>
            </a:r>
            <a:endParaRPr lang="en-US" sz="1300"/>
          </a:p>
        </p:txBody>
      </p:sp>
      <p:sp>
        <p:nvSpPr>
          <p:cNvPr id="11" name="Text 9"/>
          <p:cNvSpPr/>
          <p:nvPr/>
        </p:nvSpPr>
        <p:spPr>
          <a:xfrm>
            <a:off x="548640" y="1737360"/>
            <a:ext cx="4937760" cy="228600"/>
          </a:xfrm>
          <a:prstGeom prst="rect">
            <a:avLst/>
          </a:prstGeom>
          <a:noFill/>
          <a:ln/>
        </p:spPr>
        <p:txBody>
          <a:bodyPr wrap="square" lIns="0" tIns="0" rIns="0" bIns="0" rtlCol="0" anchor="ctr"/>
          <a:lstStyle/>
          <a:p>
            <a:pPr marL="0" indent="0">
              <a:buNone/>
            </a:pPr>
            <a:r>
              <a:rPr lang="en-US" sz="900" i="1">
                <a:solidFill>
                  <a:srgbClr val="64748B"/>
                </a:solidFill>
              </a:rPr>
              <a:t>Live entries · auto-fed from approved mapping sets</a:t>
            </a:r>
            <a:endParaRPr lang="en-US" sz="900"/>
          </a:p>
        </p:txBody>
      </p:sp>
      <p:sp>
        <p:nvSpPr>
          <p:cNvPr id="12" name="Shape 10"/>
          <p:cNvSpPr/>
          <p:nvPr/>
        </p:nvSpPr>
        <p:spPr>
          <a:xfrm>
            <a:off x="548640" y="2057400"/>
            <a:ext cx="1371600" cy="329184"/>
          </a:xfrm>
          <a:prstGeom prst="rect">
            <a:avLst/>
          </a:prstGeom>
          <a:solidFill>
            <a:srgbClr val="0F2A47"/>
          </a:solidFill>
          <a:ln w="12700">
            <a:solidFill>
              <a:srgbClr val="0F2A47"/>
            </a:solidFill>
            <a:prstDash val="solid"/>
          </a:ln>
        </p:spPr>
        <p:txBody>
          <a:bodyPr/>
          <a:lstStyle/>
          <a:p>
            <a:endParaRPr lang="en-US"/>
          </a:p>
        </p:txBody>
      </p:sp>
      <p:sp>
        <p:nvSpPr>
          <p:cNvPr id="13" name="Text 11"/>
          <p:cNvSpPr/>
          <p:nvPr/>
        </p:nvSpPr>
        <p:spPr>
          <a:xfrm>
            <a:off x="594360" y="2057400"/>
            <a:ext cx="1280160" cy="329184"/>
          </a:xfrm>
          <a:prstGeom prst="rect">
            <a:avLst/>
          </a:prstGeom>
          <a:noFill/>
          <a:ln/>
        </p:spPr>
        <p:txBody>
          <a:bodyPr wrap="square" lIns="0" tIns="0" rIns="0" bIns="0" rtlCol="0" anchor="ctr"/>
          <a:lstStyle/>
          <a:p>
            <a:pPr marL="0" indent="0">
              <a:buNone/>
            </a:pPr>
            <a:r>
              <a:rPr lang="en-US" sz="900" b="1">
                <a:solidFill>
                  <a:srgbClr val="FFFFFF"/>
                </a:solidFill>
              </a:rPr>
              <a:t>Integration</a:t>
            </a:r>
            <a:endParaRPr lang="en-US" sz="900"/>
          </a:p>
        </p:txBody>
      </p:sp>
      <p:sp>
        <p:nvSpPr>
          <p:cNvPr id="14" name="Shape 12"/>
          <p:cNvSpPr/>
          <p:nvPr/>
        </p:nvSpPr>
        <p:spPr>
          <a:xfrm>
            <a:off x="1920240" y="2057400"/>
            <a:ext cx="777240" cy="329184"/>
          </a:xfrm>
          <a:prstGeom prst="rect">
            <a:avLst/>
          </a:prstGeom>
          <a:solidFill>
            <a:srgbClr val="0F2A47"/>
          </a:solidFill>
          <a:ln w="12700">
            <a:solidFill>
              <a:srgbClr val="0F2A47"/>
            </a:solidFill>
            <a:prstDash val="solid"/>
          </a:ln>
        </p:spPr>
        <p:txBody>
          <a:bodyPr/>
          <a:lstStyle/>
          <a:p>
            <a:endParaRPr lang="en-US"/>
          </a:p>
        </p:txBody>
      </p:sp>
      <p:sp>
        <p:nvSpPr>
          <p:cNvPr id="15" name="Text 13"/>
          <p:cNvSpPr/>
          <p:nvPr/>
        </p:nvSpPr>
        <p:spPr>
          <a:xfrm>
            <a:off x="1965960" y="2057400"/>
            <a:ext cx="685800" cy="329184"/>
          </a:xfrm>
          <a:prstGeom prst="rect">
            <a:avLst/>
          </a:prstGeom>
          <a:noFill/>
          <a:ln/>
        </p:spPr>
        <p:txBody>
          <a:bodyPr wrap="square" lIns="0" tIns="0" rIns="0" bIns="0" rtlCol="0" anchor="ctr"/>
          <a:lstStyle/>
          <a:p>
            <a:pPr marL="0" indent="0">
              <a:buNone/>
            </a:pPr>
            <a:r>
              <a:rPr lang="en-US" sz="900" b="1">
                <a:solidFill>
                  <a:srgbClr val="FFFFFF"/>
                </a:solidFill>
              </a:rPr>
              <a:t>Source</a:t>
            </a:r>
            <a:endParaRPr lang="en-US" sz="900"/>
          </a:p>
        </p:txBody>
      </p:sp>
      <p:sp>
        <p:nvSpPr>
          <p:cNvPr id="16" name="Shape 14"/>
          <p:cNvSpPr/>
          <p:nvPr/>
        </p:nvSpPr>
        <p:spPr>
          <a:xfrm>
            <a:off x="2697480" y="2057400"/>
            <a:ext cx="868680" cy="329184"/>
          </a:xfrm>
          <a:prstGeom prst="rect">
            <a:avLst/>
          </a:prstGeom>
          <a:solidFill>
            <a:srgbClr val="0F2A47"/>
          </a:solidFill>
          <a:ln w="12700">
            <a:solidFill>
              <a:srgbClr val="0F2A47"/>
            </a:solidFill>
            <a:prstDash val="solid"/>
          </a:ln>
        </p:spPr>
        <p:txBody>
          <a:bodyPr/>
          <a:lstStyle/>
          <a:p>
            <a:endParaRPr lang="en-US"/>
          </a:p>
        </p:txBody>
      </p:sp>
      <p:sp>
        <p:nvSpPr>
          <p:cNvPr id="17" name="Text 15"/>
          <p:cNvSpPr/>
          <p:nvPr/>
        </p:nvSpPr>
        <p:spPr>
          <a:xfrm>
            <a:off x="2743200" y="2057400"/>
            <a:ext cx="777240" cy="329184"/>
          </a:xfrm>
          <a:prstGeom prst="rect">
            <a:avLst/>
          </a:prstGeom>
          <a:noFill/>
          <a:ln/>
        </p:spPr>
        <p:txBody>
          <a:bodyPr wrap="square" lIns="0" tIns="0" rIns="0" bIns="0" rtlCol="0" anchor="ctr"/>
          <a:lstStyle/>
          <a:p>
            <a:pPr marL="0" indent="0">
              <a:buNone/>
            </a:pPr>
            <a:r>
              <a:rPr lang="en-US" sz="900" b="1">
                <a:solidFill>
                  <a:srgbClr val="FFFFFF"/>
                </a:solidFill>
              </a:rPr>
              <a:t>Target</a:t>
            </a:r>
            <a:endParaRPr lang="en-US" sz="900"/>
          </a:p>
        </p:txBody>
      </p:sp>
      <p:sp>
        <p:nvSpPr>
          <p:cNvPr id="18" name="Shape 16"/>
          <p:cNvSpPr/>
          <p:nvPr/>
        </p:nvSpPr>
        <p:spPr>
          <a:xfrm>
            <a:off x="3566160" y="2057400"/>
            <a:ext cx="1097280" cy="329184"/>
          </a:xfrm>
          <a:prstGeom prst="rect">
            <a:avLst/>
          </a:prstGeom>
          <a:solidFill>
            <a:srgbClr val="0F2A47"/>
          </a:solidFill>
          <a:ln w="12700">
            <a:solidFill>
              <a:srgbClr val="0F2A47"/>
            </a:solidFill>
            <a:prstDash val="solid"/>
          </a:ln>
        </p:spPr>
        <p:txBody>
          <a:bodyPr/>
          <a:lstStyle/>
          <a:p>
            <a:endParaRPr lang="en-US"/>
          </a:p>
        </p:txBody>
      </p:sp>
      <p:sp>
        <p:nvSpPr>
          <p:cNvPr id="19" name="Text 17"/>
          <p:cNvSpPr/>
          <p:nvPr/>
        </p:nvSpPr>
        <p:spPr>
          <a:xfrm>
            <a:off x="3611880" y="2057400"/>
            <a:ext cx="1005840" cy="329184"/>
          </a:xfrm>
          <a:prstGeom prst="rect">
            <a:avLst/>
          </a:prstGeom>
          <a:noFill/>
          <a:ln/>
        </p:spPr>
        <p:txBody>
          <a:bodyPr wrap="square" lIns="0" tIns="0" rIns="0" bIns="0" rtlCol="0" anchor="ctr"/>
          <a:lstStyle/>
          <a:p>
            <a:pPr marL="0" indent="0">
              <a:buNone/>
            </a:pPr>
            <a:r>
              <a:rPr lang="en-US" sz="900" b="1">
                <a:solidFill>
                  <a:srgbClr val="FFFFFF"/>
                </a:solidFill>
              </a:rPr>
              <a:t>Concept</a:t>
            </a:r>
            <a:endParaRPr lang="en-US" sz="900"/>
          </a:p>
        </p:txBody>
      </p:sp>
      <p:sp>
        <p:nvSpPr>
          <p:cNvPr id="20" name="Shape 18"/>
          <p:cNvSpPr/>
          <p:nvPr/>
        </p:nvSpPr>
        <p:spPr>
          <a:xfrm>
            <a:off x="4663440" y="2057400"/>
            <a:ext cx="822960" cy="329184"/>
          </a:xfrm>
          <a:prstGeom prst="rect">
            <a:avLst/>
          </a:prstGeom>
          <a:solidFill>
            <a:srgbClr val="0F2A47"/>
          </a:solidFill>
          <a:ln w="12700">
            <a:solidFill>
              <a:srgbClr val="0F2A47"/>
            </a:solidFill>
            <a:prstDash val="solid"/>
          </a:ln>
        </p:spPr>
        <p:txBody>
          <a:bodyPr/>
          <a:lstStyle/>
          <a:p>
            <a:endParaRPr lang="en-US"/>
          </a:p>
        </p:txBody>
      </p:sp>
      <p:sp>
        <p:nvSpPr>
          <p:cNvPr id="21" name="Text 19"/>
          <p:cNvSpPr/>
          <p:nvPr/>
        </p:nvSpPr>
        <p:spPr>
          <a:xfrm>
            <a:off x="4709160" y="2057400"/>
            <a:ext cx="731520" cy="329184"/>
          </a:xfrm>
          <a:prstGeom prst="rect">
            <a:avLst/>
          </a:prstGeom>
          <a:noFill/>
          <a:ln/>
        </p:spPr>
        <p:txBody>
          <a:bodyPr wrap="square" lIns="0" tIns="0" rIns="0" bIns="0" rtlCol="0" anchor="ctr"/>
          <a:lstStyle/>
          <a:p>
            <a:pPr marL="0" indent="0">
              <a:buNone/>
            </a:pPr>
            <a:r>
              <a:rPr lang="en-US" sz="900" b="1">
                <a:solidFill>
                  <a:srgbClr val="FFFFFF"/>
                </a:solidFill>
              </a:rPr>
              <a:t>Status</a:t>
            </a:r>
            <a:endParaRPr lang="en-US" sz="900"/>
          </a:p>
        </p:txBody>
      </p:sp>
      <p:sp>
        <p:nvSpPr>
          <p:cNvPr id="22" name="Shape 20"/>
          <p:cNvSpPr/>
          <p:nvPr/>
        </p:nvSpPr>
        <p:spPr>
          <a:xfrm>
            <a:off x="548640" y="2386584"/>
            <a:ext cx="1371600" cy="329184"/>
          </a:xfrm>
          <a:prstGeom prst="rect">
            <a:avLst/>
          </a:prstGeom>
          <a:solidFill>
            <a:srgbClr val="FFFFFF"/>
          </a:solidFill>
          <a:ln w="5080">
            <a:solidFill>
              <a:srgbClr val="D8D3C7"/>
            </a:solidFill>
            <a:prstDash val="solid"/>
          </a:ln>
        </p:spPr>
        <p:txBody>
          <a:bodyPr/>
          <a:lstStyle/>
          <a:p>
            <a:endParaRPr lang="en-US"/>
          </a:p>
        </p:txBody>
      </p:sp>
      <p:sp>
        <p:nvSpPr>
          <p:cNvPr id="23" name="Text 21"/>
          <p:cNvSpPr/>
          <p:nvPr/>
        </p:nvSpPr>
        <p:spPr>
          <a:xfrm>
            <a:off x="594360" y="2386584"/>
            <a:ext cx="1280160" cy="329184"/>
          </a:xfrm>
          <a:prstGeom prst="rect">
            <a:avLst/>
          </a:prstGeom>
          <a:noFill/>
          <a:ln/>
        </p:spPr>
        <p:txBody>
          <a:bodyPr wrap="square" lIns="0" tIns="0" rIns="0" bIns="0" rtlCol="0" anchor="ctr"/>
          <a:lstStyle/>
          <a:p>
            <a:pPr marL="0" indent="0">
              <a:buNone/>
            </a:pPr>
            <a:r>
              <a:rPr lang="en-US" sz="900">
                <a:solidFill>
                  <a:srgbClr val="1E293B"/>
                </a:solidFill>
              </a:rPr>
              <a:t>Customer sync</a:t>
            </a:r>
            <a:endParaRPr lang="en-US" sz="900"/>
          </a:p>
        </p:txBody>
      </p:sp>
      <p:sp>
        <p:nvSpPr>
          <p:cNvPr id="24" name="Shape 22"/>
          <p:cNvSpPr/>
          <p:nvPr/>
        </p:nvSpPr>
        <p:spPr>
          <a:xfrm>
            <a:off x="1920240" y="2386584"/>
            <a:ext cx="777240" cy="329184"/>
          </a:xfrm>
          <a:prstGeom prst="rect">
            <a:avLst/>
          </a:prstGeom>
          <a:solidFill>
            <a:srgbClr val="FFFFFF"/>
          </a:solidFill>
          <a:ln w="5080">
            <a:solidFill>
              <a:srgbClr val="D8D3C7"/>
            </a:solidFill>
            <a:prstDash val="solid"/>
          </a:ln>
        </p:spPr>
        <p:txBody>
          <a:bodyPr/>
          <a:lstStyle/>
          <a:p>
            <a:endParaRPr lang="en-US"/>
          </a:p>
        </p:txBody>
      </p:sp>
      <p:sp>
        <p:nvSpPr>
          <p:cNvPr id="25" name="Text 23"/>
          <p:cNvSpPr/>
          <p:nvPr/>
        </p:nvSpPr>
        <p:spPr>
          <a:xfrm>
            <a:off x="1965960" y="2386584"/>
            <a:ext cx="685800" cy="329184"/>
          </a:xfrm>
          <a:prstGeom prst="rect">
            <a:avLst/>
          </a:prstGeom>
          <a:noFill/>
          <a:ln/>
        </p:spPr>
        <p:txBody>
          <a:bodyPr wrap="square" lIns="0" tIns="0" rIns="0" bIns="0" rtlCol="0" anchor="ctr"/>
          <a:lstStyle/>
          <a:p>
            <a:pPr marL="0" indent="0">
              <a:buNone/>
            </a:pPr>
            <a:r>
              <a:rPr lang="en-US" sz="900">
                <a:solidFill>
                  <a:srgbClr val="1E293B"/>
                </a:solidFill>
              </a:rPr>
              <a:t>ERP</a:t>
            </a:r>
            <a:endParaRPr lang="en-US" sz="900"/>
          </a:p>
        </p:txBody>
      </p:sp>
      <p:sp>
        <p:nvSpPr>
          <p:cNvPr id="26" name="Shape 24"/>
          <p:cNvSpPr/>
          <p:nvPr/>
        </p:nvSpPr>
        <p:spPr>
          <a:xfrm>
            <a:off x="2697480" y="2386584"/>
            <a:ext cx="868680" cy="329184"/>
          </a:xfrm>
          <a:prstGeom prst="rect">
            <a:avLst/>
          </a:prstGeom>
          <a:solidFill>
            <a:srgbClr val="FFFFFF"/>
          </a:solidFill>
          <a:ln w="5080">
            <a:solidFill>
              <a:srgbClr val="D8D3C7"/>
            </a:solidFill>
            <a:prstDash val="solid"/>
          </a:ln>
        </p:spPr>
        <p:txBody>
          <a:bodyPr/>
          <a:lstStyle/>
          <a:p>
            <a:endParaRPr lang="en-US"/>
          </a:p>
        </p:txBody>
      </p:sp>
      <p:sp>
        <p:nvSpPr>
          <p:cNvPr id="27" name="Text 25"/>
          <p:cNvSpPr/>
          <p:nvPr/>
        </p:nvSpPr>
        <p:spPr>
          <a:xfrm>
            <a:off x="2743200" y="2386584"/>
            <a:ext cx="777240" cy="329184"/>
          </a:xfrm>
          <a:prstGeom prst="rect">
            <a:avLst/>
          </a:prstGeom>
          <a:noFill/>
          <a:ln/>
        </p:spPr>
        <p:txBody>
          <a:bodyPr wrap="square" lIns="0" tIns="0" rIns="0" bIns="0" rtlCol="0" anchor="ctr"/>
          <a:lstStyle/>
          <a:p>
            <a:pPr marL="0" indent="0">
              <a:buNone/>
            </a:pPr>
            <a:r>
              <a:rPr lang="en-US" sz="900">
                <a:solidFill>
                  <a:srgbClr val="1E293B"/>
                </a:solidFill>
              </a:rPr>
              <a:t>CRM</a:t>
            </a:r>
            <a:endParaRPr lang="en-US" sz="900"/>
          </a:p>
        </p:txBody>
      </p:sp>
      <p:sp>
        <p:nvSpPr>
          <p:cNvPr id="28" name="Shape 26"/>
          <p:cNvSpPr/>
          <p:nvPr/>
        </p:nvSpPr>
        <p:spPr>
          <a:xfrm>
            <a:off x="3566160" y="2386584"/>
            <a:ext cx="1097280" cy="329184"/>
          </a:xfrm>
          <a:prstGeom prst="rect">
            <a:avLst/>
          </a:prstGeom>
          <a:solidFill>
            <a:srgbClr val="FFFFFF"/>
          </a:solidFill>
          <a:ln w="5080">
            <a:solidFill>
              <a:srgbClr val="D8D3C7"/>
            </a:solidFill>
            <a:prstDash val="solid"/>
          </a:ln>
        </p:spPr>
        <p:txBody>
          <a:bodyPr/>
          <a:lstStyle/>
          <a:p>
            <a:endParaRPr lang="en-US"/>
          </a:p>
        </p:txBody>
      </p:sp>
      <p:sp>
        <p:nvSpPr>
          <p:cNvPr id="29" name="Text 27"/>
          <p:cNvSpPr/>
          <p:nvPr/>
        </p:nvSpPr>
        <p:spPr>
          <a:xfrm>
            <a:off x="3611880" y="2386584"/>
            <a:ext cx="1005840" cy="329184"/>
          </a:xfrm>
          <a:prstGeom prst="rect">
            <a:avLst/>
          </a:prstGeom>
          <a:noFill/>
          <a:ln/>
        </p:spPr>
        <p:txBody>
          <a:bodyPr wrap="square" lIns="0" tIns="0" rIns="0" bIns="0" rtlCol="0" anchor="ctr"/>
          <a:lstStyle/>
          <a:p>
            <a:pPr marL="0" indent="0">
              <a:buNone/>
            </a:pPr>
            <a:r>
              <a:rPr lang="en-US" sz="900">
                <a:solidFill>
                  <a:srgbClr val="1E293B"/>
                </a:solidFill>
              </a:rPr>
              <a:t>customer.id</a:t>
            </a:r>
            <a:endParaRPr lang="en-US" sz="900"/>
          </a:p>
        </p:txBody>
      </p:sp>
      <p:sp>
        <p:nvSpPr>
          <p:cNvPr id="30" name="Shape 28"/>
          <p:cNvSpPr/>
          <p:nvPr/>
        </p:nvSpPr>
        <p:spPr>
          <a:xfrm>
            <a:off x="4663440" y="2386584"/>
            <a:ext cx="822960" cy="329184"/>
          </a:xfrm>
          <a:prstGeom prst="rect">
            <a:avLst/>
          </a:prstGeom>
          <a:solidFill>
            <a:srgbClr val="FFFFFF"/>
          </a:solidFill>
          <a:ln w="5080">
            <a:solidFill>
              <a:srgbClr val="D8D3C7"/>
            </a:solidFill>
            <a:prstDash val="solid"/>
          </a:ln>
        </p:spPr>
        <p:txBody>
          <a:bodyPr/>
          <a:lstStyle/>
          <a:p>
            <a:endParaRPr lang="en-US"/>
          </a:p>
        </p:txBody>
      </p:sp>
      <p:sp>
        <p:nvSpPr>
          <p:cNvPr id="31" name="Text 29"/>
          <p:cNvSpPr/>
          <p:nvPr/>
        </p:nvSpPr>
        <p:spPr>
          <a:xfrm>
            <a:off x="4709160" y="2386584"/>
            <a:ext cx="731520" cy="329184"/>
          </a:xfrm>
          <a:prstGeom prst="rect">
            <a:avLst/>
          </a:prstGeom>
          <a:noFill/>
          <a:ln/>
        </p:spPr>
        <p:txBody>
          <a:bodyPr wrap="square" lIns="0" tIns="0" rIns="0" bIns="0" rtlCol="0" anchor="ctr"/>
          <a:lstStyle/>
          <a:p>
            <a:pPr marL="0" indent="0">
              <a:buNone/>
            </a:pPr>
            <a:r>
              <a:rPr lang="en-US" sz="900" b="1">
                <a:solidFill>
                  <a:srgbClr val="028090"/>
                </a:solidFill>
              </a:rPr>
              <a:t>Approved</a:t>
            </a:r>
            <a:endParaRPr lang="en-US" sz="900"/>
          </a:p>
        </p:txBody>
      </p:sp>
      <p:sp>
        <p:nvSpPr>
          <p:cNvPr id="32" name="Shape 30"/>
          <p:cNvSpPr/>
          <p:nvPr/>
        </p:nvSpPr>
        <p:spPr>
          <a:xfrm>
            <a:off x="548640" y="2715768"/>
            <a:ext cx="1371600" cy="329184"/>
          </a:xfrm>
          <a:prstGeom prst="rect">
            <a:avLst/>
          </a:prstGeom>
          <a:solidFill>
            <a:srgbClr val="FAF7F0"/>
          </a:solidFill>
          <a:ln w="5080">
            <a:solidFill>
              <a:srgbClr val="D8D3C7"/>
            </a:solidFill>
            <a:prstDash val="solid"/>
          </a:ln>
        </p:spPr>
        <p:txBody>
          <a:bodyPr/>
          <a:lstStyle/>
          <a:p>
            <a:endParaRPr lang="en-US"/>
          </a:p>
        </p:txBody>
      </p:sp>
      <p:sp>
        <p:nvSpPr>
          <p:cNvPr id="33" name="Text 31"/>
          <p:cNvSpPr/>
          <p:nvPr/>
        </p:nvSpPr>
        <p:spPr>
          <a:xfrm>
            <a:off x="594360" y="2715768"/>
            <a:ext cx="1280160" cy="329184"/>
          </a:xfrm>
          <a:prstGeom prst="rect">
            <a:avLst/>
          </a:prstGeom>
          <a:noFill/>
          <a:ln/>
        </p:spPr>
        <p:txBody>
          <a:bodyPr wrap="square" lIns="0" tIns="0" rIns="0" bIns="0" rtlCol="0" anchor="ctr"/>
          <a:lstStyle/>
          <a:p>
            <a:pPr marL="0" indent="0">
              <a:buNone/>
            </a:pPr>
            <a:r>
              <a:rPr lang="en-US" sz="900">
                <a:solidFill>
                  <a:srgbClr val="1E293B"/>
                </a:solidFill>
              </a:rPr>
              <a:t>Invoice feed</a:t>
            </a:r>
            <a:endParaRPr lang="en-US" sz="900"/>
          </a:p>
        </p:txBody>
      </p:sp>
      <p:sp>
        <p:nvSpPr>
          <p:cNvPr id="34" name="Shape 32"/>
          <p:cNvSpPr/>
          <p:nvPr/>
        </p:nvSpPr>
        <p:spPr>
          <a:xfrm>
            <a:off x="1920240" y="2715768"/>
            <a:ext cx="777240" cy="329184"/>
          </a:xfrm>
          <a:prstGeom prst="rect">
            <a:avLst/>
          </a:prstGeom>
          <a:solidFill>
            <a:srgbClr val="FAF7F0"/>
          </a:solidFill>
          <a:ln w="5080">
            <a:solidFill>
              <a:srgbClr val="D8D3C7"/>
            </a:solidFill>
            <a:prstDash val="solid"/>
          </a:ln>
        </p:spPr>
        <p:txBody>
          <a:bodyPr/>
          <a:lstStyle/>
          <a:p>
            <a:endParaRPr lang="en-US"/>
          </a:p>
        </p:txBody>
      </p:sp>
      <p:sp>
        <p:nvSpPr>
          <p:cNvPr id="35" name="Text 33"/>
          <p:cNvSpPr/>
          <p:nvPr/>
        </p:nvSpPr>
        <p:spPr>
          <a:xfrm>
            <a:off x="1965960" y="2715768"/>
            <a:ext cx="685800" cy="329184"/>
          </a:xfrm>
          <a:prstGeom prst="rect">
            <a:avLst/>
          </a:prstGeom>
          <a:noFill/>
          <a:ln/>
        </p:spPr>
        <p:txBody>
          <a:bodyPr wrap="square" lIns="0" tIns="0" rIns="0" bIns="0" rtlCol="0" anchor="ctr"/>
          <a:lstStyle/>
          <a:p>
            <a:pPr marL="0" indent="0">
              <a:buNone/>
            </a:pPr>
            <a:r>
              <a:rPr lang="en-US" sz="900">
                <a:solidFill>
                  <a:srgbClr val="1E293B"/>
                </a:solidFill>
              </a:rPr>
              <a:t>ERP</a:t>
            </a:r>
            <a:endParaRPr lang="en-US" sz="900"/>
          </a:p>
        </p:txBody>
      </p:sp>
      <p:sp>
        <p:nvSpPr>
          <p:cNvPr id="36" name="Shape 34"/>
          <p:cNvSpPr/>
          <p:nvPr/>
        </p:nvSpPr>
        <p:spPr>
          <a:xfrm>
            <a:off x="2697480" y="2715768"/>
            <a:ext cx="868680" cy="329184"/>
          </a:xfrm>
          <a:prstGeom prst="rect">
            <a:avLst/>
          </a:prstGeom>
          <a:solidFill>
            <a:srgbClr val="FAF7F0"/>
          </a:solidFill>
          <a:ln w="5080">
            <a:solidFill>
              <a:srgbClr val="D8D3C7"/>
            </a:solidFill>
            <a:prstDash val="solid"/>
          </a:ln>
        </p:spPr>
        <p:txBody>
          <a:bodyPr/>
          <a:lstStyle/>
          <a:p>
            <a:endParaRPr lang="en-US"/>
          </a:p>
        </p:txBody>
      </p:sp>
      <p:sp>
        <p:nvSpPr>
          <p:cNvPr id="37" name="Text 35"/>
          <p:cNvSpPr/>
          <p:nvPr/>
        </p:nvSpPr>
        <p:spPr>
          <a:xfrm>
            <a:off x="2743200" y="2715768"/>
            <a:ext cx="777240" cy="329184"/>
          </a:xfrm>
          <a:prstGeom prst="rect">
            <a:avLst/>
          </a:prstGeom>
          <a:noFill/>
          <a:ln/>
        </p:spPr>
        <p:txBody>
          <a:bodyPr wrap="square" lIns="0" tIns="0" rIns="0" bIns="0" rtlCol="0" anchor="ctr"/>
          <a:lstStyle/>
          <a:p>
            <a:pPr marL="0" indent="0">
              <a:buNone/>
            </a:pPr>
            <a:r>
              <a:rPr lang="en-US" sz="900">
                <a:solidFill>
                  <a:srgbClr val="1E293B"/>
                </a:solidFill>
              </a:rPr>
              <a:t>Data Lake</a:t>
            </a:r>
            <a:endParaRPr lang="en-US" sz="900"/>
          </a:p>
        </p:txBody>
      </p:sp>
      <p:sp>
        <p:nvSpPr>
          <p:cNvPr id="38" name="Shape 36"/>
          <p:cNvSpPr/>
          <p:nvPr/>
        </p:nvSpPr>
        <p:spPr>
          <a:xfrm>
            <a:off x="3566160" y="2715768"/>
            <a:ext cx="1097280" cy="329184"/>
          </a:xfrm>
          <a:prstGeom prst="rect">
            <a:avLst/>
          </a:prstGeom>
          <a:solidFill>
            <a:srgbClr val="FAF7F0"/>
          </a:solidFill>
          <a:ln w="5080">
            <a:solidFill>
              <a:srgbClr val="D8D3C7"/>
            </a:solidFill>
            <a:prstDash val="solid"/>
          </a:ln>
        </p:spPr>
        <p:txBody>
          <a:bodyPr/>
          <a:lstStyle/>
          <a:p>
            <a:endParaRPr lang="en-US"/>
          </a:p>
        </p:txBody>
      </p:sp>
      <p:sp>
        <p:nvSpPr>
          <p:cNvPr id="39" name="Text 37"/>
          <p:cNvSpPr/>
          <p:nvPr/>
        </p:nvSpPr>
        <p:spPr>
          <a:xfrm>
            <a:off x="3611880" y="2715768"/>
            <a:ext cx="1005840" cy="329184"/>
          </a:xfrm>
          <a:prstGeom prst="rect">
            <a:avLst/>
          </a:prstGeom>
          <a:noFill/>
          <a:ln/>
        </p:spPr>
        <p:txBody>
          <a:bodyPr wrap="square" lIns="0" tIns="0" rIns="0" bIns="0" rtlCol="0" anchor="ctr"/>
          <a:lstStyle/>
          <a:p>
            <a:pPr marL="0" indent="0">
              <a:buNone/>
            </a:pPr>
            <a:r>
              <a:rPr lang="en-US" sz="900">
                <a:solidFill>
                  <a:srgbClr val="1E293B"/>
                </a:solidFill>
              </a:rPr>
              <a:t>invoice.date</a:t>
            </a:r>
            <a:endParaRPr lang="en-US" sz="900"/>
          </a:p>
        </p:txBody>
      </p:sp>
      <p:sp>
        <p:nvSpPr>
          <p:cNvPr id="40" name="Shape 38"/>
          <p:cNvSpPr/>
          <p:nvPr/>
        </p:nvSpPr>
        <p:spPr>
          <a:xfrm>
            <a:off x="4663440" y="2715768"/>
            <a:ext cx="822960" cy="329184"/>
          </a:xfrm>
          <a:prstGeom prst="rect">
            <a:avLst/>
          </a:prstGeom>
          <a:solidFill>
            <a:srgbClr val="FAF7F0"/>
          </a:solidFill>
          <a:ln w="5080">
            <a:solidFill>
              <a:srgbClr val="D8D3C7"/>
            </a:solidFill>
            <a:prstDash val="solid"/>
          </a:ln>
        </p:spPr>
        <p:txBody>
          <a:bodyPr/>
          <a:lstStyle/>
          <a:p>
            <a:endParaRPr lang="en-US"/>
          </a:p>
        </p:txBody>
      </p:sp>
      <p:sp>
        <p:nvSpPr>
          <p:cNvPr id="41" name="Text 39"/>
          <p:cNvSpPr/>
          <p:nvPr/>
        </p:nvSpPr>
        <p:spPr>
          <a:xfrm>
            <a:off x="4709160" y="2715768"/>
            <a:ext cx="731520" cy="329184"/>
          </a:xfrm>
          <a:prstGeom prst="rect">
            <a:avLst/>
          </a:prstGeom>
          <a:noFill/>
          <a:ln/>
        </p:spPr>
        <p:txBody>
          <a:bodyPr wrap="square" lIns="0" tIns="0" rIns="0" bIns="0" rtlCol="0" anchor="ctr"/>
          <a:lstStyle/>
          <a:p>
            <a:pPr marL="0" indent="0">
              <a:buNone/>
            </a:pPr>
            <a:r>
              <a:rPr lang="en-US" sz="900" b="1">
                <a:solidFill>
                  <a:srgbClr val="028090"/>
                </a:solidFill>
              </a:rPr>
              <a:t>Approved</a:t>
            </a:r>
            <a:endParaRPr lang="en-US" sz="900"/>
          </a:p>
        </p:txBody>
      </p:sp>
      <p:sp>
        <p:nvSpPr>
          <p:cNvPr id="42" name="Shape 40"/>
          <p:cNvSpPr/>
          <p:nvPr/>
        </p:nvSpPr>
        <p:spPr>
          <a:xfrm>
            <a:off x="548640" y="3044952"/>
            <a:ext cx="1371600" cy="329184"/>
          </a:xfrm>
          <a:prstGeom prst="rect">
            <a:avLst/>
          </a:prstGeom>
          <a:solidFill>
            <a:srgbClr val="FFFFFF"/>
          </a:solidFill>
          <a:ln w="5080">
            <a:solidFill>
              <a:srgbClr val="D8D3C7"/>
            </a:solidFill>
            <a:prstDash val="solid"/>
          </a:ln>
        </p:spPr>
        <p:txBody>
          <a:bodyPr/>
          <a:lstStyle/>
          <a:p>
            <a:endParaRPr lang="en-US"/>
          </a:p>
        </p:txBody>
      </p:sp>
      <p:sp>
        <p:nvSpPr>
          <p:cNvPr id="43" name="Text 41"/>
          <p:cNvSpPr/>
          <p:nvPr/>
        </p:nvSpPr>
        <p:spPr>
          <a:xfrm>
            <a:off x="594360" y="3044952"/>
            <a:ext cx="1280160" cy="329184"/>
          </a:xfrm>
          <a:prstGeom prst="rect">
            <a:avLst/>
          </a:prstGeom>
          <a:noFill/>
          <a:ln/>
        </p:spPr>
        <p:txBody>
          <a:bodyPr wrap="square" lIns="0" tIns="0" rIns="0" bIns="0" rtlCol="0" anchor="ctr"/>
          <a:lstStyle/>
          <a:p>
            <a:pPr marL="0" indent="0">
              <a:buNone/>
            </a:pPr>
            <a:r>
              <a:rPr lang="en-US" sz="900">
                <a:solidFill>
                  <a:srgbClr val="1E293B"/>
                </a:solidFill>
              </a:rPr>
              <a:t>Vendor sync</a:t>
            </a:r>
            <a:endParaRPr lang="en-US" sz="900"/>
          </a:p>
        </p:txBody>
      </p:sp>
      <p:sp>
        <p:nvSpPr>
          <p:cNvPr id="44" name="Shape 42"/>
          <p:cNvSpPr/>
          <p:nvPr/>
        </p:nvSpPr>
        <p:spPr>
          <a:xfrm>
            <a:off x="1920240" y="3044952"/>
            <a:ext cx="777240" cy="329184"/>
          </a:xfrm>
          <a:prstGeom prst="rect">
            <a:avLst/>
          </a:prstGeom>
          <a:solidFill>
            <a:srgbClr val="FFFFFF"/>
          </a:solidFill>
          <a:ln w="5080">
            <a:solidFill>
              <a:srgbClr val="D8D3C7"/>
            </a:solidFill>
            <a:prstDash val="solid"/>
          </a:ln>
        </p:spPr>
        <p:txBody>
          <a:bodyPr/>
          <a:lstStyle/>
          <a:p>
            <a:endParaRPr lang="en-US"/>
          </a:p>
        </p:txBody>
      </p:sp>
      <p:sp>
        <p:nvSpPr>
          <p:cNvPr id="45" name="Text 43"/>
          <p:cNvSpPr/>
          <p:nvPr/>
        </p:nvSpPr>
        <p:spPr>
          <a:xfrm>
            <a:off x="1965960" y="3044952"/>
            <a:ext cx="685800" cy="329184"/>
          </a:xfrm>
          <a:prstGeom prst="rect">
            <a:avLst/>
          </a:prstGeom>
          <a:noFill/>
          <a:ln/>
        </p:spPr>
        <p:txBody>
          <a:bodyPr wrap="square" lIns="0" tIns="0" rIns="0" bIns="0" rtlCol="0" anchor="ctr"/>
          <a:lstStyle/>
          <a:p>
            <a:pPr marL="0" indent="0">
              <a:buNone/>
            </a:pPr>
            <a:r>
              <a:rPr lang="en-US" sz="900">
                <a:solidFill>
                  <a:srgbClr val="1E293B"/>
                </a:solidFill>
              </a:rPr>
              <a:t>ERP</a:t>
            </a:r>
            <a:endParaRPr lang="en-US" sz="900"/>
          </a:p>
        </p:txBody>
      </p:sp>
      <p:sp>
        <p:nvSpPr>
          <p:cNvPr id="46" name="Shape 44"/>
          <p:cNvSpPr/>
          <p:nvPr/>
        </p:nvSpPr>
        <p:spPr>
          <a:xfrm>
            <a:off x="2697480" y="3044952"/>
            <a:ext cx="868680" cy="329184"/>
          </a:xfrm>
          <a:prstGeom prst="rect">
            <a:avLst/>
          </a:prstGeom>
          <a:solidFill>
            <a:srgbClr val="FFFFFF"/>
          </a:solidFill>
          <a:ln w="5080">
            <a:solidFill>
              <a:srgbClr val="D8D3C7"/>
            </a:solidFill>
            <a:prstDash val="solid"/>
          </a:ln>
        </p:spPr>
        <p:txBody>
          <a:bodyPr/>
          <a:lstStyle/>
          <a:p>
            <a:endParaRPr lang="en-US"/>
          </a:p>
        </p:txBody>
      </p:sp>
      <p:sp>
        <p:nvSpPr>
          <p:cNvPr id="47" name="Text 45"/>
          <p:cNvSpPr/>
          <p:nvPr/>
        </p:nvSpPr>
        <p:spPr>
          <a:xfrm>
            <a:off x="2743200" y="3044952"/>
            <a:ext cx="777240" cy="329184"/>
          </a:xfrm>
          <a:prstGeom prst="rect">
            <a:avLst/>
          </a:prstGeom>
          <a:noFill/>
          <a:ln/>
        </p:spPr>
        <p:txBody>
          <a:bodyPr wrap="square" lIns="0" tIns="0" rIns="0" bIns="0" rtlCol="0" anchor="ctr"/>
          <a:lstStyle/>
          <a:p>
            <a:pPr marL="0" indent="0">
              <a:buNone/>
            </a:pPr>
            <a:r>
              <a:rPr lang="en-US" sz="900">
                <a:solidFill>
                  <a:srgbClr val="1E293B"/>
                </a:solidFill>
              </a:rPr>
              <a:t>Partner API</a:t>
            </a:r>
            <a:endParaRPr lang="en-US" sz="900"/>
          </a:p>
        </p:txBody>
      </p:sp>
      <p:sp>
        <p:nvSpPr>
          <p:cNvPr id="48" name="Shape 46"/>
          <p:cNvSpPr/>
          <p:nvPr/>
        </p:nvSpPr>
        <p:spPr>
          <a:xfrm>
            <a:off x="3566160" y="3044952"/>
            <a:ext cx="1097280" cy="329184"/>
          </a:xfrm>
          <a:prstGeom prst="rect">
            <a:avLst/>
          </a:prstGeom>
          <a:solidFill>
            <a:srgbClr val="FFFFFF"/>
          </a:solidFill>
          <a:ln w="5080">
            <a:solidFill>
              <a:srgbClr val="D8D3C7"/>
            </a:solidFill>
            <a:prstDash val="solid"/>
          </a:ln>
        </p:spPr>
        <p:txBody>
          <a:bodyPr/>
          <a:lstStyle/>
          <a:p>
            <a:endParaRPr lang="en-US"/>
          </a:p>
        </p:txBody>
      </p:sp>
      <p:sp>
        <p:nvSpPr>
          <p:cNvPr id="49" name="Text 47"/>
          <p:cNvSpPr/>
          <p:nvPr/>
        </p:nvSpPr>
        <p:spPr>
          <a:xfrm>
            <a:off x="3611880" y="3044952"/>
            <a:ext cx="1005840" cy="329184"/>
          </a:xfrm>
          <a:prstGeom prst="rect">
            <a:avLst/>
          </a:prstGeom>
          <a:noFill/>
          <a:ln/>
        </p:spPr>
        <p:txBody>
          <a:bodyPr wrap="square" lIns="0" tIns="0" rIns="0" bIns="0" rtlCol="0" anchor="ctr"/>
          <a:lstStyle/>
          <a:p>
            <a:pPr marL="0" indent="0">
              <a:buNone/>
            </a:pPr>
            <a:r>
              <a:rPr lang="en-US" sz="900">
                <a:solidFill>
                  <a:srgbClr val="1E293B"/>
                </a:solidFill>
              </a:rPr>
              <a:t>vendor.name</a:t>
            </a:r>
            <a:endParaRPr lang="en-US" sz="900"/>
          </a:p>
        </p:txBody>
      </p:sp>
      <p:sp>
        <p:nvSpPr>
          <p:cNvPr id="50" name="Shape 48"/>
          <p:cNvSpPr/>
          <p:nvPr/>
        </p:nvSpPr>
        <p:spPr>
          <a:xfrm>
            <a:off x="4663440" y="3044952"/>
            <a:ext cx="822960" cy="329184"/>
          </a:xfrm>
          <a:prstGeom prst="rect">
            <a:avLst/>
          </a:prstGeom>
          <a:solidFill>
            <a:srgbClr val="FFFFFF"/>
          </a:solidFill>
          <a:ln w="5080">
            <a:solidFill>
              <a:srgbClr val="D8D3C7"/>
            </a:solidFill>
            <a:prstDash val="solid"/>
          </a:ln>
        </p:spPr>
        <p:txBody>
          <a:bodyPr/>
          <a:lstStyle/>
          <a:p>
            <a:endParaRPr lang="en-US"/>
          </a:p>
        </p:txBody>
      </p:sp>
      <p:sp>
        <p:nvSpPr>
          <p:cNvPr id="51" name="Text 49"/>
          <p:cNvSpPr/>
          <p:nvPr/>
        </p:nvSpPr>
        <p:spPr>
          <a:xfrm>
            <a:off x="4709160" y="3044952"/>
            <a:ext cx="731520" cy="329184"/>
          </a:xfrm>
          <a:prstGeom prst="rect">
            <a:avLst/>
          </a:prstGeom>
          <a:noFill/>
          <a:ln/>
        </p:spPr>
        <p:txBody>
          <a:bodyPr wrap="square" lIns="0" tIns="0" rIns="0" bIns="0" rtlCol="0" anchor="ctr"/>
          <a:lstStyle/>
          <a:p>
            <a:pPr marL="0" indent="0">
              <a:buNone/>
            </a:pPr>
            <a:r>
              <a:rPr lang="en-US" sz="900" b="1">
                <a:solidFill>
                  <a:srgbClr val="028090"/>
                </a:solidFill>
              </a:rPr>
              <a:t>Approved</a:t>
            </a:r>
            <a:endParaRPr lang="en-US" sz="900"/>
          </a:p>
        </p:txBody>
      </p:sp>
      <p:sp>
        <p:nvSpPr>
          <p:cNvPr id="52" name="Shape 50"/>
          <p:cNvSpPr/>
          <p:nvPr/>
        </p:nvSpPr>
        <p:spPr>
          <a:xfrm>
            <a:off x="548640" y="3374136"/>
            <a:ext cx="1371600" cy="329184"/>
          </a:xfrm>
          <a:prstGeom prst="rect">
            <a:avLst/>
          </a:prstGeom>
          <a:solidFill>
            <a:srgbClr val="FAF7F0"/>
          </a:solidFill>
          <a:ln w="5080">
            <a:solidFill>
              <a:srgbClr val="D8D3C7"/>
            </a:solidFill>
            <a:prstDash val="solid"/>
          </a:ln>
        </p:spPr>
        <p:txBody>
          <a:bodyPr/>
          <a:lstStyle/>
          <a:p>
            <a:endParaRPr lang="en-US"/>
          </a:p>
        </p:txBody>
      </p:sp>
      <p:sp>
        <p:nvSpPr>
          <p:cNvPr id="53" name="Text 51"/>
          <p:cNvSpPr/>
          <p:nvPr/>
        </p:nvSpPr>
        <p:spPr>
          <a:xfrm>
            <a:off x="594360" y="3374136"/>
            <a:ext cx="1280160" cy="329184"/>
          </a:xfrm>
          <a:prstGeom prst="rect">
            <a:avLst/>
          </a:prstGeom>
          <a:noFill/>
          <a:ln/>
        </p:spPr>
        <p:txBody>
          <a:bodyPr wrap="square" lIns="0" tIns="0" rIns="0" bIns="0" rtlCol="0" anchor="ctr"/>
          <a:lstStyle/>
          <a:p>
            <a:pPr marL="0" indent="0">
              <a:buNone/>
            </a:pPr>
            <a:r>
              <a:rPr lang="en-US" sz="900">
                <a:solidFill>
                  <a:srgbClr val="1E293B"/>
                </a:solidFill>
              </a:rPr>
              <a:t>Billing export</a:t>
            </a:r>
            <a:endParaRPr lang="en-US" sz="900"/>
          </a:p>
        </p:txBody>
      </p:sp>
      <p:sp>
        <p:nvSpPr>
          <p:cNvPr id="54" name="Shape 52"/>
          <p:cNvSpPr/>
          <p:nvPr/>
        </p:nvSpPr>
        <p:spPr>
          <a:xfrm>
            <a:off x="1920240" y="3374136"/>
            <a:ext cx="777240" cy="329184"/>
          </a:xfrm>
          <a:prstGeom prst="rect">
            <a:avLst/>
          </a:prstGeom>
          <a:solidFill>
            <a:srgbClr val="FAF7F0"/>
          </a:solidFill>
          <a:ln w="5080">
            <a:solidFill>
              <a:srgbClr val="D8D3C7"/>
            </a:solidFill>
            <a:prstDash val="solid"/>
          </a:ln>
        </p:spPr>
        <p:txBody>
          <a:bodyPr/>
          <a:lstStyle/>
          <a:p>
            <a:endParaRPr lang="en-US"/>
          </a:p>
        </p:txBody>
      </p:sp>
      <p:sp>
        <p:nvSpPr>
          <p:cNvPr id="55" name="Text 53"/>
          <p:cNvSpPr/>
          <p:nvPr/>
        </p:nvSpPr>
        <p:spPr>
          <a:xfrm>
            <a:off x="1965960" y="3374136"/>
            <a:ext cx="685800" cy="329184"/>
          </a:xfrm>
          <a:prstGeom prst="rect">
            <a:avLst/>
          </a:prstGeom>
          <a:noFill/>
          <a:ln/>
        </p:spPr>
        <p:txBody>
          <a:bodyPr wrap="square" lIns="0" tIns="0" rIns="0" bIns="0" rtlCol="0" anchor="ctr"/>
          <a:lstStyle/>
          <a:p>
            <a:pPr marL="0" indent="0">
              <a:buNone/>
            </a:pPr>
            <a:r>
              <a:rPr lang="en-US" sz="900">
                <a:solidFill>
                  <a:srgbClr val="1E293B"/>
                </a:solidFill>
              </a:rPr>
              <a:t>Billing</a:t>
            </a:r>
            <a:endParaRPr lang="en-US" sz="900"/>
          </a:p>
        </p:txBody>
      </p:sp>
      <p:sp>
        <p:nvSpPr>
          <p:cNvPr id="56" name="Shape 54"/>
          <p:cNvSpPr/>
          <p:nvPr/>
        </p:nvSpPr>
        <p:spPr>
          <a:xfrm>
            <a:off x="2697480" y="3374136"/>
            <a:ext cx="868680" cy="329184"/>
          </a:xfrm>
          <a:prstGeom prst="rect">
            <a:avLst/>
          </a:prstGeom>
          <a:solidFill>
            <a:srgbClr val="FAF7F0"/>
          </a:solidFill>
          <a:ln w="5080">
            <a:solidFill>
              <a:srgbClr val="D8D3C7"/>
            </a:solidFill>
            <a:prstDash val="solid"/>
          </a:ln>
        </p:spPr>
        <p:txBody>
          <a:bodyPr/>
          <a:lstStyle/>
          <a:p>
            <a:endParaRPr lang="en-US"/>
          </a:p>
        </p:txBody>
      </p:sp>
      <p:sp>
        <p:nvSpPr>
          <p:cNvPr id="57" name="Text 55"/>
          <p:cNvSpPr/>
          <p:nvPr/>
        </p:nvSpPr>
        <p:spPr>
          <a:xfrm>
            <a:off x="2743200" y="3374136"/>
            <a:ext cx="777240" cy="329184"/>
          </a:xfrm>
          <a:prstGeom prst="rect">
            <a:avLst/>
          </a:prstGeom>
          <a:noFill/>
          <a:ln/>
        </p:spPr>
        <p:txBody>
          <a:bodyPr wrap="square" lIns="0" tIns="0" rIns="0" bIns="0" rtlCol="0" anchor="ctr"/>
          <a:lstStyle/>
          <a:p>
            <a:pPr marL="0" indent="0">
              <a:buNone/>
            </a:pPr>
            <a:r>
              <a:rPr lang="en-US" sz="900">
                <a:solidFill>
                  <a:srgbClr val="1E293B"/>
                </a:solidFill>
              </a:rPr>
              <a:t>Data Lake</a:t>
            </a:r>
            <a:endParaRPr lang="en-US" sz="900"/>
          </a:p>
        </p:txBody>
      </p:sp>
      <p:sp>
        <p:nvSpPr>
          <p:cNvPr id="58" name="Shape 56"/>
          <p:cNvSpPr/>
          <p:nvPr/>
        </p:nvSpPr>
        <p:spPr>
          <a:xfrm>
            <a:off x="3566160" y="3374136"/>
            <a:ext cx="1097280" cy="329184"/>
          </a:xfrm>
          <a:prstGeom prst="rect">
            <a:avLst/>
          </a:prstGeom>
          <a:solidFill>
            <a:srgbClr val="FAF7F0"/>
          </a:solidFill>
          <a:ln w="5080">
            <a:solidFill>
              <a:srgbClr val="D8D3C7"/>
            </a:solidFill>
            <a:prstDash val="solid"/>
          </a:ln>
        </p:spPr>
        <p:txBody>
          <a:bodyPr/>
          <a:lstStyle/>
          <a:p>
            <a:endParaRPr lang="en-US"/>
          </a:p>
        </p:txBody>
      </p:sp>
      <p:sp>
        <p:nvSpPr>
          <p:cNvPr id="59" name="Text 57"/>
          <p:cNvSpPr/>
          <p:nvPr/>
        </p:nvSpPr>
        <p:spPr>
          <a:xfrm>
            <a:off x="3611880" y="3374136"/>
            <a:ext cx="1005840" cy="329184"/>
          </a:xfrm>
          <a:prstGeom prst="rect">
            <a:avLst/>
          </a:prstGeom>
          <a:noFill/>
          <a:ln/>
        </p:spPr>
        <p:txBody>
          <a:bodyPr wrap="square" lIns="0" tIns="0" rIns="0" bIns="0" rtlCol="0" anchor="ctr"/>
          <a:lstStyle/>
          <a:p>
            <a:pPr marL="0" indent="0">
              <a:buNone/>
            </a:pPr>
            <a:r>
              <a:rPr lang="en-US" sz="900">
                <a:solidFill>
                  <a:srgbClr val="1E293B"/>
                </a:solidFill>
              </a:rPr>
              <a:t>amount.gross</a:t>
            </a:r>
            <a:endParaRPr lang="en-US" sz="900"/>
          </a:p>
        </p:txBody>
      </p:sp>
      <p:sp>
        <p:nvSpPr>
          <p:cNvPr id="60" name="Shape 58"/>
          <p:cNvSpPr/>
          <p:nvPr/>
        </p:nvSpPr>
        <p:spPr>
          <a:xfrm>
            <a:off x="4663440" y="3374136"/>
            <a:ext cx="822960" cy="329184"/>
          </a:xfrm>
          <a:prstGeom prst="rect">
            <a:avLst/>
          </a:prstGeom>
          <a:solidFill>
            <a:srgbClr val="FAF7F0"/>
          </a:solidFill>
          <a:ln w="5080">
            <a:solidFill>
              <a:srgbClr val="D8D3C7"/>
            </a:solidFill>
            <a:prstDash val="solid"/>
          </a:ln>
        </p:spPr>
        <p:txBody>
          <a:bodyPr/>
          <a:lstStyle/>
          <a:p>
            <a:endParaRPr lang="en-US"/>
          </a:p>
        </p:txBody>
      </p:sp>
      <p:sp>
        <p:nvSpPr>
          <p:cNvPr id="61" name="Text 59"/>
          <p:cNvSpPr/>
          <p:nvPr/>
        </p:nvSpPr>
        <p:spPr>
          <a:xfrm>
            <a:off x="4709160" y="3374136"/>
            <a:ext cx="731520" cy="329184"/>
          </a:xfrm>
          <a:prstGeom prst="rect">
            <a:avLst/>
          </a:prstGeom>
          <a:noFill/>
          <a:ln/>
        </p:spPr>
        <p:txBody>
          <a:bodyPr wrap="square" lIns="0" tIns="0" rIns="0" bIns="0" rtlCol="0" anchor="ctr"/>
          <a:lstStyle/>
          <a:p>
            <a:pPr marL="0" indent="0">
              <a:buNone/>
            </a:pPr>
            <a:r>
              <a:rPr lang="en-US" sz="900" b="1">
                <a:solidFill>
                  <a:srgbClr val="F2A65A"/>
                </a:solidFill>
              </a:rPr>
              <a:t>Review</a:t>
            </a:r>
            <a:endParaRPr lang="en-US" sz="900"/>
          </a:p>
        </p:txBody>
      </p:sp>
      <p:sp>
        <p:nvSpPr>
          <p:cNvPr id="62" name="Shape 60"/>
          <p:cNvSpPr/>
          <p:nvPr/>
        </p:nvSpPr>
        <p:spPr>
          <a:xfrm>
            <a:off x="548640" y="3703320"/>
            <a:ext cx="1371600" cy="329184"/>
          </a:xfrm>
          <a:prstGeom prst="rect">
            <a:avLst/>
          </a:prstGeom>
          <a:solidFill>
            <a:srgbClr val="FFFFFF"/>
          </a:solidFill>
          <a:ln w="5080">
            <a:solidFill>
              <a:srgbClr val="D8D3C7"/>
            </a:solidFill>
            <a:prstDash val="solid"/>
          </a:ln>
        </p:spPr>
        <p:txBody>
          <a:bodyPr/>
          <a:lstStyle/>
          <a:p>
            <a:endParaRPr lang="en-US"/>
          </a:p>
        </p:txBody>
      </p:sp>
      <p:sp>
        <p:nvSpPr>
          <p:cNvPr id="63" name="Text 61"/>
          <p:cNvSpPr/>
          <p:nvPr/>
        </p:nvSpPr>
        <p:spPr>
          <a:xfrm>
            <a:off x="594360" y="3703320"/>
            <a:ext cx="1280160" cy="329184"/>
          </a:xfrm>
          <a:prstGeom prst="rect">
            <a:avLst/>
          </a:prstGeom>
          <a:noFill/>
          <a:ln/>
        </p:spPr>
        <p:txBody>
          <a:bodyPr wrap="square" lIns="0" tIns="0" rIns="0" bIns="0" rtlCol="0" anchor="ctr"/>
          <a:lstStyle/>
          <a:p>
            <a:pPr marL="0" indent="0">
              <a:buNone/>
            </a:pPr>
            <a:r>
              <a:rPr lang="en-US" sz="900">
                <a:solidFill>
                  <a:srgbClr val="1E293B"/>
                </a:solidFill>
              </a:rPr>
              <a:t>Legacy load</a:t>
            </a:r>
            <a:endParaRPr lang="en-US" sz="900"/>
          </a:p>
        </p:txBody>
      </p:sp>
      <p:sp>
        <p:nvSpPr>
          <p:cNvPr id="64" name="Shape 62"/>
          <p:cNvSpPr/>
          <p:nvPr/>
        </p:nvSpPr>
        <p:spPr>
          <a:xfrm>
            <a:off x="1920240" y="3703320"/>
            <a:ext cx="777240" cy="329184"/>
          </a:xfrm>
          <a:prstGeom prst="rect">
            <a:avLst/>
          </a:prstGeom>
          <a:solidFill>
            <a:srgbClr val="FFFFFF"/>
          </a:solidFill>
          <a:ln w="5080">
            <a:solidFill>
              <a:srgbClr val="D8D3C7"/>
            </a:solidFill>
            <a:prstDash val="solid"/>
          </a:ln>
        </p:spPr>
        <p:txBody>
          <a:bodyPr/>
          <a:lstStyle/>
          <a:p>
            <a:endParaRPr lang="en-US"/>
          </a:p>
        </p:txBody>
      </p:sp>
      <p:sp>
        <p:nvSpPr>
          <p:cNvPr id="65" name="Text 63"/>
          <p:cNvSpPr/>
          <p:nvPr/>
        </p:nvSpPr>
        <p:spPr>
          <a:xfrm>
            <a:off x="1965960" y="3703320"/>
            <a:ext cx="685800" cy="329184"/>
          </a:xfrm>
          <a:prstGeom prst="rect">
            <a:avLst/>
          </a:prstGeom>
          <a:noFill/>
          <a:ln/>
        </p:spPr>
        <p:txBody>
          <a:bodyPr wrap="square" lIns="0" tIns="0" rIns="0" bIns="0" rtlCol="0" anchor="ctr"/>
          <a:lstStyle/>
          <a:p>
            <a:pPr marL="0" indent="0">
              <a:buNone/>
            </a:pPr>
            <a:r>
              <a:rPr lang="en-US" sz="900">
                <a:solidFill>
                  <a:srgbClr val="1E293B"/>
                </a:solidFill>
              </a:rPr>
              <a:t>Legacy</a:t>
            </a:r>
            <a:endParaRPr lang="en-US" sz="900"/>
          </a:p>
        </p:txBody>
      </p:sp>
      <p:sp>
        <p:nvSpPr>
          <p:cNvPr id="66" name="Shape 64"/>
          <p:cNvSpPr/>
          <p:nvPr/>
        </p:nvSpPr>
        <p:spPr>
          <a:xfrm>
            <a:off x="2697480" y="3703320"/>
            <a:ext cx="868680" cy="329184"/>
          </a:xfrm>
          <a:prstGeom prst="rect">
            <a:avLst/>
          </a:prstGeom>
          <a:solidFill>
            <a:srgbClr val="FFFFFF"/>
          </a:solidFill>
          <a:ln w="5080">
            <a:solidFill>
              <a:srgbClr val="D8D3C7"/>
            </a:solidFill>
            <a:prstDash val="solid"/>
          </a:ln>
        </p:spPr>
        <p:txBody>
          <a:bodyPr/>
          <a:lstStyle/>
          <a:p>
            <a:endParaRPr lang="en-US"/>
          </a:p>
        </p:txBody>
      </p:sp>
      <p:sp>
        <p:nvSpPr>
          <p:cNvPr id="67" name="Text 65"/>
          <p:cNvSpPr/>
          <p:nvPr/>
        </p:nvSpPr>
        <p:spPr>
          <a:xfrm>
            <a:off x="2743200" y="3703320"/>
            <a:ext cx="777240" cy="329184"/>
          </a:xfrm>
          <a:prstGeom prst="rect">
            <a:avLst/>
          </a:prstGeom>
          <a:noFill/>
          <a:ln/>
        </p:spPr>
        <p:txBody>
          <a:bodyPr wrap="square" lIns="0" tIns="0" rIns="0" bIns="0" rtlCol="0" anchor="ctr"/>
          <a:lstStyle/>
          <a:p>
            <a:pPr marL="0" indent="0">
              <a:buNone/>
            </a:pPr>
            <a:r>
              <a:rPr lang="en-US" sz="900">
                <a:solidFill>
                  <a:srgbClr val="1E293B"/>
                </a:solidFill>
              </a:rPr>
              <a:t>ERP</a:t>
            </a:r>
            <a:endParaRPr lang="en-US" sz="900"/>
          </a:p>
        </p:txBody>
      </p:sp>
      <p:sp>
        <p:nvSpPr>
          <p:cNvPr id="68" name="Shape 66"/>
          <p:cNvSpPr/>
          <p:nvPr/>
        </p:nvSpPr>
        <p:spPr>
          <a:xfrm>
            <a:off x="3566160" y="3703320"/>
            <a:ext cx="1097280" cy="329184"/>
          </a:xfrm>
          <a:prstGeom prst="rect">
            <a:avLst/>
          </a:prstGeom>
          <a:solidFill>
            <a:srgbClr val="FFFFFF"/>
          </a:solidFill>
          <a:ln w="5080">
            <a:solidFill>
              <a:srgbClr val="D8D3C7"/>
            </a:solidFill>
            <a:prstDash val="solid"/>
          </a:ln>
        </p:spPr>
        <p:txBody>
          <a:bodyPr/>
          <a:lstStyle/>
          <a:p>
            <a:endParaRPr lang="en-US"/>
          </a:p>
        </p:txBody>
      </p:sp>
      <p:sp>
        <p:nvSpPr>
          <p:cNvPr id="69" name="Text 67"/>
          <p:cNvSpPr/>
          <p:nvPr/>
        </p:nvSpPr>
        <p:spPr>
          <a:xfrm>
            <a:off x="3611880" y="3703320"/>
            <a:ext cx="1005840" cy="329184"/>
          </a:xfrm>
          <a:prstGeom prst="rect">
            <a:avLst/>
          </a:prstGeom>
          <a:noFill/>
          <a:ln/>
        </p:spPr>
        <p:txBody>
          <a:bodyPr wrap="square" lIns="0" tIns="0" rIns="0" bIns="0" rtlCol="0" anchor="ctr"/>
          <a:lstStyle/>
          <a:p>
            <a:pPr marL="0" indent="0">
              <a:buNone/>
            </a:pPr>
            <a:r>
              <a:rPr lang="en-US" sz="900">
                <a:solidFill>
                  <a:srgbClr val="1E293B"/>
                </a:solidFill>
              </a:rPr>
              <a:t>company.code</a:t>
            </a:r>
            <a:endParaRPr lang="en-US" sz="900"/>
          </a:p>
        </p:txBody>
      </p:sp>
      <p:sp>
        <p:nvSpPr>
          <p:cNvPr id="70" name="Shape 68"/>
          <p:cNvSpPr/>
          <p:nvPr/>
        </p:nvSpPr>
        <p:spPr>
          <a:xfrm>
            <a:off x="4663440" y="3703320"/>
            <a:ext cx="822960" cy="329184"/>
          </a:xfrm>
          <a:prstGeom prst="rect">
            <a:avLst/>
          </a:prstGeom>
          <a:solidFill>
            <a:srgbClr val="FFFFFF"/>
          </a:solidFill>
          <a:ln w="5080">
            <a:solidFill>
              <a:srgbClr val="D8D3C7"/>
            </a:solidFill>
            <a:prstDash val="solid"/>
          </a:ln>
        </p:spPr>
        <p:txBody>
          <a:bodyPr/>
          <a:lstStyle/>
          <a:p>
            <a:endParaRPr lang="en-US"/>
          </a:p>
        </p:txBody>
      </p:sp>
      <p:sp>
        <p:nvSpPr>
          <p:cNvPr id="71" name="Text 69"/>
          <p:cNvSpPr/>
          <p:nvPr/>
        </p:nvSpPr>
        <p:spPr>
          <a:xfrm>
            <a:off x="4709160" y="3703320"/>
            <a:ext cx="731520" cy="329184"/>
          </a:xfrm>
          <a:prstGeom prst="rect">
            <a:avLst/>
          </a:prstGeom>
          <a:noFill/>
          <a:ln/>
        </p:spPr>
        <p:txBody>
          <a:bodyPr wrap="square" lIns="0" tIns="0" rIns="0" bIns="0" rtlCol="0" anchor="ctr"/>
          <a:lstStyle/>
          <a:p>
            <a:pPr marL="0" indent="0">
              <a:buNone/>
            </a:pPr>
            <a:r>
              <a:rPr lang="en-US" sz="900" b="1">
                <a:solidFill>
                  <a:srgbClr val="028090"/>
                </a:solidFill>
              </a:rPr>
              <a:t>Approved</a:t>
            </a:r>
            <a:endParaRPr lang="en-US" sz="900"/>
          </a:p>
        </p:txBody>
      </p:sp>
      <p:sp>
        <p:nvSpPr>
          <p:cNvPr id="72" name="Shape 70"/>
          <p:cNvSpPr/>
          <p:nvPr/>
        </p:nvSpPr>
        <p:spPr>
          <a:xfrm>
            <a:off x="548640" y="4032504"/>
            <a:ext cx="1371600" cy="329184"/>
          </a:xfrm>
          <a:prstGeom prst="rect">
            <a:avLst/>
          </a:prstGeom>
          <a:solidFill>
            <a:srgbClr val="FAF7F0"/>
          </a:solidFill>
          <a:ln w="5080">
            <a:solidFill>
              <a:srgbClr val="D8D3C7"/>
            </a:solidFill>
            <a:prstDash val="solid"/>
          </a:ln>
        </p:spPr>
        <p:txBody>
          <a:bodyPr/>
          <a:lstStyle/>
          <a:p>
            <a:endParaRPr lang="en-US"/>
          </a:p>
        </p:txBody>
      </p:sp>
      <p:sp>
        <p:nvSpPr>
          <p:cNvPr id="73" name="Text 71"/>
          <p:cNvSpPr/>
          <p:nvPr/>
        </p:nvSpPr>
        <p:spPr>
          <a:xfrm>
            <a:off x="594360" y="4032504"/>
            <a:ext cx="1280160" cy="329184"/>
          </a:xfrm>
          <a:prstGeom prst="rect">
            <a:avLst/>
          </a:prstGeom>
          <a:noFill/>
          <a:ln/>
        </p:spPr>
        <p:txBody>
          <a:bodyPr wrap="square" lIns="0" tIns="0" rIns="0" bIns="0" rtlCol="0" anchor="ctr"/>
          <a:lstStyle/>
          <a:p>
            <a:pPr marL="0" indent="0">
              <a:buNone/>
            </a:pPr>
            <a:r>
              <a:rPr lang="en-US" sz="900">
                <a:solidFill>
                  <a:srgbClr val="1E293B"/>
                </a:solidFill>
              </a:rPr>
              <a:t>MDM customer</a:t>
            </a:r>
            <a:endParaRPr lang="en-US" sz="900"/>
          </a:p>
        </p:txBody>
      </p:sp>
      <p:sp>
        <p:nvSpPr>
          <p:cNvPr id="74" name="Shape 72"/>
          <p:cNvSpPr/>
          <p:nvPr/>
        </p:nvSpPr>
        <p:spPr>
          <a:xfrm>
            <a:off x="1920240" y="4032504"/>
            <a:ext cx="777240" cy="329184"/>
          </a:xfrm>
          <a:prstGeom prst="rect">
            <a:avLst/>
          </a:prstGeom>
          <a:solidFill>
            <a:srgbClr val="FAF7F0"/>
          </a:solidFill>
          <a:ln w="5080">
            <a:solidFill>
              <a:srgbClr val="D8D3C7"/>
            </a:solidFill>
            <a:prstDash val="solid"/>
          </a:ln>
        </p:spPr>
        <p:txBody>
          <a:bodyPr/>
          <a:lstStyle/>
          <a:p>
            <a:endParaRPr lang="en-US"/>
          </a:p>
        </p:txBody>
      </p:sp>
      <p:sp>
        <p:nvSpPr>
          <p:cNvPr id="75" name="Text 73"/>
          <p:cNvSpPr/>
          <p:nvPr/>
        </p:nvSpPr>
        <p:spPr>
          <a:xfrm>
            <a:off x="1965960" y="4032504"/>
            <a:ext cx="685800" cy="329184"/>
          </a:xfrm>
          <a:prstGeom prst="rect">
            <a:avLst/>
          </a:prstGeom>
          <a:noFill/>
          <a:ln/>
        </p:spPr>
        <p:txBody>
          <a:bodyPr wrap="square" lIns="0" tIns="0" rIns="0" bIns="0" rtlCol="0" anchor="ctr"/>
          <a:lstStyle/>
          <a:p>
            <a:pPr marL="0" indent="0">
              <a:buNone/>
            </a:pPr>
            <a:r>
              <a:rPr lang="en-US" sz="900">
                <a:solidFill>
                  <a:srgbClr val="1E293B"/>
                </a:solidFill>
              </a:rPr>
              <a:t>ERP+CRM</a:t>
            </a:r>
            <a:endParaRPr lang="en-US" sz="900"/>
          </a:p>
        </p:txBody>
      </p:sp>
      <p:sp>
        <p:nvSpPr>
          <p:cNvPr id="76" name="Shape 74"/>
          <p:cNvSpPr/>
          <p:nvPr/>
        </p:nvSpPr>
        <p:spPr>
          <a:xfrm>
            <a:off x="2697480" y="4032504"/>
            <a:ext cx="868680" cy="329184"/>
          </a:xfrm>
          <a:prstGeom prst="rect">
            <a:avLst/>
          </a:prstGeom>
          <a:solidFill>
            <a:srgbClr val="FAF7F0"/>
          </a:solidFill>
          <a:ln w="5080">
            <a:solidFill>
              <a:srgbClr val="D8D3C7"/>
            </a:solidFill>
            <a:prstDash val="solid"/>
          </a:ln>
        </p:spPr>
        <p:txBody>
          <a:bodyPr/>
          <a:lstStyle/>
          <a:p>
            <a:endParaRPr lang="en-US"/>
          </a:p>
        </p:txBody>
      </p:sp>
      <p:sp>
        <p:nvSpPr>
          <p:cNvPr id="77" name="Text 75"/>
          <p:cNvSpPr/>
          <p:nvPr/>
        </p:nvSpPr>
        <p:spPr>
          <a:xfrm>
            <a:off x="2743200" y="4032504"/>
            <a:ext cx="777240" cy="329184"/>
          </a:xfrm>
          <a:prstGeom prst="rect">
            <a:avLst/>
          </a:prstGeom>
          <a:noFill/>
          <a:ln/>
        </p:spPr>
        <p:txBody>
          <a:bodyPr wrap="square" lIns="0" tIns="0" rIns="0" bIns="0" rtlCol="0" anchor="ctr"/>
          <a:lstStyle/>
          <a:p>
            <a:pPr marL="0" indent="0">
              <a:buNone/>
            </a:pPr>
            <a:r>
              <a:rPr lang="en-US" sz="900">
                <a:solidFill>
                  <a:srgbClr val="1E293B"/>
                </a:solidFill>
              </a:rPr>
              <a:t>MDM hub</a:t>
            </a:r>
            <a:endParaRPr lang="en-US" sz="900"/>
          </a:p>
        </p:txBody>
      </p:sp>
      <p:sp>
        <p:nvSpPr>
          <p:cNvPr id="78" name="Shape 76"/>
          <p:cNvSpPr/>
          <p:nvPr/>
        </p:nvSpPr>
        <p:spPr>
          <a:xfrm>
            <a:off x="3566160" y="4032504"/>
            <a:ext cx="1097280" cy="329184"/>
          </a:xfrm>
          <a:prstGeom prst="rect">
            <a:avLst/>
          </a:prstGeom>
          <a:solidFill>
            <a:srgbClr val="FAF7F0"/>
          </a:solidFill>
          <a:ln w="5080">
            <a:solidFill>
              <a:srgbClr val="D8D3C7"/>
            </a:solidFill>
            <a:prstDash val="solid"/>
          </a:ln>
        </p:spPr>
        <p:txBody>
          <a:bodyPr/>
          <a:lstStyle/>
          <a:p>
            <a:endParaRPr lang="en-US"/>
          </a:p>
        </p:txBody>
      </p:sp>
      <p:sp>
        <p:nvSpPr>
          <p:cNvPr id="79" name="Text 77"/>
          <p:cNvSpPr/>
          <p:nvPr/>
        </p:nvSpPr>
        <p:spPr>
          <a:xfrm>
            <a:off x="3611880" y="4032504"/>
            <a:ext cx="1005840" cy="329184"/>
          </a:xfrm>
          <a:prstGeom prst="rect">
            <a:avLst/>
          </a:prstGeom>
          <a:noFill/>
          <a:ln/>
        </p:spPr>
        <p:txBody>
          <a:bodyPr wrap="square" lIns="0" tIns="0" rIns="0" bIns="0" rtlCol="0" anchor="ctr"/>
          <a:lstStyle/>
          <a:p>
            <a:pPr marL="0" indent="0">
              <a:buNone/>
            </a:pPr>
            <a:r>
              <a:rPr lang="en-US" sz="900">
                <a:solidFill>
                  <a:srgbClr val="1E293B"/>
                </a:solidFill>
              </a:rPr>
              <a:t>customer.*</a:t>
            </a:r>
            <a:endParaRPr lang="en-US" sz="900"/>
          </a:p>
        </p:txBody>
      </p:sp>
      <p:sp>
        <p:nvSpPr>
          <p:cNvPr id="80" name="Shape 78"/>
          <p:cNvSpPr/>
          <p:nvPr/>
        </p:nvSpPr>
        <p:spPr>
          <a:xfrm>
            <a:off x="4663440" y="4032504"/>
            <a:ext cx="822960" cy="329184"/>
          </a:xfrm>
          <a:prstGeom prst="rect">
            <a:avLst/>
          </a:prstGeom>
          <a:solidFill>
            <a:srgbClr val="FAF7F0"/>
          </a:solidFill>
          <a:ln w="5080">
            <a:solidFill>
              <a:srgbClr val="D8D3C7"/>
            </a:solidFill>
            <a:prstDash val="solid"/>
          </a:ln>
        </p:spPr>
        <p:txBody>
          <a:bodyPr/>
          <a:lstStyle/>
          <a:p>
            <a:endParaRPr lang="en-US"/>
          </a:p>
        </p:txBody>
      </p:sp>
      <p:sp>
        <p:nvSpPr>
          <p:cNvPr id="81" name="Text 79"/>
          <p:cNvSpPr/>
          <p:nvPr/>
        </p:nvSpPr>
        <p:spPr>
          <a:xfrm>
            <a:off x="4709160" y="4032504"/>
            <a:ext cx="731520" cy="329184"/>
          </a:xfrm>
          <a:prstGeom prst="rect">
            <a:avLst/>
          </a:prstGeom>
          <a:noFill/>
          <a:ln/>
        </p:spPr>
        <p:txBody>
          <a:bodyPr wrap="square" lIns="0" tIns="0" rIns="0" bIns="0" rtlCol="0" anchor="ctr"/>
          <a:lstStyle/>
          <a:p>
            <a:pPr marL="0" indent="0">
              <a:buNone/>
            </a:pPr>
            <a:r>
              <a:rPr lang="en-US" sz="900" b="1">
                <a:solidFill>
                  <a:srgbClr val="64748B"/>
                </a:solidFill>
              </a:rPr>
              <a:t>Draft</a:t>
            </a:r>
            <a:endParaRPr lang="en-US" sz="900"/>
          </a:p>
        </p:txBody>
      </p:sp>
      <p:sp>
        <p:nvSpPr>
          <p:cNvPr id="82" name="Shape 80"/>
          <p:cNvSpPr/>
          <p:nvPr/>
        </p:nvSpPr>
        <p:spPr>
          <a:xfrm>
            <a:off x="5760720" y="1371600"/>
            <a:ext cx="3017520" cy="777240"/>
          </a:xfrm>
          <a:prstGeom prst="rect">
            <a:avLst/>
          </a:prstGeom>
          <a:solidFill>
            <a:srgbClr val="FFFFFF"/>
          </a:solidFill>
          <a:ln w="9525">
            <a:solidFill>
              <a:srgbClr val="D8D3C7"/>
            </a:solidFill>
            <a:prstDash val="solid"/>
          </a:ln>
        </p:spPr>
        <p:txBody>
          <a:bodyPr/>
          <a:lstStyle/>
          <a:p>
            <a:endParaRPr lang="en-US"/>
          </a:p>
        </p:txBody>
      </p:sp>
      <p:sp>
        <p:nvSpPr>
          <p:cNvPr id="83" name="Shape 81"/>
          <p:cNvSpPr/>
          <p:nvPr/>
        </p:nvSpPr>
        <p:spPr>
          <a:xfrm>
            <a:off x="5760720" y="1371600"/>
            <a:ext cx="73152" cy="777240"/>
          </a:xfrm>
          <a:prstGeom prst="rect">
            <a:avLst/>
          </a:prstGeom>
          <a:solidFill>
            <a:srgbClr val="028090"/>
          </a:solidFill>
          <a:ln w="12700">
            <a:solidFill>
              <a:srgbClr val="028090"/>
            </a:solidFill>
            <a:prstDash val="solid"/>
          </a:ln>
        </p:spPr>
        <p:txBody>
          <a:bodyPr/>
          <a:lstStyle/>
          <a:p>
            <a:endParaRPr lang="en-US"/>
          </a:p>
        </p:txBody>
      </p:sp>
      <p:sp>
        <p:nvSpPr>
          <p:cNvPr id="84" name="Text 82"/>
          <p:cNvSpPr/>
          <p:nvPr/>
        </p:nvSpPr>
        <p:spPr>
          <a:xfrm>
            <a:off x="5943600" y="1463040"/>
            <a:ext cx="2743200" cy="292608"/>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Search</a:t>
            </a:r>
            <a:endParaRPr lang="en-US" sz="1300"/>
          </a:p>
        </p:txBody>
      </p:sp>
      <p:sp>
        <p:nvSpPr>
          <p:cNvPr id="85" name="Text 83"/>
          <p:cNvSpPr/>
          <p:nvPr/>
        </p:nvSpPr>
        <p:spPr>
          <a:xfrm>
            <a:off x="5943600" y="1755648"/>
            <a:ext cx="2743200" cy="365760"/>
          </a:xfrm>
          <a:prstGeom prst="rect">
            <a:avLst/>
          </a:prstGeom>
          <a:noFill/>
          <a:ln/>
        </p:spPr>
        <p:txBody>
          <a:bodyPr wrap="square" lIns="0" tIns="0" rIns="0" bIns="0" rtlCol="0" anchor="t"/>
          <a:lstStyle/>
          <a:p>
            <a:pPr marL="0" indent="0">
              <a:buNone/>
            </a:pPr>
            <a:r>
              <a:rPr lang="en-US" sz="1000">
                <a:solidFill>
                  <a:srgbClr val="1E293B"/>
                </a:solidFill>
              </a:rPr>
              <a:t>By source, target, concept, owner, status.</a:t>
            </a:r>
            <a:endParaRPr lang="en-US" sz="1000"/>
          </a:p>
        </p:txBody>
      </p:sp>
      <p:sp>
        <p:nvSpPr>
          <p:cNvPr id="86" name="Shape 84"/>
          <p:cNvSpPr/>
          <p:nvPr/>
        </p:nvSpPr>
        <p:spPr>
          <a:xfrm>
            <a:off x="5760720" y="2221992"/>
            <a:ext cx="3017520" cy="777240"/>
          </a:xfrm>
          <a:prstGeom prst="rect">
            <a:avLst/>
          </a:prstGeom>
          <a:solidFill>
            <a:srgbClr val="FFFFFF"/>
          </a:solidFill>
          <a:ln w="9525">
            <a:solidFill>
              <a:srgbClr val="D8D3C7"/>
            </a:solidFill>
            <a:prstDash val="solid"/>
          </a:ln>
        </p:spPr>
        <p:txBody>
          <a:bodyPr/>
          <a:lstStyle/>
          <a:p>
            <a:endParaRPr lang="en-US"/>
          </a:p>
        </p:txBody>
      </p:sp>
      <p:sp>
        <p:nvSpPr>
          <p:cNvPr id="87" name="Shape 85"/>
          <p:cNvSpPr/>
          <p:nvPr/>
        </p:nvSpPr>
        <p:spPr>
          <a:xfrm>
            <a:off x="5760720" y="2221992"/>
            <a:ext cx="73152" cy="777240"/>
          </a:xfrm>
          <a:prstGeom prst="rect">
            <a:avLst/>
          </a:prstGeom>
          <a:solidFill>
            <a:srgbClr val="028090"/>
          </a:solidFill>
          <a:ln w="12700">
            <a:solidFill>
              <a:srgbClr val="028090"/>
            </a:solidFill>
            <a:prstDash val="solid"/>
          </a:ln>
        </p:spPr>
        <p:txBody>
          <a:bodyPr/>
          <a:lstStyle/>
          <a:p>
            <a:endParaRPr lang="en-US"/>
          </a:p>
        </p:txBody>
      </p:sp>
      <p:sp>
        <p:nvSpPr>
          <p:cNvPr id="88" name="Text 86"/>
          <p:cNvSpPr/>
          <p:nvPr/>
        </p:nvSpPr>
        <p:spPr>
          <a:xfrm>
            <a:off x="5943600" y="2313432"/>
            <a:ext cx="2743200" cy="292608"/>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Reuse</a:t>
            </a:r>
            <a:endParaRPr lang="en-US" sz="1300"/>
          </a:p>
        </p:txBody>
      </p:sp>
      <p:sp>
        <p:nvSpPr>
          <p:cNvPr id="89" name="Text 87"/>
          <p:cNvSpPr/>
          <p:nvPr/>
        </p:nvSpPr>
        <p:spPr>
          <a:xfrm>
            <a:off x="5943600" y="2606040"/>
            <a:ext cx="2743200" cy="365760"/>
          </a:xfrm>
          <a:prstGeom prst="rect">
            <a:avLst/>
          </a:prstGeom>
          <a:noFill/>
          <a:ln/>
        </p:spPr>
        <p:txBody>
          <a:bodyPr wrap="square" lIns="0" tIns="0" rIns="0" bIns="0" rtlCol="0" anchor="t"/>
          <a:lstStyle/>
          <a:p>
            <a:pPr marL="0" indent="0">
              <a:buNone/>
            </a:pPr>
            <a:r>
              <a:rPr lang="en-US" sz="1000">
                <a:solidFill>
                  <a:srgbClr val="1E293B"/>
                </a:solidFill>
              </a:rPr>
              <a:t>Pull approved mappings into a new program.</a:t>
            </a:r>
            <a:endParaRPr lang="en-US" sz="1000"/>
          </a:p>
        </p:txBody>
      </p:sp>
      <p:sp>
        <p:nvSpPr>
          <p:cNvPr id="90" name="Shape 88"/>
          <p:cNvSpPr/>
          <p:nvPr/>
        </p:nvSpPr>
        <p:spPr>
          <a:xfrm>
            <a:off x="5760720" y="3072384"/>
            <a:ext cx="3017520" cy="777240"/>
          </a:xfrm>
          <a:prstGeom prst="rect">
            <a:avLst/>
          </a:prstGeom>
          <a:solidFill>
            <a:srgbClr val="FFFFFF"/>
          </a:solidFill>
          <a:ln w="9525">
            <a:solidFill>
              <a:srgbClr val="D8D3C7"/>
            </a:solidFill>
            <a:prstDash val="solid"/>
          </a:ln>
        </p:spPr>
        <p:txBody>
          <a:bodyPr/>
          <a:lstStyle/>
          <a:p>
            <a:endParaRPr lang="en-US"/>
          </a:p>
        </p:txBody>
      </p:sp>
      <p:sp>
        <p:nvSpPr>
          <p:cNvPr id="91" name="Shape 89"/>
          <p:cNvSpPr/>
          <p:nvPr/>
        </p:nvSpPr>
        <p:spPr>
          <a:xfrm>
            <a:off x="5760720" y="3072384"/>
            <a:ext cx="73152" cy="777240"/>
          </a:xfrm>
          <a:prstGeom prst="rect">
            <a:avLst/>
          </a:prstGeom>
          <a:solidFill>
            <a:srgbClr val="028090"/>
          </a:solidFill>
          <a:ln w="12700">
            <a:solidFill>
              <a:srgbClr val="028090"/>
            </a:solidFill>
            <a:prstDash val="solid"/>
          </a:ln>
        </p:spPr>
        <p:txBody>
          <a:bodyPr/>
          <a:lstStyle/>
          <a:p>
            <a:endParaRPr lang="en-US"/>
          </a:p>
        </p:txBody>
      </p:sp>
      <p:sp>
        <p:nvSpPr>
          <p:cNvPr id="92" name="Text 90"/>
          <p:cNvSpPr/>
          <p:nvPr/>
        </p:nvSpPr>
        <p:spPr>
          <a:xfrm>
            <a:off x="5943600" y="3163824"/>
            <a:ext cx="2743200" cy="292608"/>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Govern</a:t>
            </a:r>
            <a:endParaRPr lang="en-US" sz="1300"/>
          </a:p>
        </p:txBody>
      </p:sp>
      <p:sp>
        <p:nvSpPr>
          <p:cNvPr id="93" name="Text 91"/>
          <p:cNvSpPr/>
          <p:nvPr/>
        </p:nvSpPr>
        <p:spPr>
          <a:xfrm>
            <a:off x="5943600" y="3456432"/>
            <a:ext cx="2743200" cy="365760"/>
          </a:xfrm>
          <a:prstGeom prst="rect">
            <a:avLst/>
          </a:prstGeom>
          <a:noFill/>
          <a:ln/>
        </p:spPr>
        <p:txBody>
          <a:bodyPr wrap="square" lIns="0" tIns="0" rIns="0" bIns="0" rtlCol="0" anchor="t"/>
          <a:lstStyle/>
          <a:p>
            <a:pPr marL="0" indent="0">
              <a:buNone/>
            </a:pPr>
            <a:r>
              <a:rPr lang="en-US" sz="1000">
                <a:solidFill>
                  <a:srgbClr val="1E293B"/>
                </a:solidFill>
              </a:rPr>
              <a:t>Diff, audit, version status across the portfolio.</a:t>
            </a:r>
            <a:endParaRPr lang="en-US" sz="1000"/>
          </a:p>
        </p:txBody>
      </p:sp>
      <p:sp>
        <p:nvSpPr>
          <p:cNvPr id="94" name="Shape 92"/>
          <p:cNvSpPr/>
          <p:nvPr/>
        </p:nvSpPr>
        <p:spPr>
          <a:xfrm>
            <a:off x="5760720" y="3922776"/>
            <a:ext cx="3017520" cy="777240"/>
          </a:xfrm>
          <a:prstGeom prst="rect">
            <a:avLst/>
          </a:prstGeom>
          <a:solidFill>
            <a:srgbClr val="FFFFFF"/>
          </a:solidFill>
          <a:ln w="9525">
            <a:solidFill>
              <a:srgbClr val="D8D3C7"/>
            </a:solidFill>
            <a:prstDash val="solid"/>
          </a:ln>
        </p:spPr>
        <p:txBody>
          <a:bodyPr/>
          <a:lstStyle/>
          <a:p>
            <a:endParaRPr lang="en-US"/>
          </a:p>
        </p:txBody>
      </p:sp>
      <p:sp>
        <p:nvSpPr>
          <p:cNvPr id="95" name="Shape 93"/>
          <p:cNvSpPr/>
          <p:nvPr/>
        </p:nvSpPr>
        <p:spPr>
          <a:xfrm>
            <a:off x="5760720" y="3922776"/>
            <a:ext cx="73152" cy="777240"/>
          </a:xfrm>
          <a:prstGeom prst="rect">
            <a:avLst/>
          </a:prstGeom>
          <a:solidFill>
            <a:srgbClr val="028090"/>
          </a:solidFill>
          <a:ln w="12700">
            <a:solidFill>
              <a:srgbClr val="028090"/>
            </a:solidFill>
            <a:prstDash val="solid"/>
          </a:ln>
        </p:spPr>
        <p:txBody>
          <a:bodyPr/>
          <a:lstStyle/>
          <a:p>
            <a:endParaRPr lang="en-US"/>
          </a:p>
        </p:txBody>
      </p:sp>
      <p:sp>
        <p:nvSpPr>
          <p:cNvPr id="96" name="Text 94"/>
          <p:cNvSpPr/>
          <p:nvPr/>
        </p:nvSpPr>
        <p:spPr>
          <a:xfrm>
            <a:off x="5943600" y="4014216"/>
            <a:ext cx="2743200" cy="292608"/>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Cover</a:t>
            </a:r>
            <a:endParaRPr lang="en-US" sz="1300"/>
          </a:p>
        </p:txBody>
      </p:sp>
      <p:sp>
        <p:nvSpPr>
          <p:cNvPr id="97" name="Text 95"/>
          <p:cNvSpPr/>
          <p:nvPr/>
        </p:nvSpPr>
        <p:spPr>
          <a:xfrm>
            <a:off x="5943600" y="4306824"/>
            <a:ext cx="2743200" cy="365760"/>
          </a:xfrm>
          <a:prstGeom prst="rect">
            <a:avLst/>
          </a:prstGeom>
          <a:noFill/>
          <a:ln/>
        </p:spPr>
        <p:txBody>
          <a:bodyPr wrap="square" lIns="0" tIns="0" rIns="0" bIns="0" rtlCol="0" anchor="t"/>
          <a:lstStyle/>
          <a:p>
            <a:pPr marL="0" indent="0">
              <a:buNone/>
            </a:pPr>
            <a:r>
              <a:rPr lang="en-US" sz="1000">
                <a:solidFill>
                  <a:srgbClr val="1E293B"/>
                </a:solidFill>
              </a:rPr>
              <a:t>See concept coverage gaps for EA review.</a:t>
            </a:r>
            <a:endParaRPr lang="en-US" sz="1000"/>
          </a:p>
        </p:txBody>
      </p:sp>
      <p:sp>
        <p:nvSpPr>
          <p:cNvPr id="98" name="Shape 96"/>
          <p:cNvSpPr/>
          <p:nvPr/>
        </p:nvSpPr>
        <p:spPr>
          <a:xfrm>
            <a:off x="365760" y="4572000"/>
            <a:ext cx="8412480" cy="320040"/>
          </a:xfrm>
          <a:prstGeom prst="rect">
            <a:avLst/>
          </a:prstGeom>
          <a:solidFill>
            <a:srgbClr val="081A2E"/>
          </a:solidFill>
          <a:ln w="12700">
            <a:solidFill>
              <a:srgbClr val="081A2E"/>
            </a:solidFill>
            <a:prstDash val="solid"/>
          </a:ln>
        </p:spPr>
        <p:txBody>
          <a:bodyPr/>
          <a:lstStyle/>
          <a:p>
            <a:endParaRPr lang="en-US"/>
          </a:p>
        </p:txBody>
      </p:sp>
      <p:sp>
        <p:nvSpPr>
          <p:cNvPr id="99" name="Shape 97"/>
          <p:cNvSpPr/>
          <p:nvPr/>
        </p:nvSpPr>
        <p:spPr>
          <a:xfrm>
            <a:off x="365760" y="4572000"/>
            <a:ext cx="73152" cy="320040"/>
          </a:xfrm>
          <a:prstGeom prst="rect">
            <a:avLst/>
          </a:prstGeom>
          <a:solidFill>
            <a:srgbClr val="00A896"/>
          </a:solidFill>
          <a:ln w="12700">
            <a:solidFill>
              <a:srgbClr val="00A896"/>
            </a:solidFill>
            <a:prstDash val="solid"/>
          </a:ln>
        </p:spPr>
        <p:txBody>
          <a:bodyPr/>
          <a:lstStyle/>
          <a:p>
            <a:endParaRPr lang="en-US"/>
          </a:p>
        </p:txBody>
      </p:sp>
      <p:sp>
        <p:nvSpPr>
          <p:cNvPr id="100" name="Text 98"/>
          <p:cNvSpPr/>
          <p:nvPr/>
        </p:nvSpPr>
        <p:spPr>
          <a:xfrm>
            <a:off x="548640" y="4572000"/>
            <a:ext cx="8229600" cy="320040"/>
          </a:xfrm>
          <a:prstGeom prst="rect">
            <a:avLst/>
          </a:prstGeom>
          <a:noFill/>
          <a:ln/>
        </p:spPr>
        <p:txBody>
          <a:bodyPr wrap="square" lIns="0" tIns="0" rIns="0" bIns="0" rtlCol="0" anchor="ctr"/>
          <a:lstStyle/>
          <a:p>
            <a:pPr marL="0" indent="0" algn="ctr">
              <a:buNone/>
            </a:pPr>
            <a:r>
              <a:rPr lang="en-US" sz="1000" i="1">
                <a:solidFill>
                  <a:srgbClr val="FFFFFF"/>
                </a:solidFill>
              </a:rPr>
              <a:t>Fed by approved mapping sets, canonical coverage, audit  ·  Consumed by analysts, EA, PMO, MDM team</a:t>
            </a:r>
            <a:endParaRPr lang="en-US" sz="1000"/>
          </a:p>
        </p:txBody>
      </p:sp>
      <p:sp>
        <p:nvSpPr>
          <p:cNvPr id="101" name="Shape 99"/>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102" name="Text 100"/>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103" name="Text 101"/>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9 / 12</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a:solidFill>
                  <a:srgbClr val="FFFFFF"/>
                </a:solidFill>
                <a:latin typeface="Cambria" pitchFamily="34" charset="0"/>
                <a:ea typeface="Cambria" pitchFamily="34" charset="-122"/>
                <a:cs typeface="Cambria" pitchFamily="34" charset="-120"/>
              </a:rPr>
              <a:t>Where This Can Go Next</a:t>
            </a:r>
            <a:endParaRPr lang="en-US" sz="22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Executive E4 · From mapping knowledge to enterprise-grade integration capability</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361188" y="1417320"/>
            <a:ext cx="2697480" cy="502920"/>
          </a:xfrm>
          <a:prstGeom prst="rect">
            <a:avLst/>
          </a:prstGeom>
          <a:solidFill>
            <a:srgbClr val="028090"/>
          </a:solidFill>
          <a:ln w="12700">
            <a:solidFill>
              <a:srgbClr val="028090"/>
            </a:solidFill>
            <a:prstDash val="solid"/>
          </a:ln>
        </p:spPr>
        <p:txBody>
          <a:bodyPr/>
          <a:lstStyle/>
          <a:p>
            <a:endParaRPr lang="en-US"/>
          </a:p>
        </p:txBody>
      </p:sp>
      <p:sp>
        <p:nvSpPr>
          <p:cNvPr id="8" name="Text 6"/>
          <p:cNvSpPr/>
          <p:nvPr/>
        </p:nvSpPr>
        <p:spPr>
          <a:xfrm>
            <a:off x="361188" y="1417320"/>
            <a:ext cx="2697480" cy="502920"/>
          </a:xfrm>
          <a:prstGeom prst="rect">
            <a:avLst/>
          </a:prstGeom>
          <a:noFill/>
          <a:ln/>
        </p:spPr>
        <p:txBody>
          <a:bodyPr wrap="square" lIns="0" tIns="0" rIns="0" bIns="0" rtlCol="0" anchor="ctr"/>
          <a:lstStyle/>
          <a:p>
            <a:pPr marL="0" indent="0" algn="ctr">
              <a:buNone/>
            </a:pPr>
            <a:r>
              <a:rPr lang="en-US" sz="1600" b="1" kern="0" spc="400">
                <a:solidFill>
                  <a:srgbClr val="FFFFFF"/>
                </a:solidFill>
                <a:latin typeface="Cambria" pitchFamily="34" charset="0"/>
                <a:ea typeface="Cambria" pitchFamily="34" charset="-122"/>
                <a:cs typeface="Cambria" pitchFamily="34" charset="-120"/>
              </a:rPr>
              <a:t>TODAY</a:t>
            </a:r>
            <a:endParaRPr lang="en-US" sz="1600"/>
          </a:p>
        </p:txBody>
      </p:sp>
      <p:sp>
        <p:nvSpPr>
          <p:cNvPr id="9" name="Shape 7"/>
          <p:cNvSpPr/>
          <p:nvPr/>
        </p:nvSpPr>
        <p:spPr>
          <a:xfrm>
            <a:off x="361188" y="1920240"/>
            <a:ext cx="2697480" cy="2651760"/>
          </a:xfrm>
          <a:prstGeom prst="rect">
            <a:avLst/>
          </a:prstGeom>
          <a:solidFill>
            <a:srgbClr val="FFFFFF"/>
          </a:solidFill>
          <a:ln w="9525">
            <a:solidFill>
              <a:srgbClr val="D8D3C7"/>
            </a:solidFill>
            <a:prstDash val="solid"/>
          </a:ln>
        </p:spPr>
        <p:txBody>
          <a:bodyPr/>
          <a:lstStyle/>
          <a:p>
            <a:endParaRPr lang="en-US"/>
          </a:p>
        </p:txBody>
      </p:sp>
      <p:sp>
        <p:nvSpPr>
          <p:cNvPr id="10" name="Text 8"/>
          <p:cNvSpPr/>
          <p:nvPr/>
        </p:nvSpPr>
        <p:spPr>
          <a:xfrm>
            <a:off x="544068" y="2057400"/>
            <a:ext cx="2423160" cy="2377440"/>
          </a:xfrm>
          <a:prstGeom prst="rect">
            <a:avLst/>
          </a:prstGeom>
          <a:noFill/>
          <a:ln/>
        </p:spPr>
        <p:txBody>
          <a:bodyPr wrap="square" lIns="0" tIns="0" rIns="0" bIns="0" rtlCol="0" anchor="t"/>
          <a:lstStyle/>
          <a:p>
            <a:pPr marL="342900" indent="-342900">
              <a:spcAft>
                <a:spcPts val="300"/>
              </a:spcAft>
              <a:buSzPct val="100000"/>
              <a:buChar char="■"/>
            </a:pPr>
            <a:r>
              <a:rPr lang="en-US" sz="1200">
                <a:solidFill>
                  <a:srgbClr val="1E293B"/>
                </a:solidFill>
                <a:latin typeface="Calibri" pitchFamily="34" charset="0"/>
                <a:ea typeface="Calibri" pitchFamily="34" charset="-122"/>
                <a:cs typeface="Calibri" pitchFamily="34" charset="-120"/>
              </a:rPr>
              <a:t>Pilot-grade workbench</a:t>
            </a:r>
            <a:endParaRPr lang="en-US" sz="1200"/>
          </a:p>
          <a:p>
            <a:pPr marL="342900" indent="-342900">
              <a:spcAft>
                <a:spcPts val="300"/>
              </a:spcAft>
              <a:buSzPct val="100000"/>
              <a:buChar char="■"/>
            </a:pPr>
            <a:r>
              <a:rPr lang="en-US" sz="1200">
                <a:solidFill>
                  <a:srgbClr val="1E293B"/>
                </a:solidFill>
                <a:latin typeface="Calibri" pitchFamily="34" charset="0"/>
                <a:ea typeface="Calibri" pitchFamily="34" charset="-122"/>
                <a:cs typeface="Calibri" pitchFamily="34" charset="-120"/>
              </a:rPr>
              <a:t>Canonical-first flow</a:t>
            </a:r>
            <a:endParaRPr lang="en-US" sz="1200"/>
          </a:p>
          <a:p>
            <a:pPr marL="342900" indent="-342900">
              <a:spcAft>
                <a:spcPts val="300"/>
              </a:spcAft>
              <a:buSzPct val="100000"/>
              <a:buChar char="■"/>
            </a:pPr>
            <a:r>
              <a:rPr lang="en-US" sz="1200">
                <a:solidFill>
                  <a:srgbClr val="1E293B"/>
                </a:solidFill>
                <a:latin typeface="Calibri" pitchFamily="34" charset="0"/>
                <a:ea typeface="Calibri" pitchFamily="34" charset="-122"/>
                <a:cs typeface="Calibri" pitchFamily="34" charset="-120"/>
              </a:rPr>
              <a:t>Mapping catalog — searchable, reusable assets</a:t>
            </a:r>
            <a:endParaRPr lang="en-US" sz="1200"/>
          </a:p>
        </p:txBody>
      </p:sp>
      <p:sp>
        <p:nvSpPr>
          <p:cNvPr id="11" name="Shape 9"/>
          <p:cNvSpPr/>
          <p:nvPr/>
        </p:nvSpPr>
        <p:spPr>
          <a:xfrm>
            <a:off x="3223260" y="1417320"/>
            <a:ext cx="2697480" cy="502920"/>
          </a:xfrm>
          <a:prstGeom prst="rect">
            <a:avLst/>
          </a:prstGeom>
          <a:solidFill>
            <a:srgbClr val="0F2A47"/>
          </a:solidFill>
          <a:ln w="12700">
            <a:solidFill>
              <a:srgbClr val="0F2A47"/>
            </a:solidFill>
            <a:prstDash val="solid"/>
          </a:ln>
        </p:spPr>
        <p:txBody>
          <a:bodyPr/>
          <a:lstStyle/>
          <a:p>
            <a:endParaRPr lang="en-US"/>
          </a:p>
        </p:txBody>
      </p:sp>
      <p:sp>
        <p:nvSpPr>
          <p:cNvPr id="12" name="Text 10"/>
          <p:cNvSpPr/>
          <p:nvPr/>
        </p:nvSpPr>
        <p:spPr>
          <a:xfrm>
            <a:off x="3223260" y="1417320"/>
            <a:ext cx="2697480" cy="502920"/>
          </a:xfrm>
          <a:prstGeom prst="rect">
            <a:avLst/>
          </a:prstGeom>
          <a:noFill/>
          <a:ln/>
        </p:spPr>
        <p:txBody>
          <a:bodyPr wrap="square" lIns="0" tIns="0" rIns="0" bIns="0" rtlCol="0" anchor="ctr"/>
          <a:lstStyle/>
          <a:p>
            <a:pPr marL="0" indent="0" algn="ctr">
              <a:buNone/>
            </a:pPr>
            <a:r>
              <a:rPr lang="en-US" sz="1600" b="1" kern="0" spc="400">
                <a:solidFill>
                  <a:srgbClr val="FFFFFF"/>
                </a:solidFill>
                <a:latin typeface="Cambria" pitchFamily="34" charset="0"/>
                <a:ea typeface="Cambria" pitchFamily="34" charset="-122"/>
                <a:cs typeface="Cambria" pitchFamily="34" charset="-120"/>
              </a:rPr>
              <a:t>NEXT</a:t>
            </a:r>
            <a:endParaRPr lang="en-US" sz="1600"/>
          </a:p>
        </p:txBody>
      </p:sp>
      <p:sp>
        <p:nvSpPr>
          <p:cNvPr id="13" name="Shape 11"/>
          <p:cNvSpPr/>
          <p:nvPr/>
        </p:nvSpPr>
        <p:spPr>
          <a:xfrm>
            <a:off x="3223260" y="1920240"/>
            <a:ext cx="2697480" cy="2651760"/>
          </a:xfrm>
          <a:prstGeom prst="rect">
            <a:avLst/>
          </a:prstGeom>
          <a:solidFill>
            <a:srgbClr val="FFFFFF"/>
          </a:solidFill>
          <a:ln w="9525">
            <a:solidFill>
              <a:srgbClr val="D8D3C7"/>
            </a:solidFill>
            <a:prstDash val="solid"/>
          </a:ln>
        </p:spPr>
        <p:txBody>
          <a:bodyPr/>
          <a:lstStyle/>
          <a:p>
            <a:endParaRPr lang="en-US"/>
          </a:p>
        </p:txBody>
      </p:sp>
      <p:sp>
        <p:nvSpPr>
          <p:cNvPr id="14" name="Text 12"/>
          <p:cNvSpPr/>
          <p:nvPr/>
        </p:nvSpPr>
        <p:spPr>
          <a:xfrm>
            <a:off x="3406140" y="2057400"/>
            <a:ext cx="2423160" cy="2377440"/>
          </a:xfrm>
          <a:prstGeom prst="rect">
            <a:avLst/>
          </a:prstGeom>
          <a:noFill/>
          <a:ln/>
        </p:spPr>
        <p:txBody>
          <a:bodyPr wrap="square" lIns="0" tIns="0" rIns="0" bIns="0" rtlCol="0" anchor="t"/>
          <a:lstStyle/>
          <a:p>
            <a:pPr marL="342900" indent="-342900">
              <a:spcAft>
                <a:spcPts val="300"/>
              </a:spcAft>
              <a:buSzPct val="100000"/>
              <a:buChar char="■"/>
            </a:pPr>
            <a:r>
              <a:rPr lang="en-US" sz="1200">
                <a:solidFill>
                  <a:srgbClr val="1E293B"/>
                </a:solidFill>
                <a:latin typeface="Calibri" pitchFamily="34" charset="0"/>
                <a:ea typeface="Calibri" pitchFamily="34" charset="-122"/>
                <a:cs typeface="Calibri" pitchFamily="34" charset="-120"/>
              </a:rPr>
              <a:t>Stronger governance gates for approved assets</a:t>
            </a:r>
            <a:endParaRPr lang="en-US" sz="1200"/>
          </a:p>
          <a:p>
            <a:pPr marL="342900" indent="-342900">
              <a:spcAft>
                <a:spcPts val="300"/>
              </a:spcAft>
              <a:buSzPct val="100000"/>
              <a:buChar char="■"/>
            </a:pPr>
            <a:r>
              <a:rPr lang="en-US" sz="1200">
                <a:solidFill>
                  <a:srgbClr val="1E293B"/>
                </a:solidFill>
                <a:latin typeface="Calibri" pitchFamily="34" charset="0"/>
                <a:ea typeface="Calibri" pitchFamily="34" charset="-122"/>
                <a:cs typeface="Calibri" pitchFamily="34" charset="-120"/>
              </a:rPr>
              <a:t>Cross-program reuse metrics &amp; coverage analytics</a:t>
            </a:r>
            <a:endParaRPr lang="en-US" sz="1200"/>
          </a:p>
          <a:p>
            <a:pPr marL="342900" indent="-342900">
              <a:spcAft>
                <a:spcPts val="300"/>
              </a:spcAft>
              <a:buSzPct val="100000"/>
              <a:buChar char="■"/>
            </a:pPr>
            <a:r>
              <a:rPr lang="en-US" sz="1200">
                <a:solidFill>
                  <a:srgbClr val="1E293B"/>
                </a:solidFill>
                <a:latin typeface="Calibri" pitchFamily="34" charset="0"/>
                <a:ea typeface="Calibri" pitchFamily="34" charset="-122"/>
                <a:cs typeface="Calibri" pitchFamily="34" charset="-120"/>
              </a:rPr>
              <a:t>Concept ownership &amp; glossary stewardship workflows</a:t>
            </a:r>
            <a:endParaRPr lang="en-US" sz="1200"/>
          </a:p>
        </p:txBody>
      </p:sp>
      <p:sp>
        <p:nvSpPr>
          <p:cNvPr id="15" name="Shape 13"/>
          <p:cNvSpPr/>
          <p:nvPr/>
        </p:nvSpPr>
        <p:spPr>
          <a:xfrm>
            <a:off x="6085332" y="1417320"/>
            <a:ext cx="2697480" cy="502920"/>
          </a:xfrm>
          <a:prstGeom prst="rect">
            <a:avLst/>
          </a:prstGeom>
          <a:solidFill>
            <a:srgbClr val="F2A65A"/>
          </a:solidFill>
          <a:ln w="12700">
            <a:solidFill>
              <a:srgbClr val="F2A65A"/>
            </a:solidFill>
            <a:prstDash val="solid"/>
          </a:ln>
        </p:spPr>
        <p:txBody>
          <a:bodyPr/>
          <a:lstStyle/>
          <a:p>
            <a:endParaRPr lang="en-US"/>
          </a:p>
        </p:txBody>
      </p:sp>
      <p:sp>
        <p:nvSpPr>
          <p:cNvPr id="16" name="Text 14"/>
          <p:cNvSpPr/>
          <p:nvPr/>
        </p:nvSpPr>
        <p:spPr>
          <a:xfrm>
            <a:off x="6085332" y="1417320"/>
            <a:ext cx="2697480" cy="502920"/>
          </a:xfrm>
          <a:prstGeom prst="rect">
            <a:avLst/>
          </a:prstGeom>
          <a:noFill/>
          <a:ln/>
        </p:spPr>
        <p:txBody>
          <a:bodyPr wrap="square" lIns="0" tIns="0" rIns="0" bIns="0" rtlCol="0" anchor="ctr"/>
          <a:lstStyle/>
          <a:p>
            <a:pPr marL="0" indent="0" algn="ctr">
              <a:buNone/>
            </a:pPr>
            <a:r>
              <a:rPr lang="en-US" sz="1600" b="1" kern="0" spc="400">
                <a:solidFill>
                  <a:srgbClr val="FFFFFF"/>
                </a:solidFill>
                <a:latin typeface="Cambria" pitchFamily="34" charset="0"/>
                <a:ea typeface="Cambria" pitchFamily="34" charset="-122"/>
                <a:cs typeface="Cambria" pitchFamily="34" charset="-120"/>
              </a:rPr>
              <a:t>STRATEGIC</a:t>
            </a:r>
            <a:endParaRPr lang="en-US" sz="1600"/>
          </a:p>
        </p:txBody>
      </p:sp>
      <p:sp>
        <p:nvSpPr>
          <p:cNvPr id="17" name="Shape 15"/>
          <p:cNvSpPr/>
          <p:nvPr/>
        </p:nvSpPr>
        <p:spPr>
          <a:xfrm>
            <a:off x="6085332" y="1920240"/>
            <a:ext cx="2697480" cy="2651760"/>
          </a:xfrm>
          <a:prstGeom prst="rect">
            <a:avLst/>
          </a:prstGeom>
          <a:solidFill>
            <a:srgbClr val="FFFFFF"/>
          </a:solidFill>
          <a:ln w="9525">
            <a:solidFill>
              <a:srgbClr val="D8D3C7"/>
            </a:solidFill>
            <a:prstDash val="solid"/>
          </a:ln>
        </p:spPr>
        <p:txBody>
          <a:bodyPr/>
          <a:lstStyle/>
          <a:p>
            <a:endParaRPr lang="en-US"/>
          </a:p>
        </p:txBody>
      </p:sp>
      <p:sp>
        <p:nvSpPr>
          <p:cNvPr id="18" name="Text 16"/>
          <p:cNvSpPr/>
          <p:nvPr/>
        </p:nvSpPr>
        <p:spPr>
          <a:xfrm>
            <a:off x="6268212" y="2057400"/>
            <a:ext cx="2423160" cy="2377440"/>
          </a:xfrm>
          <a:prstGeom prst="rect">
            <a:avLst/>
          </a:prstGeom>
          <a:noFill/>
          <a:ln/>
        </p:spPr>
        <p:txBody>
          <a:bodyPr wrap="square" lIns="0" tIns="0" rIns="0" bIns="0" rtlCol="0" anchor="t"/>
          <a:lstStyle/>
          <a:p>
            <a:pPr marL="342900" indent="-342900">
              <a:spcAft>
                <a:spcPts val="300"/>
              </a:spcAft>
              <a:buSzPct val="100000"/>
              <a:buChar char="■"/>
            </a:pPr>
            <a:r>
              <a:rPr lang="en-US" sz="1200">
                <a:solidFill>
                  <a:srgbClr val="1E293B"/>
                </a:solidFill>
                <a:latin typeface="Calibri" pitchFamily="34" charset="0"/>
                <a:ea typeface="Calibri" pitchFamily="34" charset="-122"/>
                <a:cs typeface="Calibri" pitchFamily="34" charset="-120"/>
              </a:rPr>
              <a:t>PMO service-catalog capability</a:t>
            </a:r>
            <a:endParaRPr lang="en-US" sz="1200"/>
          </a:p>
          <a:p>
            <a:pPr marL="342900" indent="-342900">
              <a:spcAft>
                <a:spcPts val="300"/>
              </a:spcAft>
              <a:buSzPct val="100000"/>
              <a:buChar char="■"/>
            </a:pPr>
            <a:r>
              <a:rPr lang="en-US" sz="1200">
                <a:solidFill>
                  <a:srgbClr val="1E293B"/>
                </a:solidFill>
                <a:latin typeface="Calibri" pitchFamily="34" charset="0"/>
                <a:ea typeface="Calibri" pitchFamily="34" charset="-122"/>
                <a:cs typeface="Calibri" pitchFamily="34" charset="-120"/>
              </a:rPr>
              <a:t>EA-grade canonical model evolution loop</a:t>
            </a:r>
            <a:endParaRPr lang="en-US" sz="1200"/>
          </a:p>
          <a:p>
            <a:pPr marL="342900" indent="-342900">
              <a:spcAft>
                <a:spcPts val="300"/>
              </a:spcAft>
              <a:buSzPct val="100000"/>
              <a:buChar char="■"/>
            </a:pPr>
            <a:r>
              <a:rPr lang="en-US" sz="1200">
                <a:solidFill>
                  <a:srgbClr val="1E293B"/>
                </a:solidFill>
                <a:latin typeface="Calibri" pitchFamily="34" charset="0"/>
                <a:ea typeface="Calibri" pitchFamily="34" charset="-122"/>
                <a:cs typeface="Calibri" pitchFamily="34" charset="-120"/>
              </a:rPr>
              <a:t>Integration intelligence across the portfolio</a:t>
            </a:r>
            <a:endParaRPr lang="en-US" sz="1200"/>
          </a:p>
        </p:txBody>
      </p:sp>
      <p:sp>
        <p:nvSpPr>
          <p:cNvPr id="19" name="Shape 17"/>
          <p:cNvSpPr/>
          <p:nvPr/>
        </p:nvSpPr>
        <p:spPr>
          <a:xfrm>
            <a:off x="457200" y="4617720"/>
            <a:ext cx="8229600" cy="0"/>
          </a:xfrm>
          <a:prstGeom prst="line">
            <a:avLst/>
          </a:prstGeom>
          <a:noFill/>
          <a:ln w="25400">
            <a:solidFill>
              <a:srgbClr val="00A896"/>
            </a:solidFill>
            <a:prstDash val="solid"/>
            <a:tailEnd type="triangle"/>
          </a:ln>
        </p:spPr>
        <p:txBody>
          <a:bodyPr/>
          <a:lstStyle/>
          <a:p>
            <a:endParaRPr lang="en-US"/>
          </a:p>
        </p:txBody>
      </p:sp>
      <p:sp>
        <p:nvSpPr>
          <p:cNvPr id="20" name="Shape 18"/>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21" name="Text 19"/>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22" name="Text 20"/>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10 / 12</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400" b="1">
                <a:solidFill>
                  <a:srgbClr val="FFFFFF"/>
                </a:solidFill>
                <a:latin typeface="Cambria" pitchFamily="34" charset="0"/>
                <a:ea typeface="Cambria" pitchFamily="34" charset="-122"/>
                <a:cs typeface="Cambria" pitchFamily="34" charset="-120"/>
              </a:rPr>
              <a:t>Executive Summary at a Glance</a:t>
            </a:r>
            <a:endParaRPr lang="en-US" sz="2400"/>
          </a:p>
        </p:txBody>
      </p:sp>
      <p:sp>
        <p:nvSpPr>
          <p:cNvPr id="5" name="Text 3"/>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6" name="Text 4"/>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rPr>
              <a:t>Leaner ending — E1 to E4 distilled into one slide</a:t>
            </a:r>
            <a:endParaRPr lang="en-US" sz="1100"/>
          </a:p>
        </p:txBody>
      </p:sp>
      <p:sp>
        <p:nvSpPr>
          <p:cNvPr id="7" name="Shape 5"/>
          <p:cNvSpPr/>
          <p:nvPr/>
        </p:nvSpPr>
        <p:spPr>
          <a:xfrm>
            <a:off x="457200" y="1325880"/>
            <a:ext cx="8229600" cy="502920"/>
          </a:xfrm>
          <a:prstGeom prst="rect">
            <a:avLst/>
          </a:prstGeom>
          <a:solidFill>
            <a:srgbClr val="0F2A47"/>
          </a:solidFill>
          <a:ln w="12700">
            <a:solidFill>
              <a:srgbClr val="0F2A47"/>
            </a:solidFill>
            <a:prstDash val="solid"/>
          </a:ln>
        </p:spPr>
        <p:txBody>
          <a:bodyPr/>
          <a:lstStyle/>
          <a:p>
            <a:endParaRPr lang="en-US"/>
          </a:p>
        </p:txBody>
      </p:sp>
      <p:sp>
        <p:nvSpPr>
          <p:cNvPr id="8" name="Shape 6"/>
          <p:cNvSpPr/>
          <p:nvPr/>
        </p:nvSpPr>
        <p:spPr>
          <a:xfrm>
            <a:off x="457200" y="1325880"/>
            <a:ext cx="73152" cy="502920"/>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640080" y="1325880"/>
            <a:ext cx="7955280" cy="502920"/>
          </a:xfrm>
          <a:prstGeom prst="rect">
            <a:avLst/>
          </a:prstGeom>
          <a:noFill/>
          <a:ln/>
        </p:spPr>
        <p:txBody>
          <a:bodyPr wrap="square" lIns="0" tIns="0" rIns="0" bIns="0" rtlCol="0" anchor="ctr"/>
          <a:lstStyle/>
          <a:p>
            <a:pPr marL="0" indent="0">
              <a:buNone/>
            </a:pPr>
            <a:r>
              <a:rPr lang="en-US" sz="1300" b="1" i="1">
                <a:solidFill>
                  <a:srgbClr val="FFFFFF"/>
                </a:solidFill>
              </a:rPr>
              <a:t>A controlled semantic mapping capability — explainable today, governed tomorrow, reusable at enterprise scale.</a:t>
            </a:r>
            <a:endParaRPr lang="en-US" sz="1300"/>
          </a:p>
        </p:txBody>
      </p:sp>
      <p:sp>
        <p:nvSpPr>
          <p:cNvPr id="10" name="Shape 8"/>
          <p:cNvSpPr/>
          <p:nvPr/>
        </p:nvSpPr>
        <p:spPr>
          <a:xfrm>
            <a:off x="493776" y="1920240"/>
            <a:ext cx="4023360" cy="1234440"/>
          </a:xfrm>
          <a:prstGeom prst="rect">
            <a:avLst/>
          </a:prstGeom>
          <a:solidFill>
            <a:srgbClr val="FFFFFF"/>
          </a:solidFill>
          <a:ln w="9525">
            <a:solidFill>
              <a:srgbClr val="D8D3C7"/>
            </a:solidFill>
            <a:prstDash val="solid"/>
          </a:ln>
        </p:spPr>
        <p:txBody>
          <a:bodyPr/>
          <a:lstStyle/>
          <a:p>
            <a:endParaRPr lang="en-US"/>
          </a:p>
        </p:txBody>
      </p:sp>
      <p:sp>
        <p:nvSpPr>
          <p:cNvPr id="11" name="Shape 9"/>
          <p:cNvSpPr/>
          <p:nvPr/>
        </p:nvSpPr>
        <p:spPr>
          <a:xfrm>
            <a:off x="493776" y="1920240"/>
            <a:ext cx="73152" cy="1234440"/>
          </a:xfrm>
          <a:prstGeom prst="rect">
            <a:avLst/>
          </a:prstGeom>
          <a:solidFill>
            <a:srgbClr val="00A896"/>
          </a:solidFill>
          <a:ln w="12700">
            <a:solidFill>
              <a:srgbClr val="00A896"/>
            </a:solidFill>
            <a:prstDash val="solid"/>
          </a:ln>
        </p:spPr>
        <p:txBody>
          <a:bodyPr/>
          <a:lstStyle/>
          <a:p>
            <a:endParaRPr lang="en-US"/>
          </a:p>
        </p:txBody>
      </p:sp>
      <p:sp>
        <p:nvSpPr>
          <p:cNvPr id="12" name="Text 10"/>
          <p:cNvSpPr/>
          <p:nvPr/>
        </p:nvSpPr>
        <p:spPr>
          <a:xfrm>
            <a:off x="676656" y="2011680"/>
            <a:ext cx="3749040" cy="228600"/>
          </a:xfrm>
          <a:prstGeom prst="rect">
            <a:avLst/>
          </a:prstGeom>
          <a:noFill/>
          <a:ln/>
        </p:spPr>
        <p:txBody>
          <a:bodyPr wrap="square" lIns="0" tIns="0" rIns="0" bIns="0" rtlCol="0" anchor="ctr"/>
          <a:lstStyle/>
          <a:p>
            <a:pPr marL="0" indent="0">
              <a:buNone/>
            </a:pPr>
            <a:r>
              <a:rPr lang="en-US" sz="900" b="1" kern="0" spc="300">
                <a:solidFill>
                  <a:srgbClr val="00A896"/>
                </a:solidFill>
              </a:rPr>
              <a:t>E1 · WHAT IT IS</a:t>
            </a:r>
            <a:endParaRPr lang="en-US" sz="900"/>
          </a:p>
        </p:txBody>
      </p:sp>
      <p:sp>
        <p:nvSpPr>
          <p:cNvPr id="13" name="Text 11"/>
          <p:cNvSpPr/>
          <p:nvPr/>
        </p:nvSpPr>
        <p:spPr>
          <a:xfrm>
            <a:off x="676656" y="2240280"/>
            <a:ext cx="3749040" cy="32004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Understand · Align · Review · Reuse</a:t>
            </a:r>
            <a:endParaRPr lang="en-US" sz="1400"/>
          </a:p>
        </p:txBody>
      </p:sp>
      <p:sp>
        <p:nvSpPr>
          <p:cNvPr id="14" name="Text 12"/>
          <p:cNvSpPr/>
          <p:nvPr/>
        </p:nvSpPr>
        <p:spPr>
          <a:xfrm>
            <a:off x="676656" y="2606040"/>
            <a:ext cx="3749040" cy="457200"/>
          </a:xfrm>
          <a:prstGeom prst="rect">
            <a:avLst/>
          </a:prstGeom>
          <a:noFill/>
          <a:ln/>
        </p:spPr>
        <p:txBody>
          <a:bodyPr wrap="square" lIns="0" tIns="0" rIns="0" bIns="0" rtlCol="0" anchor="t"/>
          <a:lstStyle/>
          <a:p>
            <a:pPr marL="342900" indent="-342900">
              <a:spcAft>
                <a:spcPts val="200"/>
              </a:spcAft>
              <a:buSzPct val="100000"/>
              <a:buChar char="■"/>
            </a:pPr>
            <a:r>
              <a:rPr lang="en-US" sz="1100">
                <a:solidFill>
                  <a:srgbClr val="1E293B"/>
                </a:solidFill>
                <a:latin typeface="Calibri" pitchFamily="34" charset="0"/>
                <a:ea typeface="Calibri" pitchFamily="34" charset="-122"/>
                <a:cs typeface="Calibri" pitchFamily="34" charset="-120"/>
              </a:rPr>
              <a:t>Explainable semantic mapping workbench</a:t>
            </a:r>
            <a:endParaRPr lang="en-US" sz="1100"/>
          </a:p>
          <a:p>
            <a:pPr marL="342900" indent="-342900">
              <a:spcAft>
                <a:spcPts val="200"/>
              </a:spcAft>
              <a:buSzPct val="100000"/>
              <a:buChar char="■"/>
            </a:pPr>
            <a:r>
              <a:rPr lang="en-US" sz="1100">
                <a:solidFill>
                  <a:srgbClr val="1E293B"/>
                </a:solidFill>
                <a:latin typeface="Calibri" pitchFamily="34" charset="0"/>
                <a:ea typeface="Calibri" pitchFamily="34" charset="-122"/>
                <a:cs typeface="Calibri" pitchFamily="34" charset="-120"/>
              </a:rPr>
              <a:t>Deterministic-first, bounded AI</a:t>
            </a:r>
            <a:endParaRPr lang="en-US" sz="1100"/>
          </a:p>
          <a:p>
            <a:pPr marL="342900" indent="-342900">
              <a:spcAft>
                <a:spcPts val="200"/>
              </a:spcAft>
              <a:buSzPct val="100000"/>
              <a:buChar char="■"/>
            </a:pPr>
            <a:r>
              <a:rPr lang="en-US" sz="1100">
                <a:solidFill>
                  <a:srgbClr val="1E293B"/>
                </a:solidFill>
                <a:latin typeface="Calibri" pitchFamily="34" charset="0"/>
                <a:ea typeface="Calibri" pitchFamily="34" charset="-122"/>
                <a:cs typeface="Calibri" pitchFamily="34" charset="-120"/>
              </a:rPr>
              <a:t>Schemas, canonical concepts, governed reuse</a:t>
            </a:r>
            <a:endParaRPr lang="en-US" sz="1100"/>
          </a:p>
        </p:txBody>
      </p:sp>
      <p:sp>
        <p:nvSpPr>
          <p:cNvPr id="15" name="Shape 13"/>
          <p:cNvSpPr/>
          <p:nvPr/>
        </p:nvSpPr>
        <p:spPr>
          <a:xfrm>
            <a:off x="4626864" y="1920240"/>
            <a:ext cx="4023360" cy="1234440"/>
          </a:xfrm>
          <a:prstGeom prst="rect">
            <a:avLst/>
          </a:prstGeom>
          <a:solidFill>
            <a:srgbClr val="FFFFFF"/>
          </a:solidFill>
          <a:ln w="9525">
            <a:solidFill>
              <a:srgbClr val="D8D3C7"/>
            </a:solidFill>
            <a:prstDash val="solid"/>
          </a:ln>
        </p:spPr>
        <p:txBody>
          <a:bodyPr/>
          <a:lstStyle/>
          <a:p>
            <a:endParaRPr lang="en-US"/>
          </a:p>
        </p:txBody>
      </p:sp>
      <p:sp>
        <p:nvSpPr>
          <p:cNvPr id="16" name="Shape 14"/>
          <p:cNvSpPr/>
          <p:nvPr/>
        </p:nvSpPr>
        <p:spPr>
          <a:xfrm>
            <a:off x="4626864" y="1920240"/>
            <a:ext cx="73152" cy="1234440"/>
          </a:xfrm>
          <a:prstGeom prst="rect">
            <a:avLst/>
          </a:prstGeom>
          <a:solidFill>
            <a:srgbClr val="0F2A47"/>
          </a:solidFill>
          <a:ln w="12700">
            <a:solidFill>
              <a:srgbClr val="0F2A47"/>
            </a:solidFill>
            <a:prstDash val="solid"/>
          </a:ln>
        </p:spPr>
        <p:txBody>
          <a:bodyPr/>
          <a:lstStyle/>
          <a:p>
            <a:endParaRPr lang="en-US"/>
          </a:p>
        </p:txBody>
      </p:sp>
      <p:sp>
        <p:nvSpPr>
          <p:cNvPr id="17" name="Text 15"/>
          <p:cNvSpPr/>
          <p:nvPr/>
        </p:nvSpPr>
        <p:spPr>
          <a:xfrm>
            <a:off x="4809744" y="2011680"/>
            <a:ext cx="3749040" cy="228600"/>
          </a:xfrm>
          <a:prstGeom prst="rect">
            <a:avLst/>
          </a:prstGeom>
          <a:noFill/>
          <a:ln/>
        </p:spPr>
        <p:txBody>
          <a:bodyPr wrap="square" lIns="0" tIns="0" rIns="0" bIns="0" rtlCol="0" anchor="ctr"/>
          <a:lstStyle/>
          <a:p>
            <a:pPr marL="0" indent="0">
              <a:buNone/>
            </a:pPr>
            <a:r>
              <a:rPr lang="en-US" sz="900" b="1" kern="0" spc="300">
                <a:solidFill>
                  <a:srgbClr val="0F2A47"/>
                </a:solidFill>
              </a:rPr>
              <a:t>E2 · WHY IT MATTERS</a:t>
            </a:r>
            <a:endParaRPr lang="en-US" sz="900"/>
          </a:p>
        </p:txBody>
      </p:sp>
      <p:sp>
        <p:nvSpPr>
          <p:cNvPr id="18" name="Text 16"/>
          <p:cNvSpPr/>
          <p:nvPr/>
        </p:nvSpPr>
        <p:spPr>
          <a:xfrm>
            <a:off x="4809744" y="2240280"/>
            <a:ext cx="3749040" cy="32004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Memory, not only mapping</a:t>
            </a:r>
            <a:endParaRPr lang="en-US" sz="1400"/>
          </a:p>
        </p:txBody>
      </p:sp>
      <p:sp>
        <p:nvSpPr>
          <p:cNvPr id="19" name="Text 17"/>
          <p:cNvSpPr/>
          <p:nvPr/>
        </p:nvSpPr>
        <p:spPr>
          <a:xfrm>
            <a:off x="4809744" y="2606040"/>
            <a:ext cx="3749040" cy="457200"/>
          </a:xfrm>
          <a:prstGeom prst="rect">
            <a:avLst/>
          </a:prstGeom>
          <a:noFill/>
          <a:ln/>
        </p:spPr>
        <p:txBody>
          <a:bodyPr wrap="square" lIns="0" tIns="0" rIns="0" bIns="0" rtlCol="0" anchor="t"/>
          <a:lstStyle/>
          <a:p>
            <a:pPr marL="342900" indent="-342900">
              <a:spcAft>
                <a:spcPts val="200"/>
              </a:spcAft>
              <a:buSzPct val="100000"/>
              <a:buChar char="■"/>
            </a:pPr>
            <a:r>
              <a:rPr lang="en-US" sz="1100">
                <a:solidFill>
                  <a:srgbClr val="1E293B"/>
                </a:solidFill>
                <a:latin typeface="Calibri" pitchFamily="34" charset="0"/>
                <a:ea typeface="Calibri" pitchFamily="34" charset="-122"/>
                <a:cs typeface="Calibri" pitchFamily="34" charset="-120"/>
              </a:rPr>
              <a:t>Reduces manual mapping effort</a:t>
            </a:r>
            <a:endParaRPr lang="en-US" sz="1100"/>
          </a:p>
          <a:p>
            <a:pPr marL="342900" indent="-342900">
              <a:spcAft>
                <a:spcPts val="200"/>
              </a:spcAft>
              <a:buSzPct val="100000"/>
              <a:buChar char="■"/>
            </a:pPr>
            <a:r>
              <a:rPr lang="en-US" sz="1100">
                <a:solidFill>
                  <a:srgbClr val="1E293B"/>
                </a:solidFill>
                <a:latin typeface="Calibri" pitchFamily="34" charset="0"/>
                <a:ea typeface="Calibri" pitchFamily="34" charset="-122"/>
                <a:cs typeface="Calibri" pitchFamily="34" charset="-120"/>
              </a:rPr>
              <a:t>Improves trust &amp; explainability</a:t>
            </a:r>
            <a:endParaRPr lang="en-US" sz="1100"/>
          </a:p>
          <a:p>
            <a:pPr marL="342900" indent="-342900">
              <a:spcAft>
                <a:spcPts val="200"/>
              </a:spcAft>
              <a:buSzPct val="100000"/>
              <a:buChar char="■"/>
            </a:pPr>
            <a:r>
              <a:rPr lang="en-US" sz="1100">
                <a:solidFill>
                  <a:srgbClr val="1E293B"/>
                </a:solidFill>
                <a:latin typeface="Calibri" pitchFamily="34" charset="0"/>
                <a:ea typeface="Calibri" pitchFamily="34" charset="-122"/>
                <a:cs typeface="Calibri" pitchFamily="34" charset="-120"/>
              </a:rPr>
              <a:t>Standardization · reuse · PMO/EA visibility</a:t>
            </a:r>
            <a:endParaRPr lang="en-US" sz="1100"/>
          </a:p>
        </p:txBody>
      </p:sp>
      <p:sp>
        <p:nvSpPr>
          <p:cNvPr id="20" name="Shape 18"/>
          <p:cNvSpPr/>
          <p:nvPr/>
        </p:nvSpPr>
        <p:spPr>
          <a:xfrm>
            <a:off x="493776" y="3264408"/>
            <a:ext cx="4023360" cy="1234440"/>
          </a:xfrm>
          <a:prstGeom prst="rect">
            <a:avLst/>
          </a:prstGeom>
          <a:solidFill>
            <a:srgbClr val="FFFFFF"/>
          </a:solidFill>
          <a:ln w="9525">
            <a:solidFill>
              <a:srgbClr val="D8D3C7"/>
            </a:solidFill>
            <a:prstDash val="solid"/>
          </a:ln>
        </p:spPr>
        <p:txBody>
          <a:bodyPr/>
          <a:lstStyle/>
          <a:p>
            <a:endParaRPr lang="en-US"/>
          </a:p>
        </p:txBody>
      </p:sp>
      <p:sp>
        <p:nvSpPr>
          <p:cNvPr id="21" name="Shape 19"/>
          <p:cNvSpPr/>
          <p:nvPr/>
        </p:nvSpPr>
        <p:spPr>
          <a:xfrm>
            <a:off x="493776" y="3264408"/>
            <a:ext cx="73152" cy="1234440"/>
          </a:xfrm>
          <a:prstGeom prst="rect">
            <a:avLst/>
          </a:prstGeom>
          <a:solidFill>
            <a:srgbClr val="028090"/>
          </a:solidFill>
          <a:ln w="12700">
            <a:solidFill>
              <a:srgbClr val="028090"/>
            </a:solidFill>
            <a:prstDash val="solid"/>
          </a:ln>
        </p:spPr>
        <p:txBody>
          <a:bodyPr/>
          <a:lstStyle/>
          <a:p>
            <a:endParaRPr lang="en-US"/>
          </a:p>
        </p:txBody>
      </p:sp>
      <p:sp>
        <p:nvSpPr>
          <p:cNvPr id="22" name="Text 20"/>
          <p:cNvSpPr/>
          <p:nvPr/>
        </p:nvSpPr>
        <p:spPr>
          <a:xfrm>
            <a:off x="676656" y="3355848"/>
            <a:ext cx="3749040" cy="228600"/>
          </a:xfrm>
          <a:prstGeom prst="rect">
            <a:avLst/>
          </a:prstGeom>
          <a:noFill/>
          <a:ln/>
        </p:spPr>
        <p:txBody>
          <a:bodyPr wrap="square" lIns="0" tIns="0" rIns="0" bIns="0" rtlCol="0" anchor="ctr"/>
          <a:lstStyle/>
          <a:p>
            <a:pPr marL="0" indent="0">
              <a:buNone/>
            </a:pPr>
            <a:r>
              <a:rPr lang="en-US" sz="900" b="1" kern="0" spc="300">
                <a:solidFill>
                  <a:srgbClr val="028090"/>
                </a:solidFill>
              </a:rPr>
              <a:t>E3 · WHAT EXISTS TODAY</a:t>
            </a:r>
            <a:endParaRPr lang="en-US" sz="900"/>
          </a:p>
        </p:txBody>
      </p:sp>
      <p:sp>
        <p:nvSpPr>
          <p:cNvPr id="23" name="Text 21"/>
          <p:cNvSpPr/>
          <p:nvPr/>
        </p:nvSpPr>
        <p:spPr>
          <a:xfrm>
            <a:off x="676656" y="3584448"/>
            <a:ext cx="3749040" cy="32004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Pilot-grade, with reusable memory</a:t>
            </a:r>
            <a:endParaRPr lang="en-US" sz="1400"/>
          </a:p>
        </p:txBody>
      </p:sp>
      <p:sp>
        <p:nvSpPr>
          <p:cNvPr id="24" name="Text 22"/>
          <p:cNvSpPr/>
          <p:nvPr/>
        </p:nvSpPr>
        <p:spPr>
          <a:xfrm>
            <a:off x="676656" y="3950208"/>
            <a:ext cx="3749040" cy="457200"/>
          </a:xfrm>
          <a:prstGeom prst="rect">
            <a:avLst/>
          </a:prstGeom>
          <a:noFill/>
          <a:ln/>
        </p:spPr>
        <p:txBody>
          <a:bodyPr wrap="square" lIns="0" tIns="0" rIns="0" bIns="0" rtlCol="0" anchor="t"/>
          <a:lstStyle/>
          <a:p>
            <a:pPr marL="342900" indent="-342900">
              <a:spcAft>
                <a:spcPts val="200"/>
              </a:spcAft>
              <a:buSzPct val="100000"/>
              <a:buChar char="■"/>
            </a:pPr>
            <a:r>
              <a:rPr lang="en-US" sz="1100">
                <a:solidFill>
                  <a:srgbClr val="1E293B"/>
                </a:solidFill>
                <a:latin typeface="Calibri" pitchFamily="34" charset="0"/>
                <a:ea typeface="Calibri" pitchFamily="34" charset="-122"/>
                <a:cs typeface="Calibri" pitchFamily="34" charset="-120"/>
              </a:rPr>
              <a:t>Multi-format ingestion · multi-signal engine</a:t>
            </a:r>
            <a:endParaRPr lang="en-US" sz="1100"/>
          </a:p>
          <a:p>
            <a:pPr marL="342900" indent="-342900">
              <a:spcAft>
                <a:spcPts val="200"/>
              </a:spcAft>
              <a:buSzPct val="100000"/>
              <a:buChar char="■"/>
            </a:pPr>
            <a:r>
              <a:rPr lang="en-US" sz="1100">
                <a:solidFill>
                  <a:srgbClr val="1E293B"/>
                </a:solidFill>
                <a:latin typeface="Calibri" pitchFamily="34" charset="0"/>
                <a:ea typeface="Calibri" pitchFamily="34" charset="-122"/>
                <a:cs typeface="Calibri" pitchFamily="34" charset="-120"/>
              </a:rPr>
              <a:t>Canonical-first capability · bounded LLM</a:t>
            </a:r>
            <a:endParaRPr lang="en-US" sz="1100"/>
          </a:p>
          <a:p>
            <a:pPr marL="342900" indent="-342900">
              <a:spcAft>
                <a:spcPts val="200"/>
              </a:spcAft>
              <a:buSzPct val="100000"/>
              <a:buChar char="■"/>
            </a:pPr>
            <a:r>
              <a:rPr lang="en-US" sz="1100">
                <a:solidFill>
                  <a:srgbClr val="1E293B"/>
                </a:solidFill>
                <a:latin typeface="Calibri" pitchFamily="34" charset="0"/>
                <a:ea typeface="Calibri" pitchFamily="34" charset="-122"/>
                <a:cs typeface="Calibri" pitchFamily="34" charset="-120"/>
              </a:rPr>
              <a:t>Mapping-set governance + delivered catalog</a:t>
            </a:r>
            <a:endParaRPr lang="en-US" sz="1100"/>
          </a:p>
        </p:txBody>
      </p:sp>
      <p:sp>
        <p:nvSpPr>
          <p:cNvPr id="25" name="Shape 23"/>
          <p:cNvSpPr/>
          <p:nvPr/>
        </p:nvSpPr>
        <p:spPr>
          <a:xfrm>
            <a:off x="4626864" y="3264408"/>
            <a:ext cx="4023360" cy="1234440"/>
          </a:xfrm>
          <a:prstGeom prst="rect">
            <a:avLst/>
          </a:prstGeom>
          <a:solidFill>
            <a:srgbClr val="FFFFFF"/>
          </a:solidFill>
          <a:ln w="9525">
            <a:solidFill>
              <a:srgbClr val="D8D3C7"/>
            </a:solidFill>
            <a:prstDash val="solid"/>
          </a:ln>
        </p:spPr>
        <p:txBody>
          <a:bodyPr/>
          <a:lstStyle/>
          <a:p>
            <a:endParaRPr lang="en-US"/>
          </a:p>
        </p:txBody>
      </p:sp>
      <p:sp>
        <p:nvSpPr>
          <p:cNvPr id="26" name="Shape 24"/>
          <p:cNvSpPr/>
          <p:nvPr/>
        </p:nvSpPr>
        <p:spPr>
          <a:xfrm>
            <a:off x="4626864" y="3264408"/>
            <a:ext cx="73152" cy="1234440"/>
          </a:xfrm>
          <a:prstGeom prst="rect">
            <a:avLst/>
          </a:prstGeom>
          <a:solidFill>
            <a:srgbClr val="F2A65A"/>
          </a:solidFill>
          <a:ln w="12700">
            <a:solidFill>
              <a:srgbClr val="F2A65A"/>
            </a:solidFill>
            <a:prstDash val="solid"/>
          </a:ln>
        </p:spPr>
        <p:txBody>
          <a:bodyPr/>
          <a:lstStyle/>
          <a:p>
            <a:endParaRPr lang="en-US"/>
          </a:p>
        </p:txBody>
      </p:sp>
      <p:sp>
        <p:nvSpPr>
          <p:cNvPr id="27" name="Text 25"/>
          <p:cNvSpPr/>
          <p:nvPr/>
        </p:nvSpPr>
        <p:spPr>
          <a:xfrm>
            <a:off x="4809744" y="3355848"/>
            <a:ext cx="3749040" cy="228600"/>
          </a:xfrm>
          <a:prstGeom prst="rect">
            <a:avLst/>
          </a:prstGeom>
          <a:noFill/>
          <a:ln/>
        </p:spPr>
        <p:txBody>
          <a:bodyPr wrap="square" lIns="0" tIns="0" rIns="0" bIns="0" rtlCol="0" anchor="ctr"/>
          <a:lstStyle/>
          <a:p>
            <a:pPr marL="0" indent="0">
              <a:buNone/>
            </a:pPr>
            <a:r>
              <a:rPr lang="en-US" sz="900" b="1" kern="0" spc="300">
                <a:solidFill>
                  <a:srgbClr val="F2A65A"/>
                </a:solidFill>
              </a:rPr>
              <a:t>E4 · WHERE IT GOES</a:t>
            </a:r>
            <a:endParaRPr lang="en-US" sz="900"/>
          </a:p>
        </p:txBody>
      </p:sp>
      <p:sp>
        <p:nvSpPr>
          <p:cNvPr id="28" name="Text 26"/>
          <p:cNvSpPr/>
          <p:nvPr/>
        </p:nvSpPr>
        <p:spPr>
          <a:xfrm>
            <a:off x="4809744" y="3584448"/>
            <a:ext cx="3749040" cy="32004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From workbench to enterprise capability</a:t>
            </a:r>
            <a:endParaRPr lang="en-US" sz="1400"/>
          </a:p>
        </p:txBody>
      </p:sp>
      <p:sp>
        <p:nvSpPr>
          <p:cNvPr id="29" name="Text 27"/>
          <p:cNvSpPr/>
          <p:nvPr/>
        </p:nvSpPr>
        <p:spPr>
          <a:xfrm>
            <a:off x="4809744" y="3950208"/>
            <a:ext cx="3749040" cy="457200"/>
          </a:xfrm>
          <a:prstGeom prst="rect">
            <a:avLst/>
          </a:prstGeom>
          <a:noFill/>
          <a:ln/>
        </p:spPr>
        <p:txBody>
          <a:bodyPr wrap="square" lIns="0" tIns="0" rIns="0" bIns="0" rtlCol="0" anchor="t"/>
          <a:lstStyle/>
          <a:p>
            <a:pPr marL="342900" indent="-342900">
              <a:spcAft>
                <a:spcPts val="200"/>
              </a:spcAft>
              <a:buSzPct val="100000"/>
              <a:buChar char="■"/>
            </a:pPr>
            <a:r>
              <a:rPr lang="en-US" sz="1100">
                <a:solidFill>
                  <a:srgbClr val="1E293B"/>
                </a:solidFill>
                <a:latin typeface="Calibri" pitchFamily="34" charset="0"/>
                <a:ea typeface="Calibri" pitchFamily="34" charset="-122"/>
                <a:cs typeface="Calibri" pitchFamily="34" charset="-120"/>
              </a:rPr>
              <a:t>Stronger governance gates for approved assets</a:t>
            </a:r>
            <a:endParaRPr lang="en-US" sz="1100"/>
          </a:p>
          <a:p>
            <a:pPr marL="342900" indent="-342900">
              <a:spcAft>
                <a:spcPts val="200"/>
              </a:spcAft>
              <a:buSzPct val="100000"/>
              <a:buChar char="■"/>
            </a:pPr>
            <a:r>
              <a:rPr lang="en-US" sz="1100">
                <a:solidFill>
                  <a:srgbClr val="1E293B"/>
                </a:solidFill>
                <a:latin typeface="Calibri" pitchFamily="34" charset="0"/>
                <a:ea typeface="Calibri" pitchFamily="34" charset="-122"/>
                <a:cs typeface="Calibri" pitchFamily="34" charset="-120"/>
              </a:rPr>
              <a:t>Cross-program reuse metrics &amp; coverage analytics</a:t>
            </a:r>
            <a:endParaRPr lang="en-US" sz="1100"/>
          </a:p>
          <a:p>
            <a:pPr marL="342900" indent="-342900">
              <a:spcAft>
                <a:spcPts val="200"/>
              </a:spcAft>
              <a:buSzPct val="100000"/>
              <a:buChar char="■"/>
            </a:pPr>
            <a:r>
              <a:rPr lang="en-US" sz="1100">
                <a:solidFill>
                  <a:srgbClr val="1E293B"/>
                </a:solidFill>
                <a:latin typeface="Calibri" pitchFamily="34" charset="0"/>
                <a:ea typeface="Calibri" pitchFamily="34" charset="-122"/>
                <a:cs typeface="Calibri" pitchFamily="34" charset="-120"/>
              </a:rPr>
              <a:t>PMO service-catalog · EA canonical evolution</a:t>
            </a:r>
            <a:endParaRPr lang="en-US" sz="1100"/>
          </a:p>
        </p:txBody>
      </p:sp>
      <p:sp>
        <p:nvSpPr>
          <p:cNvPr id="30" name="Shape 28"/>
          <p:cNvSpPr/>
          <p:nvPr/>
        </p:nvSpPr>
        <p:spPr>
          <a:xfrm>
            <a:off x="457200" y="4572000"/>
            <a:ext cx="8229600" cy="320040"/>
          </a:xfrm>
          <a:prstGeom prst="rect">
            <a:avLst/>
          </a:prstGeom>
          <a:solidFill>
            <a:srgbClr val="081A2E"/>
          </a:solidFill>
          <a:ln w="12700">
            <a:solidFill>
              <a:srgbClr val="081A2E"/>
            </a:solidFill>
            <a:prstDash val="solid"/>
          </a:ln>
        </p:spPr>
        <p:txBody>
          <a:bodyPr/>
          <a:lstStyle/>
          <a:p>
            <a:endParaRPr lang="en-US"/>
          </a:p>
        </p:txBody>
      </p:sp>
      <p:sp>
        <p:nvSpPr>
          <p:cNvPr id="31" name="Text 29"/>
          <p:cNvSpPr/>
          <p:nvPr/>
        </p:nvSpPr>
        <p:spPr>
          <a:xfrm>
            <a:off x="457200" y="4572000"/>
            <a:ext cx="8229600" cy="320040"/>
          </a:xfrm>
          <a:prstGeom prst="rect">
            <a:avLst/>
          </a:prstGeom>
          <a:noFill/>
          <a:ln/>
        </p:spPr>
        <p:txBody>
          <a:bodyPr wrap="square" lIns="0" tIns="0" rIns="0" bIns="0" rtlCol="0" anchor="ctr"/>
          <a:lstStyle/>
          <a:p>
            <a:pPr marL="0" indent="0" algn="ctr">
              <a:buNone/>
            </a:pPr>
            <a:r>
              <a:rPr lang="en-US" sz="1300" b="1" kern="0" spc="600">
                <a:solidFill>
                  <a:srgbClr val="00A896"/>
                </a:solidFill>
                <a:latin typeface="Cambria" pitchFamily="34" charset="0"/>
                <a:ea typeface="Cambria" pitchFamily="34" charset="-122"/>
                <a:cs typeface="Cambria" pitchFamily="34" charset="-120"/>
              </a:rPr>
              <a:t>Standardize  ·  Govern  ·  Reuse</a:t>
            </a:r>
            <a:endParaRPr lang="en-US" sz="1300"/>
          </a:p>
        </p:txBody>
      </p:sp>
      <p:sp>
        <p:nvSpPr>
          <p:cNvPr id="32" name="Shape 30"/>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33" name="Text 31"/>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34" name="Text 32"/>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11 / 12</a:t>
            </a:r>
            <a:endParaRPr lang="en-US"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a:spLocks/>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a:solidFill>
                  <a:srgbClr val="FFFFFF"/>
                </a:solidFill>
                <a:latin typeface="Cambria" pitchFamily="34" charset="0"/>
                <a:ea typeface="Cambria" pitchFamily="34" charset="-122"/>
                <a:cs typeface="Cambria" pitchFamily="34" charset="-120"/>
              </a:rPr>
              <a:t>Semantra at a Glance</a:t>
            </a:r>
            <a:endParaRPr lang="en-US" sz="2200"/>
          </a:p>
        </p:txBody>
      </p:sp>
      <p:sp>
        <p:nvSpPr>
          <p:cNvPr id="5" name="Text 3"/>
          <p:cNvSpPr>
            <a:spLocks/>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Executive one-pager  ·  Explainable schema mapping  ·  PMO service candidate  ·  EA-anchored</a:t>
            </a:r>
            <a:endParaRPr lang="en-US" sz="1100"/>
          </a:p>
        </p:txBody>
      </p:sp>
      <p:sp>
        <p:nvSpPr>
          <p:cNvPr id="6" name="Text 4"/>
          <p:cNvSpPr>
            <a:spLocks/>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370332" y="1417320"/>
            <a:ext cx="2011680" cy="868680"/>
          </a:xfrm>
          <a:prstGeom prst="rect">
            <a:avLst/>
          </a:prstGeom>
          <a:solidFill>
            <a:srgbClr val="FFFFFF"/>
          </a:solidFill>
          <a:ln w="9525">
            <a:solidFill>
              <a:srgbClr val="D8D3C7"/>
            </a:solidFill>
            <a:prstDash val="solid"/>
          </a:ln>
        </p:spPr>
        <p:txBody>
          <a:bodyPr/>
          <a:lstStyle/>
          <a:p>
            <a:endParaRPr lang="en-US"/>
          </a:p>
        </p:txBody>
      </p:sp>
      <p:sp>
        <p:nvSpPr>
          <p:cNvPr id="8" name="Shape 6"/>
          <p:cNvSpPr/>
          <p:nvPr/>
        </p:nvSpPr>
        <p:spPr>
          <a:xfrm>
            <a:off x="370332" y="1417320"/>
            <a:ext cx="73152" cy="868680"/>
          </a:xfrm>
          <a:prstGeom prst="rect">
            <a:avLst/>
          </a:prstGeom>
          <a:solidFill>
            <a:srgbClr val="00A896"/>
          </a:solidFill>
          <a:ln w="12700">
            <a:solidFill>
              <a:srgbClr val="00A896"/>
            </a:solidFill>
            <a:prstDash val="solid"/>
          </a:ln>
        </p:spPr>
        <p:txBody>
          <a:bodyPr/>
          <a:lstStyle/>
          <a:p>
            <a:endParaRPr lang="en-US"/>
          </a:p>
        </p:txBody>
      </p:sp>
      <p:sp>
        <p:nvSpPr>
          <p:cNvPr id="9" name="Text 7"/>
          <p:cNvSpPr>
            <a:spLocks/>
          </p:cNvSpPr>
          <p:nvPr/>
        </p:nvSpPr>
        <p:spPr>
          <a:xfrm>
            <a:off x="507492" y="1508760"/>
            <a:ext cx="1783080" cy="36576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Deterministic-first</a:t>
            </a:r>
            <a:endParaRPr lang="en-US" sz="1400"/>
          </a:p>
        </p:txBody>
      </p:sp>
      <p:sp>
        <p:nvSpPr>
          <p:cNvPr id="10" name="Text 8"/>
          <p:cNvSpPr>
            <a:spLocks/>
          </p:cNvSpPr>
          <p:nvPr/>
        </p:nvSpPr>
        <p:spPr>
          <a:xfrm>
            <a:off x="507492" y="1874520"/>
            <a:ext cx="1783080" cy="365760"/>
          </a:xfrm>
          <a:prstGeom prst="rect">
            <a:avLst/>
          </a:prstGeom>
          <a:noFill/>
          <a:ln/>
        </p:spPr>
        <p:txBody>
          <a:bodyPr wrap="square" lIns="0" tIns="0" rIns="0" bIns="0" rtlCol="0" anchor="ctr"/>
          <a:lstStyle/>
          <a:p>
            <a:pPr marL="0" indent="0">
              <a:buNone/>
            </a:pPr>
            <a:r>
              <a:rPr lang="en-US" sz="1000">
                <a:solidFill>
                  <a:srgbClr val="1E293B"/>
                </a:solidFill>
              </a:rPr>
              <a:t>AI used only in bounded steps</a:t>
            </a:r>
            <a:endParaRPr lang="en-US" sz="1000"/>
          </a:p>
        </p:txBody>
      </p:sp>
      <p:sp>
        <p:nvSpPr>
          <p:cNvPr id="11" name="Shape 9"/>
          <p:cNvSpPr/>
          <p:nvPr/>
        </p:nvSpPr>
        <p:spPr>
          <a:xfrm>
            <a:off x="2500884" y="1417320"/>
            <a:ext cx="2011680" cy="868680"/>
          </a:xfrm>
          <a:prstGeom prst="rect">
            <a:avLst/>
          </a:prstGeom>
          <a:solidFill>
            <a:srgbClr val="FFFFFF"/>
          </a:solidFill>
          <a:ln w="9525">
            <a:solidFill>
              <a:srgbClr val="D8D3C7"/>
            </a:solidFill>
            <a:prstDash val="solid"/>
          </a:ln>
        </p:spPr>
        <p:txBody>
          <a:bodyPr/>
          <a:lstStyle/>
          <a:p>
            <a:endParaRPr lang="en-US"/>
          </a:p>
        </p:txBody>
      </p:sp>
      <p:sp>
        <p:nvSpPr>
          <p:cNvPr id="12" name="Shape 10"/>
          <p:cNvSpPr/>
          <p:nvPr/>
        </p:nvSpPr>
        <p:spPr>
          <a:xfrm>
            <a:off x="2500884" y="1417320"/>
            <a:ext cx="73152" cy="868680"/>
          </a:xfrm>
          <a:prstGeom prst="rect">
            <a:avLst/>
          </a:prstGeom>
          <a:solidFill>
            <a:srgbClr val="0F2A47"/>
          </a:solidFill>
          <a:ln w="12700">
            <a:solidFill>
              <a:srgbClr val="0F2A47"/>
            </a:solidFill>
            <a:prstDash val="solid"/>
          </a:ln>
        </p:spPr>
        <p:txBody>
          <a:bodyPr/>
          <a:lstStyle/>
          <a:p>
            <a:endParaRPr lang="en-US"/>
          </a:p>
        </p:txBody>
      </p:sp>
      <p:sp>
        <p:nvSpPr>
          <p:cNvPr id="13" name="Text 11"/>
          <p:cNvSpPr>
            <a:spLocks/>
          </p:cNvSpPr>
          <p:nvPr/>
        </p:nvSpPr>
        <p:spPr>
          <a:xfrm>
            <a:off x="2638044" y="1508760"/>
            <a:ext cx="1783080" cy="36576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10 areas</a:t>
            </a:r>
            <a:endParaRPr lang="en-US" sz="1400"/>
          </a:p>
        </p:txBody>
      </p:sp>
      <p:sp>
        <p:nvSpPr>
          <p:cNvPr id="14" name="Text 12"/>
          <p:cNvSpPr>
            <a:spLocks/>
          </p:cNvSpPr>
          <p:nvPr/>
        </p:nvSpPr>
        <p:spPr>
          <a:xfrm>
            <a:off x="2638044" y="1874520"/>
            <a:ext cx="1783080" cy="365760"/>
          </a:xfrm>
          <a:prstGeom prst="rect">
            <a:avLst/>
          </a:prstGeom>
          <a:noFill/>
          <a:ln/>
        </p:spPr>
        <p:txBody>
          <a:bodyPr wrap="square" lIns="0" tIns="0" rIns="0" bIns="0" rtlCol="0" anchor="ctr"/>
          <a:lstStyle/>
          <a:p>
            <a:pPr marL="0" indent="0">
              <a:buNone/>
            </a:pPr>
            <a:r>
              <a:rPr lang="en-US" sz="1000">
                <a:solidFill>
                  <a:srgbClr val="1E293B"/>
                </a:solidFill>
              </a:rPr>
              <a:t>From ingest to evaluation, including catalog</a:t>
            </a:r>
            <a:endParaRPr lang="en-US" sz="1000"/>
          </a:p>
        </p:txBody>
      </p:sp>
      <p:sp>
        <p:nvSpPr>
          <p:cNvPr id="15" name="Shape 13"/>
          <p:cNvSpPr/>
          <p:nvPr/>
        </p:nvSpPr>
        <p:spPr>
          <a:xfrm>
            <a:off x="4631436" y="1417320"/>
            <a:ext cx="2011680" cy="868680"/>
          </a:xfrm>
          <a:prstGeom prst="rect">
            <a:avLst/>
          </a:prstGeom>
          <a:solidFill>
            <a:srgbClr val="FFFFFF"/>
          </a:solidFill>
          <a:ln w="9525">
            <a:solidFill>
              <a:srgbClr val="D8D3C7"/>
            </a:solidFill>
            <a:prstDash val="solid"/>
          </a:ln>
        </p:spPr>
        <p:txBody>
          <a:bodyPr/>
          <a:lstStyle/>
          <a:p>
            <a:endParaRPr lang="en-US"/>
          </a:p>
        </p:txBody>
      </p:sp>
      <p:sp>
        <p:nvSpPr>
          <p:cNvPr id="16" name="Shape 14"/>
          <p:cNvSpPr/>
          <p:nvPr/>
        </p:nvSpPr>
        <p:spPr>
          <a:xfrm>
            <a:off x="4631436" y="1417320"/>
            <a:ext cx="73152" cy="868680"/>
          </a:xfrm>
          <a:prstGeom prst="rect">
            <a:avLst/>
          </a:prstGeom>
          <a:solidFill>
            <a:srgbClr val="028090"/>
          </a:solidFill>
          <a:ln w="12700">
            <a:solidFill>
              <a:srgbClr val="028090"/>
            </a:solidFill>
            <a:prstDash val="solid"/>
          </a:ln>
        </p:spPr>
        <p:txBody>
          <a:bodyPr/>
          <a:lstStyle/>
          <a:p>
            <a:pPr marL="0" indent="0">
              <a:buNone/>
            </a:pPr>
            <a:endParaRPr lang="en-US" sz="1400"/>
          </a:p>
        </p:txBody>
      </p:sp>
      <p:sp>
        <p:nvSpPr>
          <p:cNvPr id="17" name="Text 15"/>
          <p:cNvSpPr>
            <a:spLocks/>
          </p:cNvSpPr>
          <p:nvPr/>
        </p:nvSpPr>
        <p:spPr>
          <a:xfrm>
            <a:off x="4768596" y="1508760"/>
            <a:ext cx="1783080" cy="36576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9 workflows</a:t>
            </a:r>
            <a:endParaRPr lang="en-US" sz="1400"/>
          </a:p>
        </p:txBody>
      </p:sp>
      <p:sp>
        <p:nvSpPr>
          <p:cNvPr id="18" name="Text 16"/>
          <p:cNvSpPr>
            <a:spLocks/>
          </p:cNvSpPr>
          <p:nvPr/>
        </p:nvSpPr>
        <p:spPr>
          <a:xfrm>
            <a:off x="4768596" y="1874520"/>
            <a:ext cx="1783080" cy="365760"/>
          </a:xfrm>
          <a:prstGeom prst="rect">
            <a:avLst/>
          </a:prstGeom>
          <a:noFill/>
          <a:ln/>
        </p:spPr>
        <p:txBody>
          <a:bodyPr wrap="square" lIns="0" tIns="0" rIns="0" bIns="0" rtlCol="0" anchor="ctr"/>
          <a:lstStyle/>
          <a:p>
            <a:pPr marL="0" indent="0">
              <a:buNone/>
            </a:pPr>
            <a:r>
              <a:rPr lang="en-US" sz="1000">
                <a:solidFill>
                  <a:srgbClr val="1E293B"/>
                </a:solidFill>
              </a:rPr>
              <a:t>End-to-end coverage incl. discover &amp; reuse</a:t>
            </a:r>
            <a:endParaRPr lang="en-US" sz="1000"/>
          </a:p>
        </p:txBody>
      </p:sp>
      <p:sp>
        <p:nvSpPr>
          <p:cNvPr id="19" name="Shape 17"/>
          <p:cNvSpPr/>
          <p:nvPr/>
        </p:nvSpPr>
        <p:spPr>
          <a:xfrm>
            <a:off x="6761988" y="1417320"/>
            <a:ext cx="2011680" cy="868680"/>
          </a:xfrm>
          <a:prstGeom prst="rect">
            <a:avLst/>
          </a:prstGeom>
          <a:solidFill>
            <a:srgbClr val="FFFFFF"/>
          </a:solidFill>
          <a:ln w="9525">
            <a:solidFill>
              <a:srgbClr val="D8D3C7"/>
            </a:solidFill>
            <a:prstDash val="solid"/>
          </a:ln>
        </p:spPr>
        <p:txBody>
          <a:bodyPr/>
          <a:lstStyle/>
          <a:p>
            <a:endParaRPr lang="en-US"/>
          </a:p>
        </p:txBody>
      </p:sp>
      <p:sp>
        <p:nvSpPr>
          <p:cNvPr id="20" name="Shape 18"/>
          <p:cNvSpPr/>
          <p:nvPr/>
        </p:nvSpPr>
        <p:spPr>
          <a:xfrm>
            <a:off x="6761988" y="1417320"/>
            <a:ext cx="73152" cy="868680"/>
          </a:xfrm>
          <a:prstGeom prst="rect">
            <a:avLst/>
          </a:prstGeom>
          <a:solidFill>
            <a:srgbClr val="F2A65A"/>
          </a:solidFill>
          <a:ln w="12700">
            <a:solidFill>
              <a:srgbClr val="F2A65A"/>
            </a:solidFill>
            <a:prstDash val="solid"/>
          </a:ln>
        </p:spPr>
        <p:txBody>
          <a:bodyPr/>
          <a:lstStyle/>
          <a:p>
            <a:pPr marL="0" indent="0">
              <a:buNone/>
            </a:pPr>
            <a:endParaRPr lang="en-US" sz="1400"/>
          </a:p>
        </p:txBody>
      </p:sp>
      <p:sp>
        <p:nvSpPr>
          <p:cNvPr id="21" name="Text 19"/>
          <p:cNvSpPr>
            <a:spLocks/>
          </p:cNvSpPr>
          <p:nvPr/>
        </p:nvSpPr>
        <p:spPr>
          <a:xfrm>
            <a:off x="6899148" y="1508760"/>
            <a:ext cx="1783080" cy="365760"/>
          </a:xfrm>
          <a:prstGeom prst="rect">
            <a:avLst/>
          </a:prstGeom>
          <a:noFill/>
          <a:ln/>
        </p:spPr>
        <p:txBody>
          <a:bodyPr wrap="square" lIns="0" tIns="0" rIns="0" bIns="0" rtlCol="0" anchor="ctr"/>
          <a:lstStyle/>
          <a:p>
            <a:pPr marL="0" indent="0">
              <a:buNone/>
            </a:pPr>
            <a:r>
              <a:rPr lang="en-US" sz="1400" b="1">
                <a:solidFill>
                  <a:srgbClr val="0F2A47"/>
                </a:solidFill>
                <a:latin typeface="Cambria" pitchFamily="34" charset="0"/>
                <a:ea typeface="Cambria" pitchFamily="34" charset="-122"/>
                <a:cs typeface="Cambria" pitchFamily="34" charset="-120"/>
              </a:rPr>
              <a:t>3 service tiers</a:t>
            </a:r>
            <a:endParaRPr lang="en-US" sz="1400"/>
          </a:p>
        </p:txBody>
      </p:sp>
      <p:sp>
        <p:nvSpPr>
          <p:cNvPr id="22" name="Text 20"/>
          <p:cNvSpPr>
            <a:spLocks/>
          </p:cNvSpPr>
          <p:nvPr/>
        </p:nvSpPr>
        <p:spPr>
          <a:xfrm>
            <a:off x="6899148" y="1874520"/>
            <a:ext cx="1783080" cy="365760"/>
          </a:xfrm>
          <a:prstGeom prst="rect">
            <a:avLst/>
          </a:prstGeom>
          <a:noFill/>
          <a:ln/>
        </p:spPr>
        <p:txBody>
          <a:bodyPr wrap="square" lIns="0" tIns="0" rIns="0" bIns="0" rtlCol="0" anchor="ctr"/>
          <a:lstStyle/>
          <a:p>
            <a:pPr marL="0" indent="0">
              <a:buNone/>
            </a:pPr>
            <a:r>
              <a:rPr lang="en-US" sz="1000">
                <a:solidFill>
                  <a:srgbClr val="1E293B"/>
                </a:solidFill>
              </a:rPr>
              <a:t>Self-serve · assisted · governed</a:t>
            </a:r>
            <a:endParaRPr lang="en-US" sz="1000"/>
          </a:p>
        </p:txBody>
      </p:sp>
      <p:sp>
        <p:nvSpPr>
          <p:cNvPr id="23" name="Shape 21"/>
          <p:cNvSpPr/>
          <p:nvPr/>
        </p:nvSpPr>
        <p:spPr>
          <a:xfrm>
            <a:off x="320040" y="2423160"/>
            <a:ext cx="2743200" cy="365760"/>
          </a:xfrm>
          <a:prstGeom prst="rect">
            <a:avLst/>
          </a:prstGeom>
          <a:solidFill>
            <a:srgbClr val="00A896"/>
          </a:solidFill>
          <a:ln w="12700">
            <a:solidFill>
              <a:srgbClr val="00A896"/>
            </a:solidFill>
            <a:prstDash val="solid"/>
          </a:ln>
        </p:spPr>
        <p:txBody>
          <a:bodyPr/>
          <a:lstStyle/>
          <a:p>
            <a:endParaRPr lang="en-US"/>
          </a:p>
        </p:txBody>
      </p:sp>
      <p:sp>
        <p:nvSpPr>
          <p:cNvPr id="24" name="Text 22"/>
          <p:cNvSpPr/>
          <p:nvPr/>
        </p:nvSpPr>
        <p:spPr>
          <a:xfrm>
            <a:off x="457200" y="2423160"/>
            <a:ext cx="2468880" cy="365760"/>
          </a:xfrm>
          <a:prstGeom prst="rect">
            <a:avLst/>
          </a:prstGeom>
          <a:noFill/>
          <a:ln/>
        </p:spPr>
        <p:txBody>
          <a:bodyPr wrap="square" lIns="0" tIns="0" rIns="0" bIns="0" rtlCol="0" anchor="ctr"/>
          <a:lstStyle/>
          <a:p>
            <a:pPr marL="0" indent="0">
              <a:buNone/>
            </a:pPr>
            <a:r>
              <a:rPr lang="en-US" sz="1200" b="1">
                <a:solidFill>
                  <a:srgbClr val="FFFFFF"/>
                </a:solidFill>
                <a:latin typeface="Cambria" pitchFamily="34" charset="0"/>
                <a:ea typeface="Cambria" pitchFamily="34" charset="-122"/>
                <a:cs typeface="Cambria" pitchFamily="34" charset="-120"/>
              </a:rPr>
              <a:t>What it does</a:t>
            </a:r>
            <a:endParaRPr lang="en-US" sz="1200"/>
          </a:p>
        </p:txBody>
      </p:sp>
      <p:sp>
        <p:nvSpPr>
          <p:cNvPr id="25" name="Shape 23"/>
          <p:cNvSpPr>
            <a:spLocks/>
          </p:cNvSpPr>
          <p:nvPr/>
        </p:nvSpPr>
        <p:spPr>
          <a:xfrm>
            <a:off x="320040" y="2788920"/>
            <a:ext cx="2743200" cy="1508760"/>
          </a:xfrm>
          <a:prstGeom prst="rect">
            <a:avLst/>
          </a:prstGeom>
          <a:solidFill>
            <a:srgbClr val="FFFFFF"/>
          </a:solidFill>
          <a:ln w="9525">
            <a:solidFill>
              <a:srgbClr val="D8D3C7"/>
            </a:solidFill>
            <a:prstDash val="solid"/>
          </a:ln>
        </p:spPr>
        <p:txBody>
          <a:bodyPr/>
          <a:lstStyle/>
          <a:p>
            <a:endParaRPr lang="en-US"/>
          </a:p>
        </p:txBody>
      </p:sp>
      <p:sp>
        <p:nvSpPr>
          <p:cNvPr id="26" name="Text 24"/>
          <p:cNvSpPr>
            <a:spLocks/>
          </p:cNvSpPr>
          <p:nvPr/>
        </p:nvSpPr>
        <p:spPr>
          <a:xfrm>
            <a:off x="457200" y="2880360"/>
            <a:ext cx="2514600" cy="1371600"/>
          </a:xfrm>
          <a:prstGeom prst="rect">
            <a:avLst/>
          </a:prstGeom>
          <a:noFill/>
          <a:ln/>
        </p:spPr>
        <p:txBody>
          <a:bodyPr wrap="square" lIns="0" tIns="0" rIns="0" bIns="0" rtlCol="0" anchor="t"/>
          <a:lstStyle/>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Profile source/target schemas</a:t>
            </a:r>
            <a:endParaRPr lang="en-US" sz="900"/>
          </a:p>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Rank candidates with explainable signals</a:t>
            </a:r>
            <a:endParaRPr lang="en-US" sz="900"/>
          </a:p>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Reason over canonical concept paths</a:t>
            </a:r>
            <a:endParaRPr lang="en-US" sz="900"/>
          </a:p>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Validate transformations before code</a:t>
            </a:r>
            <a:endParaRPr lang="en-US" sz="900"/>
          </a:p>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Discover &amp; reuse via mapping catalog</a:t>
            </a:r>
            <a:endParaRPr lang="en-US" sz="900"/>
          </a:p>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Learn from corrections + reusable rules</a:t>
            </a:r>
            <a:endParaRPr lang="en-US" sz="900"/>
          </a:p>
        </p:txBody>
      </p:sp>
      <p:sp>
        <p:nvSpPr>
          <p:cNvPr id="27" name="Shape 25"/>
          <p:cNvSpPr/>
          <p:nvPr/>
        </p:nvSpPr>
        <p:spPr>
          <a:xfrm>
            <a:off x="3200400" y="2423160"/>
            <a:ext cx="2743200" cy="365760"/>
          </a:xfrm>
          <a:prstGeom prst="rect">
            <a:avLst/>
          </a:prstGeom>
          <a:solidFill>
            <a:srgbClr val="0F2A47"/>
          </a:solidFill>
          <a:ln w="12700">
            <a:solidFill>
              <a:srgbClr val="0F2A47"/>
            </a:solidFill>
            <a:prstDash val="solid"/>
          </a:ln>
        </p:spPr>
        <p:txBody>
          <a:bodyPr/>
          <a:lstStyle/>
          <a:p>
            <a:endParaRPr lang="en-US"/>
          </a:p>
        </p:txBody>
      </p:sp>
      <p:sp>
        <p:nvSpPr>
          <p:cNvPr id="28" name="Text 26"/>
          <p:cNvSpPr/>
          <p:nvPr/>
        </p:nvSpPr>
        <p:spPr>
          <a:xfrm>
            <a:off x="3337560" y="2423160"/>
            <a:ext cx="2468880" cy="365760"/>
          </a:xfrm>
          <a:prstGeom prst="rect">
            <a:avLst/>
          </a:prstGeom>
          <a:noFill/>
          <a:ln/>
        </p:spPr>
        <p:txBody>
          <a:bodyPr wrap="square" lIns="0" tIns="0" rIns="0" bIns="0" rtlCol="0" anchor="ctr"/>
          <a:lstStyle/>
          <a:p>
            <a:pPr marL="0" indent="0">
              <a:buNone/>
            </a:pPr>
            <a:r>
              <a:rPr lang="en-US" sz="1200" b="1">
                <a:solidFill>
                  <a:srgbClr val="FFFFFF"/>
                </a:solidFill>
                <a:latin typeface="Cambria" pitchFamily="34" charset="0"/>
                <a:ea typeface="Cambria" pitchFamily="34" charset="-122"/>
                <a:cs typeface="Cambria" pitchFamily="34" charset="-120"/>
              </a:rPr>
              <a:t>Who it serves</a:t>
            </a:r>
            <a:endParaRPr lang="en-US" sz="1200"/>
          </a:p>
        </p:txBody>
      </p:sp>
      <p:sp>
        <p:nvSpPr>
          <p:cNvPr id="29" name="Shape 27"/>
          <p:cNvSpPr>
            <a:spLocks/>
          </p:cNvSpPr>
          <p:nvPr/>
        </p:nvSpPr>
        <p:spPr>
          <a:xfrm>
            <a:off x="3200400" y="2788920"/>
            <a:ext cx="2743200" cy="1508760"/>
          </a:xfrm>
          <a:prstGeom prst="rect">
            <a:avLst/>
          </a:prstGeom>
          <a:solidFill>
            <a:srgbClr val="FFFFFF"/>
          </a:solidFill>
          <a:ln w="9525">
            <a:solidFill>
              <a:srgbClr val="D8D3C7"/>
            </a:solidFill>
            <a:prstDash val="solid"/>
          </a:ln>
        </p:spPr>
        <p:txBody>
          <a:bodyPr/>
          <a:lstStyle/>
          <a:p>
            <a:endParaRPr lang="en-US"/>
          </a:p>
        </p:txBody>
      </p:sp>
      <p:sp>
        <p:nvSpPr>
          <p:cNvPr id="30" name="Text 28"/>
          <p:cNvSpPr>
            <a:spLocks/>
          </p:cNvSpPr>
          <p:nvPr/>
        </p:nvSpPr>
        <p:spPr>
          <a:xfrm>
            <a:off x="3337560" y="2880360"/>
            <a:ext cx="2514600" cy="1371600"/>
          </a:xfrm>
          <a:prstGeom prst="rect">
            <a:avLst/>
          </a:prstGeom>
          <a:noFill/>
          <a:ln/>
        </p:spPr>
        <p:txBody>
          <a:bodyPr wrap="square" lIns="0" tIns="0" rIns="0" bIns="0" rtlCol="0" anchor="t"/>
          <a:lstStyle/>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Program teams under PMO delivery</a:t>
            </a:r>
            <a:endParaRPr lang="en-US" sz="900"/>
          </a:p>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Integration &amp; migration squads</a:t>
            </a:r>
            <a:endParaRPr lang="en-US" sz="900"/>
          </a:p>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M&amp;A and post-merger data workstreams</a:t>
            </a:r>
            <a:endParaRPr lang="en-US" sz="900"/>
          </a:p>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EA: feedback loop for canonical models</a:t>
            </a:r>
            <a:endParaRPr lang="en-US" sz="900"/>
          </a:p>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Analysts owning trust &amp; audit</a:t>
            </a:r>
            <a:endParaRPr lang="en-US" sz="900"/>
          </a:p>
        </p:txBody>
      </p:sp>
      <p:sp>
        <p:nvSpPr>
          <p:cNvPr id="31" name="Shape 29"/>
          <p:cNvSpPr/>
          <p:nvPr/>
        </p:nvSpPr>
        <p:spPr>
          <a:xfrm>
            <a:off x="6080760" y="2423160"/>
            <a:ext cx="2743200" cy="365760"/>
          </a:xfrm>
          <a:prstGeom prst="rect">
            <a:avLst/>
          </a:prstGeom>
          <a:solidFill>
            <a:srgbClr val="028090"/>
          </a:solidFill>
          <a:ln w="12700">
            <a:solidFill>
              <a:srgbClr val="028090"/>
            </a:solidFill>
            <a:prstDash val="solid"/>
          </a:ln>
        </p:spPr>
        <p:txBody>
          <a:bodyPr/>
          <a:lstStyle/>
          <a:p>
            <a:endParaRPr lang="en-US"/>
          </a:p>
        </p:txBody>
      </p:sp>
      <p:sp>
        <p:nvSpPr>
          <p:cNvPr id="32" name="Text 30"/>
          <p:cNvSpPr/>
          <p:nvPr/>
        </p:nvSpPr>
        <p:spPr>
          <a:xfrm>
            <a:off x="6217920" y="2423160"/>
            <a:ext cx="2468880" cy="365760"/>
          </a:xfrm>
          <a:prstGeom prst="rect">
            <a:avLst/>
          </a:prstGeom>
          <a:noFill/>
          <a:ln/>
        </p:spPr>
        <p:txBody>
          <a:bodyPr wrap="square" lIns="0" tIns="0" rIns="0" bIns="0" rtlCol="0" anchor="ctr"/>
          <a:lstStyle/>
          <a:p>
            <a:pPr marL="0" indent="0">
              <a:buNone/>
            </a:pPr>
            <a:r>
              <a:rPr lang="en-US" sz="1200" b="1">
                <a:solidFill>
                  <a:srgbClr val="FFFFFF"/>
                </a:solidFill>
                <a:latin typeface="Cambria" pitchFamily="34" charset="0"/>
                <a:ea typeface="Cambria" pitchFamily="34" charset="-122"/>
                <a:cs typeface="Cambria" pitchFamily="34" charset="-120"/>
              </a:rPr>
              <a:t>Why now</a:t>
            </a:r>
            <a:endParaRPr lang="en-US" sz="1200"/>
          </a:p>
        </p:txBody>
      </p:sp>
      <p:sp>
        <p:nvSpPr>
          <p:cNvPr id="33" name="Shape 31"/>
          <p:cNvSpPr>
            <a:spLocks/>
          </p:cNvSpPr>
          <p:nvPr/>
        </p:nvSpPr>
        <p:spPr>
          <a:xfrm>
            <a:off x="6080760" y="2788920"/>
            <a:ext cx="2743200" cy="1508760"/>
          </a:xfrm>
          <a:prstGeom prst="rect">
            <a:avLst/>
          </a:prstGeom>
          <a:solidFill>
            <a:srgbClr val="FFFFFF"/>
          </a:solidFill>
          <a:ln w="9525">
            <a:solidFill>
              <a:srgbClr val="D8D3C7"/>
            </a:solidFill>
            <a:prstDash val="solid"/>
          </a:ln>
        </p:spPr>
        <p:txBody>
          <a:bodyPr/>
          <a:lstStyle/>
          <a:p>
            <a:endParaRPr lang="en-US"/>
          </a:p>
        </p:txBody>
      </p:sp>
      <p:sp>
        <p:nvSpPr>
          <p:cNvPr id="34" name="Text 32"/>
          <p:cNvSpPr>
            <a:spLocks/>
          </p:cNvSpPr>
          <p:nvPr/>
        </p:nvSpPr>
        <p:spPr>
          <a:xfrm>
            <a:off x="6217920" y="2880360"/>
            <a:ext cx="2514600" cy="1371600"/>
          </a:xfrm>
          <a:prstGeom prst="rect">
            <a:avLst/>
          </a:prstGeom>
          <a:noFill/>
          <a:ln/>
        </p:spPr>
        <p:txBody>
          <a:bodyPr wrap="square" lIns="0" tIns="0" rIns="0" bIns="0" rtlCol="0" anchor="t"/>
          <a:lstStyle/>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Replaces bespoke spreadsheets per program</a:t>
            </a:r>
            <a:endParaRPr lang="en-US" sz="900"/>
          </a:p>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Audit-ready alternative to free-form LLMs</a:t>
            </a:r>
            <a:endParaRPr lang="en-US" sz="900"/>
          </a:p>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Catalog is delivered — reuse compounds today</a:t>
            </a:r>
            <a:endParaRPr lang="en-US" sz="900"/>
          </a:p>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Anchors mappings to enterprise standards</a:t>
            </a:r>
            <a:endParaRPr lang="en-US" sz="900"/>
          </a:p>
          <a:p>
            <a:pPr marL="342900" indent="-342900">
              <a:spcAft>
                <a:spcPts val="300"/>
              </a:spcAft>
              <a:buSzPct val="100000"/>
              <a:buChar char="■"/>
            </a:pPr>
            <a:r>
              <a:rPr lang="en-US" sz="900">
                <a:solidFill>
                  <a:srgbClr val="1E293B"/>
                </a:solidFill>
                <a:latin typeface="Calibri" pitchFamily="34" charset="0"/>
                <a:ea typeface="Calibri" pitchFamily="34" charset="-122"/>
                <a:cs typeface="Calibri" pitchFamily="34" charset="-120"/>
              </a:rPr>
              <a:t>Pilot-ready: internal beta in workspace</a:t>
            </a:r>
            <a:endParaRPr lang="en-US" sz="900"/>
          </a:p>
        </p:txBody>
      </p:sp>
      <p:sp>
        <p:nvSpPr>
          <p:cNvPr id="35" name="Shape 33"/>
          <p:cNvSpPr/>
          <p:nvPr/>
        </p:nvSpPr>
        <p:spPr>
          <a:xfrm>
            <a:off x="457200" y="4434840"/>
            <a:ext cx="8229600" cy="457200"/>
          </a:xfrm>
          <a:prstGeom prst="rect">
            <a:avLst/>
          </a:prstGeom>
          <a:solidFill>
            <a:srgbClr val="0F2A47"/>
          </a:solidFill>
          <a:ln w="12700">
            <a:solidFill>
              <a:srgbClr val="0F2A47"/>
            </a:solidFill>
            <a:prstDash val="solid"/>
          </a:ln>
        </p:spPr>
        <p:txBody>
          <a:bodyPr/>
          <a:lstStyle/>
          <a:p>
            <a:endParaRPr lang="en-US"/>
          </a:p>
        </p:txBody>
      </p:sp>
      <p:sp>
        <p:nvSpPr>
          <p:cNvPr id="36" name="Shape 34"/>
          <p:cNvSpPr>
            <a:spLocks/>
          </p:cNvSpPr>
          <p:nvPr/>
        </p:nvSpPr>
        <p:spPr>
          <a:xfrm>
            <a:off x="457200" y="4434840"/>
            <a:ext cx="73152" cy="457200"/>
          </a:xfrm>
          <a:prstGeom prst="rect">
            <a:avLst/>
          </a:prstGeom>
          <a:solidFill>
            <a:srgbClr val="00A896"/>
          </a:solidFill>
          <a:ln w="12700">
            <a:solidFill>
              <a:srgbClr val="00A896"/>
            </a:solidFill>
            <a:prstDash val="solid"/>
          </a:ln>
        </p:spPr>
        <p:txBody>
          <a:bodyPr/>
          <a:lstStyle/>
          <a:p>
            <a:endParaRPr lang="en-US"/>
          </a:p>
        </p:txBody>
      </p:sp>
      <p:sp>
        <p:nvSpPr>
          <p:cNvPr id="37" name="Text 35"/>
          <p:cNvSpPr>
            <a:spLocks/>
          </p:cNvSpPr>
          <p:nvPr/>
        </p:nvSpPr>
        <p:spPr>
          <a:xfrm>
            <a:off x="640080" y="4434840"/>
            <a:ext cx="1097280" cy="457200"/>
          </a:xfrm>
          <a:prstGeom prst="rect">
            <a:avLst/>
          </a:prstGeom>
          <a:noFill/>
          <a:ln/>
        </p:spPr>
        <p:txBody>
          <a:bodyPr wrap="square" lIns="0" tIns="0" rIns="0" bIns="0" rtlCol="0" anchor="ctr"/>
          <a:lstStyle/>
          <a:p>
            <a:pPr marL="0" indent="0">
              <a:buNone/>
            </a:pPr>
            <a:r>
              <a:rPr lang="en-US" sz="1100" b="1" kern="0" spc="400">
                <a:solidFill>
                  <a:srgbClr val="00A896"/>
                </a:solidFill>
              </a:rPr>
              <a:t>THE ASK</a:t>
            </a:r>
            <a:endParaRPr lang="en-US" sz="1100"/>
          </a:p>
        </p:txBody>
      </p:sp>
      <p:sp>
        <p:nvSpPr>
          <p:cNvPr id="38" name="Text 36"/>
          <p:cNvSpPr/>
          <p:nvPr/>
        </p:nvSpPr>
        <p:spPr>
          <a:xfrm>
            <a:off x="1783080" y="4434840"/>
            <a:ext cx="6766560" cy="457200"/>
          </a:xfrm>
          <a:prstGeom prst="rect">
            <a:avLst/>
          </a:prstGeom>
          <a:noFill/>
          <a:ln/>
        </p:spPr>
        <p:txBody>
          <a:bodyPr wrap="square" lIns="0" tIns="0" rIns="0" bIns="0" rtlCol="0" anchor="ctr"/>
          <a:lstStyle/>
          <a:p>
            <a:pPr marL="0" indent="0">
              <a:buNone/>
            </a:pPr>
            <a:r>
              <a:rPr lang="en-US" sz="1100" i="1">
                <a:solidFill>
                  <a:srgbClr val="FFFFFF"/>
                </a:solidFill>
              </a:rPr>
              <a:t>Endorse Semantra as a PMO catalog service  ·  Approve 2 pilots this quarter  ·  Sponsor EA canonical alignment</a:t>
            </a:r>
            <a:endParaRPr lang="en-US" sz="1100"/>
          </a:p>
        </p:txBody>
      </p:sp>
      <p:sp>
        <p:nvSpPr>
          <p:cNvPr id="39" name="Shape 37"/>
          <p:cNvSpPr>
            <a:spLocks/>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40" name="Text 38"/>
          <p:cNvSpPr>
            <a:spLocks/>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41" name="Text 39"/>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12 / 12</a:t>
            </a:r>
            <a:endParaRPr lang="en-US"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FE5159-860D-5AA1-42C9-A00E5B198F68}"/>
              </a:ext>
            </a:extLst>
          </p:cNvPr>
          <p:cNvSpPr/>
          <p:nvPr/>
        </p:nvSpPr>
        <p:spPr>
          <a:xfrm rot="19890097">
            <a:off x="1902846" y="2110085"/>
            <a:ext cx="5338321" cy="923330"/>
          </a:xfrm>
          <a:prstGeom prst="rect">
            <a:avLst/>
          </a:prstGeom>
          <a:noFill/>
        </p:spPr>
        <p:txBody>
          <a:bodyPr wrap="none" lIns="91440" tIns="45720" rIns="91440" bIns="45720">
            <a:spAutoFit/>
          </a:bodyPr>
          <a:lstStyle/>
          <a:p>
            <a:pPr algn="ctr"/>
            <a:r>
              <a:rPr lang="en-US" sz="5400" b="1" cap="none" spc="0" dirty="0">
                <a:ln w="12700">
                  <a:solidFill>
                    <a:schemeClr val="accent5"/>
                  </a:solidFill>
                  <a:prstDash val="solid"/>
                </a:ln>
                <a:pattFill prst="ltDnDiag">
                  <a:fgClr>
                    <a:schemeClr val="accent5">
                      <a:lumMod val="60000"/>
                      <a:lumOff val="40000"/>
                    </a:schemeClr>
                  </a:fgClr>
                  <a:bgClr>
                    <a:schemeClr val="bg1"/>
                  </a:bgClr>
                </a:pattFill>
                <a:effectLst/>
              </a:rPr>
              <a:t>E M P T Y   P A G E</a:t>
            </a:r>
          </a:p>
        </p:txBody>
      </p:sp>
    </p:spTree>
    <p:extLst>
      <p:ext uri="{BB962C8B-B14F-4D97-AF65-F5344CB8AC3E}">
        <p14:creationId xmlns:p14="http://schemas.microsoft.com/office/powerpoint/2010/main" val="1078175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
    <p:bg>
      <p:bgPr>
        <a:solidFill>
          <a:srgbClr val="081A2E"/>
        </a:solidFill>
        <a:effectLst/>
      </p:bgPr>
    </p:bg>
    <p:spTree>
      <p:nvGrpSpPr>
        <p:cNvPr id="1" name=""/>
        <p:cNvGrpSpPr/>
        <p:nvPr/>
      </p:nvGrpSpPr>
      <p:grpSpPr>
        <a:xfrm>
          <a:off x="0" y="0"/>
          <a:ext cx="0" cy="0"/>
          <a:chOff x="0" y="0"/>
          <a:chExt cx="0" cy="0"/>
        </a:xfrm>
      </p:grpSpPr>
      <p:sp>
        <p:nvSpPr>
          <p:cNvPr id="2" name="Shape 0"/>
          <p:cNvSpPr/>
          <p:nvPr/>
        </p:nvSpPr>
        <p:spPr>
          <a:xfrm>
            <a:off x="5943600" y="457200"/>
            <a:ext cx="0" cy="4206240"/>
          </a:xfrm>
          <a:prstGeom prst="line">
            <a:avLst/>
          </a:prstGeom>
          <a:noFill/>
          <a:ln w="6350">
            <a:solidFill>
              <a:srgbClr val="00A896">
                <a:alpha val="30000"/>
              </a:srgbClr>
            </a:solidFill>
            <a:prstDash val="solid"/>
          </a:ln>
        </p:spPr>
        <p:txBody>
          <a:bodyPr/>
          <a:lstStyle/>
          <a:p>
            <a:endParaRPr lang="en-US"/>
          </a:p>
        </p:txBody>
      </p:sp>
      <p:sp>
        <p:nvSpPr>
          <p:cNvPr id="3" name="Shape 1"/>
          <p:cNvSpPr/>
          <p:nvPr/>
        </p:nvSpPr>
        <p:spPr>
          <a:xfrm>
            <a:off x="6080760" y="457200"/>
            <a:ext cx="0" cy="4206240"/>
          </a:xfrm>
          <a:prstGeom prst="line">
            <a:avLst/>
          </a:prstGeom>
          <a:noFill/>
          <a:ln w="6350">
            <a:solidFill>
              <a:srgbClr val="00A896">
                <a:alpha val="38000"/>
              </a:srgbClr>
            </a:solidFill>
            <a:prstDash val="solid"/>
          </a:ln>
        </p:spPr>
        <p:txBody>
          <a:bodyPr/>
          <a:lstStyle/>
          <a:p>
            <a:endParaRPr lang="en-US"/>
          </a:p>
        </p:txBody>
      </p:sp>
      <p:sp>
        <p:nvSpPr>
          <p:cNvPr id="4" name="Shape 2"/>
          <p:cNvSpPr/>
          <p:nvPr/>
        </p:nvSpPr>
        <p:spPr>
          <a:xfrm>
            <a:off x="6217920" y="457200"/>
            <a:ext cx="0" cy="4206240"/>
          </a:xfrm>
          <a:prstGeom prst="line">
            <a:avLst/>
          </a:prstGeom>
          <a:noFill/>
          <a:ln w="6350">
            <a:solidFill>
              <a:srgbClr val="00A896">
                <a:alpha val="46000"/>
              </a:srgbClr>
            </a:solidFill>
            <a:prstDash val="solid"/>
          </a:ln>
        </p:spPr>
        <p:txBody>
          <a:bodyPr/>
          <a:lstStyle/>
          <a:p>
            <a:endParaRPr lang="en-US"/>
          </a:p>
        </p:txBody>
      </p:sp>
      <p:sp>
        <p:nvSpPr>
          <p:cNvPr id="5" name="Shape 3"/>
          <p:cNvSpPr/>
          <p:nvPr/>
        </p:nvSpPr>
        <p:spPr>
          <a:xfrm>
            <a:off x="6355080" y="457200"/>
            <a:ext cx="0" cy="4206240"/>
          </a:xfrm>
          <a:prstGeom prst="line">
            <a:avLst/>
          </a:prstGeom>
          <a:noFill/>
          <a:ln w="6350">
            <a:solidFill>
              <a:srgbClr val="00A896">
                <a:alpha val="54000"/>
              </a:srgbClr>
            </a:solidFill>
            <a:prstDash val="solid"/>
          </a:ln>
        </p:spPr>
        <p:txBody>
          <a:bodyPr/>
          <a:lstStyle/>
          <a:p>
            <a:endParaRPr lang="en-US"/>
          </a:p>
        </p:txBody>
      </p:sp>
      <p:sp>
        <p:nvSpPr>
          <p:cNvPr id="6" name="Shape 4"/>
          <p:cNvSpPr/>
          <p:nvPr/>
        </p:nvSpPr>
        <p:spPr>
          <a:xfrm>
            <a:off x="6492240" y="457200"/>
            <a:ext cx="0" cy="4206240"/>
          </a:xfrm>
          <a:prstGeom prst="line">
            <a:avLst/>
          </a:prstGeom>
          <a:noFill/>
          <a:ln w="6350">
            <a:solidFill>
              <a:srgbClr val="00A896">
                <a:alpha val="62000"/>
              </a:srgbClr>
            </a:solidFill>
            <a:prstDash val="solid"/>
          </a:ln>
        </p:spPr>
        <p:txBody>
          <a:bodyPr/>
          <a:lstStyle/>
          <a:p>
            <a:endParaRPr lang="en-US"/>
          </a:p>
        </p:txBody>
      </p:sp>
      <p:sp>
        <p:nvSpPr>
          <p:cNvPr id="7" name="Shape 5"/>
          <p:cNvSpPr/>
          <p:nvPr/>
        </p:nvSpPr>
        <p:spPr>
          <a:xfrm>
            <a:off x="6629400" y="457200"/>
            <a:ext cx="0" cy="4206240"/>
          </a:xfrm>
          <a:prstGeom prst="line">
            <a:avLst/>
          </a:prstGeom>
          <a:noFill/>
          <a:ln w="6350">
            <a:solidFill>
              <a:srgbClr val="00A896">
                <a:alpha val="70000"/>
              </a:srgbClr>
            </a:solidFill>
            <a:prstDash val="solid"/>
          </a:ln>
        </p:spPr>
        <p:txBody>
          <a:bodyPr/>
          <a:lstStyle/>
          <a:p>
            <a:endParaRPr lang="en-US"/>
          </a:p>
        </p:txBody>
      </p:sp>
      <p:sp>
        <p:nvSpPr>
          <p:cNvPr id="8" name="Text 6"/>
          <p:cNvSpPr/>
          <p:nvPr/>
        </p:nvSpPr>
        <p:spPr>
          <a:xfrm>
            <a:off x="548640" y="822960"/>
            <a:ext cx="8229600" cy="365760"/>
          </a:xfrm>
          <a:prstGeom prst="rect">
            <a:avLst/>
          </a:prstGeom>
          <a:noFill/>
          <a:ln/>
        </p:spPr>
        <p:txBody>
          <a:bodyPr wrap="square" lIns="0" tIns="0" rIns="0" bIns="0" rtlCol="0" anchor="ctr"/>
          <a:lstStyle/>
          <a:p>
            <a:pPr marL="0" indent="0">
              <a:buNone/>
            </a:pPr>
            <a:r>
              <a:rPr lang="en-US" sz="1100" b="1" kern="0" spc="800" dirty="0">
                <a:solidFill>
                  <a:srgbClr val="00A896"/>
                </a:solidFill>
              </a:rPr>
              <a:t>ACT 2  ·  MASTER</a:t>
            </a:r>
            <a:endParaRPr lang="en-US" sz="1100" dirty="0"/>
          </a:p>
        </p:txBody>
      </p:sp>
      <p:sp>
        <p:nvSpPr>
          <p:cNvPr id="9" name="Text 7"/>
          <p:cNvSpPr/>
          <p:nvPr/>
        </p:nvSpPr>
        <p:spPr>
          <a:xfrm>
            <a:off x="548640" y="1280160"/>
            <a:ext cx="8229600" cy="86868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The Full Deck</a:t>
            </a:r>
            <a:endParaRPr lang="en-US" sz="3800" dirty="0"/>
          </a:p>
        </p:txBody>
      </p:sp>
      <p:sp>
        <p:nvSpPr>
          <p:cNvPr id="10" name="Text 8"/>
          <p:cNvSpPr/>
          <p:nvPr/>
        </p:nvSpPr>
        <p:spPr>
          <a:xfrm>
            <a:off x="548640" y="2103120"/>
            <a:ext cx="8229600" cy="8686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Foundation · MDM · Appendix · Executive · Part Two</a:t>
            </a:r>
            <a:endParaRPr lang="en-US" sz="3200" dirty="0"/>
          </a:p>
        </p:txBody>
      </p:sp>
      <p:sp>
        <p:nvSpPr>
          <p:cNvPr id="11" name="Shape 9"/>
          <p:cNvSpPr/>
          <p:nvPr/>
        </p:nvSpPr>
        <p:spPr>
          <a:xfrm>
            <a:off x="548640" y="3063240"/>
            <a:ext cx="1828800" cy="0"/>
          </a:xfrm>
          <a:prstGeom prst="line">
            <a:avLst/>
          </a:prstGeom>
          <a:noFill/>
          <a:ln w="25400">
            <a:solidFill>
              <a:srgbClr val="00A896"/>
            </a:solidFill>
            <a:prstDash val="solid"/>
          </a:ln>
        </p:spPr>
        <p:txBody>
          <a:bodyPr/>
          <a:lstStyle/>
          <a:p>
            <a:endParaRPr lang="en-US"/>
          </a:p>
        </p:txBody>
      </p:sp>
      <p:sp>
        <p:nvSpPr>
          <p:cNvPr id="12" name="Text 10"/>
          <p:cNvSpPr/>
          <p:nvPr/>
        </p:nvSpPr>
        <p:spPr>
          <a:xfrm>
            <a:off x="548640" y="3246120"/>
            <a:ext cx="6400800" cy="822960"/>
          </a:xfrm>
          <a:prstGeom prst="rect">
            <a:avLst/>
          </a:prstGeom>
          <a:noFill/>
          <a:ln/>
        </p:spPr>
        <p:txBody>
          <a:bodyPr wrap="square" lIns="0" tIns="0" rIns="0" bIns="0" rtlCol="0" anchor="ctr"/>
          <a:lstStyle/>
          <a:p>
            <a:pPr marL="0" indent="0">
              <a:buNone/>
            </a:pPr>
            <a:r>
              <a:rPr lang="en-US" sz="1400" i="1" dirty="0">
                <a:solidFill>
                  <a:srgbClr val="CADCFC"/>
                </a:solidFill>
              </a:rPr>
              <a:t>Thirty-eight slides covering every block end-to-end — the canonical reference deck.</a:t>
            </a:r>
            <a:endParaRPr lang="en-US" sz="1400" dirty="0"/>
          </a:p>
        </p:txBody>
      </p:sp>
      <p:sp>
        <p:nvSpPr>
          <p:cNvPr id="13" name="Text 11"/>
          <p:cNvSpPr/>
          <p:nvPr/>
        </p:nvSpPr>
        <p:spPr>
          <a:xfrm>
            <a:off x="548640" y="4160520"/>
            <a:ext cx="8229600" cy="365760"/>
          </a:xfrm>
          <a:prstGeom prst="rect">
            <a:avLst/>
          </a:prstGeom>
          <a:noFill/>
          <a:ln/>
        </p:spPr>
        <p:txBody>
          <a:bodyPr wrap="square" lIns="0" tIns="0" rIns="0" bIns="0" rtlCol="0" anchor="ctr"/>
          <a:lstStyle/>
          <a:p>
            <a:pPr marL="0" indent="0">
              <a:buNone/>
            </a:pPr>
            <a:r>
              <a:rPr lang="en-US" sz="1200" kern="0" spc="200" dirty="0">
                <a:solidFill>
                  <a:srgbClr val="00A896"/>
                </a:solidFill>
              </a:rPr>
              <a:t>38 slides  ·  ~30–45 minutes</a:t>
            </a:r>
            <a:endParaRPr lang="en-US" sz="1200" dirty="0"/>
          </a:p>
        </p:txBody>
      </p:sp>
      <p:sp>
        <p:nvSpPr>
          <p:cNvPr id="14" name="Shape 12"/>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15" name="Text 13"/>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
    <p:bg>
      <p:bgPr>
        <a:solidFill>
          <a:srgbClr val="081A2E"/>
        </a:solidFill>
        <a:effectLst/>
      </p:bgPr>
    </p:bg>
    <p:spTree>
      <p:nvGrpSpPr>
        <p:cNvPr id="1" name=""/>
        <p:cNvGrpSpPr/>
        <p:nvPr/>
      </p:nvGrpSpPr>
      <p:grpSpPr>
        <a:xfrm>
          <a:off x="0" y="0"/>
          <a:ext cx="0" cy="0"/>
          <a:chOff x="0" y="0"/>
          <a:chExt cx="0" cy="0"/>
        </a:xfrm>
      </p:grpSpPr>
      <p:sp>
        <p:nvSpPr>
          <p:cNvPr id="2" name="Shape 0"/>
          <p:cNvSpPr/>
          <p:nvPr/>
        </p:nvSpPr>
        <p:spPr>
          <a:xfrm>
            <a:off x="5943600" y="457200"/>
            <a:ext cx="0" cy="4206240"/>
          </a:xfrm>
          <a:prstGeom prst="line">
            <a:avLst/>
          </a:prstGeom>
          <a:noFill/>
          <a:ln w="6350">
            <a:solidFill>
              <a:srgbClr val="00A896">
                <a:alpha val="30000"/>
              </a:srgbClr>
            </a:solidFill>
            <a:prstDash val="solid"/>
          </a:ln>
        </p:spPr>
        <p:txBody>
          <a:bodyPr/>
          <a:lstStyle/>
          <a:p>
            <a:endParaRPr lang="en-US"/>
          </a:p>
        </p:txBody>
      </p:sp>
      <p:sp>
        <p:nvSpPr>
          <p:cNvPr id="3" name="Shape 1"/>
          <p:cNvSpPr/>
          <p:nvPr/>
        </p:nvSpPr>
        <p:spPr>
          <a:xfrm>
            <a:off x="6080760" y="457200"/>
            <a:ext cx="0" cy="4206240"/>
          </a:xfrm>
          <a:prstGeom prst="line">
            <a:avLst/>
          </a:prstGeom>
          <a:noFill/>
          <a:ln w="6350">
            <a:solidFill>
              <a:srgbClr val="00A896">
                <a:alpha val="38000"/>
              </a:srgbClr>
            </a:solidFill>
            <a:prstDash val="solid"/>
          </a:ln>
        </p:spPr>
        <p:txBody>
          <a:bodyPr/>
          <a:lstStyle/>
          <a:p>
            <a:endParaRPr lang="en-US"/>
          </a:p>
        </p:txBody>
      </p:sp>
      <p:sp>
        <p:nvSpPr>
          <p:cNvPr id="4" name="Shape 2"/>
          <p:cNvSpPr/>
          <p:nvPr/>
        </p:nvSpPr>
        <p:spPr>
          <a:xfrm>
            <a:off x="6217920" y="457200"/>
            <a:ext cx="0" cy="4206240"/>
          </a:xfrm>
          <a:prstGeom prst="line">
            <a:avLst/>
          </a:prstGeom>
          <a:noFill/>
          <a:ln w="6350">
            <a:solidFill>
              <a:srgbClr val="00A896">
                <a:alpha val="46000"/>
              </a:srgbClr>
            </a:solidFill>
            <a:prstDash val="solid"/>
          </a:ln>
        </p:spPr>
        <p:txBody>
          <a:bodyPr/>
          <a:lstStyle/>
          <a:p>
            <a:endParaRPr lang="en-US"/>
          </a:p>
        </p:txBody>
      </p:sp>
      <p:sp>
        <p:nvSpPr>
          <p:cNvPr id="5" name="Shape 3"/>
          <p:cNvSpPr/>
          <p:nvPr/>
        </p:nvSpPr>
        <p:spPr>
          <a:xfrm>
            <a:off x="6355080" y="457200"/>
            <a:ext cx="0" cy="4206240"/>
          </a:xfrm>
          <a:prstGeom prst="line">
            <a:avLst/>
          </a:prstGeom>
          <a:noFill/>
          <a:ln w="6350">
            <a:solidFill>
              <a:srgbClr val="00A896">
                <a:alpha val="54000"/>
              </a:srgbClr>
            </a:solidFill>
            <a:prstDash val="solid"/>
          </a:ln>
        </p:spPr>
        <p:txBody>
          <a:bodyPr/>
          <a:lstStyle/>
          <a:p>
            <a:endParaRPr lang="en-US"/>
          </a:p>
        </p:txBody>
      </p:sp>
      <p:sp>
        <p:nvSpPr>
          <p:cNvPr id="6" name="Shape 4"/>
          <p:cNvSpPr/>
          <p:nvPr/>
        </p:nvSpPr>
        <p:spPr>
          <a:xfrm>
            <a:off x="6492240" y="457200"/>
            <a:ext cx="0" cy="4206240"/>
          </a:xfrm>
          <a:prstGeom prst="line">
            <a:avLst/>
          </a:prstGeom>
          <a:noFill/>
          <a:ln w="6350">
            <a:solidFill>
              <a:srgbClr val="00A896">
                <a:alpha val="62000"/>
              </a:srgbClr>
            </a:solidFill>
            <a:prstDash val="solid"/>
          </a:ln>
        </p:spPr>
        <p:txBody>
          <a:bodyPr/>
          <a:lstStyle/>
          <a:p>
            <a:endParaRPr lang="en-US"/>
          </a:p>
        </p:txBody>
      </p:sp>
      <p:sp>
        <p:nvSpPr>
          <p:cNvPr id="7" name="Shape 5"/>
          <p:cNvSpPr/>
          <p:nvPr/>
        </p:nvSpPr>
        <p:spPr>
          <a:xfrm>
            <a:off x="6629400" y="457200"/>
            <a:ext cx="0" cy="4206240"/>
          </a:xfrm>
          <a:prstGeom prst="line">
            <a:avLst/>
          </a:prstGeom>
          <a:noFill/>
          <a:ln w="6350">
            <a:solidFill>
              <a:srgbClr val="00A896">
                <a:alpha val="70000"/>
              </a:srgbClr>
            </a:solidFill>
            <a:prstDash val="solid"/>
          </a:ln>
        </p:spPr>
        <p:txBody>
          <a:bodyPr/>
          <a:lstStyle/>
          <a:p>
            <a:endParaRPr lang="en-US"/>
          </a:p>
        </p:txBody>
      </p:sp>
      <p:sp>
        <p:nvSpPr>
          <p:cNvPr id="8" name="Shape 6"/>
          <p:cNvSpPr/>
          <p:nvPr/>
        </p:nvSpPr>
        <p:spPr>
          <a:xfrm>
            <a:off x="548640" y="4297680"/>
            <a:ext cx="1463040" cy="411480"/>
          </a:xfrm>
          <a:prstGeom prst="ellipse">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548640" y="4297680"/>
            <a:ext cx="1463040" cy="411480"/>
          </a:xfrm>
          <a:prstGeom prst="rect">
            <a:avLst/>
          </a:prstGeom>
          <a:noFill/>
          <a:ln/>
        </p:spPr>
        <p:txBody>
          <a:bodyPr wrap="square" lIns="0" tIns="0" rIns="0" bIns="0" rtlCol="0" anchor="ctr"/>
          <a:lstStyle/>
          <a:p>
            <a:pPr marL="0" indent="0" algn="ctr">
              <a:buNone/>
            </a:pPr>
            <a:r>
              <a:rPr lang="en-US" sz="1200" b="1" dirty="0">
                <a:solidFill>
                  <a:srgbClr val="081A2E"/>
                </a:solidFill>
              </a:rPr>
              <a:t>Source</a:t>
            </a:r>
            <a:endParaRPr lang="en-US" sz="1200" dirty="0"/>
          </a:p>
        </p:txBody>
      </p:sp>
      <p:sp>
        <p:nvSpPr>
          <p:cNvPr id="10" name="Shape 8"/>
          <p:cNvSpPr/>
          <p:nvPr/>
        </p:nvSpPr>
        <p:spPr>
          <a:xfrm>
            <a:off x="3840480" y="4297680"/>
            <a:ext cx="1463040" cy="411480"/>
          </a:xfrm>
          <a:prstGeom prst="ellipse">
            <a:avLst/>
          </a:prstGeom>
          <a:solidFill>
            <a:srgbClr val="00A896"/>
          </a:solidFill>
          <a:ln w="12700">
            <a:solidFill>
              <a:srgbClr val="00A896"/>
            </a:solidFill>
            <a:prstDash val="solid"/>
          </a:ln>
        </p:spPr>
        <p:txBody>
          <a:bodyPr/>
          <a:lstStyle/>
          <a:p>
            <a:endParaRPr lang="en-US"/>
          </a:p>
        </p:txBody>
      </p:sp>
      <p:sp>
        <p:nvSpPr>
          <p:cNvPr id="11" name="Text 9"/>
          <p:cNvSpPr/>
          <p:nvPr/>
        </p:nvSpPr>
        <p:spPr>
          <a:xfrm>
            <a:off x="3840480" y="4297680"/>
            <a:ext cx="1463040" cy="411480"/>
          </a:xfrm>
          <a:prstGeom prst="rect">
            <a:avLst/>
          </a:prstGeom>
          <a:noFill/>
          <a:ln/>
        </p:spPr>
        <p:txBody>
          <a:bodyPr wrap="square" lIns="0" tIns="0" rIns="0" bIns="0" rtlCol="0" anchor="ctr"/>
          <a:lstStyle/>
          <a:p>
            <a:pPr marL="0" indent="0" algn="ctr">
              <a:buNone/>
            </a:pPr>
            <a:r>
              <a:rPr lang="en-US" sz="1200" b="1" dirty="0">
                <a:solidFill>
                  <a:srgbClr val="081A2E"/>
                </a:solidFill>
              </a:rPr>
              <a:t>Concept</a:t>
            </a:r>
            <a:endParaRPr lang="en-US" sz="1200" dirty="0"/>
          </a:p>
        </p:txBody>
      </p:sp>
      <p:sp>
        <p:nvSpPr>
          <p:cNvPr id="12" name="Shape 10"/>
          <p:cNvSpPr/>
          <p:nvPr/>
        </p:nvSpPr>
        <p:spPr>
          <a:xfrm>
            <a:off x="7132320" y="4297680"/>
            <a:ext cx="1463040" cy="411480"/>
          </a:xfrm>
          <a:prstGeom prst="ellipse">
            <a:avLst/>
          </a:prstGeom>
          <a:solidFill>
            <a:srgbClr val="00A896"/>
          </a:solidFill>
          <a:ln w="12700">
            <a:solidFill>
              <a:srgbClr val="00A896"/>
            </a:solidFill>
            <a:prstDash val="solid"/>
          </a:ln>
        </p:spPr>
        <p:txBody>
          <a:bodyPr/>
          <a:lstStyle/>
          <a:p>
            <a:endParaRPr lang="en-US"/>
          </a:p>
        </p:txBody>
      </p:sp>
      <p:sp>
        <p:nvSpPr>
          <p:cNvPr id="13" name="Text 11"/>
          <p:cNvSpPr/>
          <p:nvPr/>
        </p:nvSpPr>
        <p:spPr>
          <a:xfrm>
            <a:off x="7132320" y="4297680"/>
            <a:ext cx="1463040" cy="411480"/>
          </a:xfrm>
          <a:prstGeom prst="rect">
            <a:avLst/>
          </a:prstGeom>
          <a:noFill/>
          <a:ln/>
        </p:spPr>
        <p:txBody>
          <a:bodyPr wrap="square" lIns="0" tIns="0" rIns="0" bIns="0" rtlCol="0" anchor="ctr"/>
          <a:lstStyle/>
          <a:p>
            <a:pPr marL="0" indent="0" algn="ctr">
              <a:buNone/>
            </a:pPr>
            <a:r>
              <a:rPr lang="en-US" sz="1200" b="1" dirty="0">
                <a:solidFill>
                  <a:srgbClr val="081A2E"/>
                </a:solidFill>
              </a:rPr>
              <a:t>Target</a:t>
            </a:r>
            <a:endParaRPr lang="en-US" sz="1200" dirty="0"/>
          </a:p>
        </p:txBody>
      </p:sp>
      <p:sp>
        <p:nvSpPr>
          <p:cNvPr id="14" name="Text 12"/>
          <p:cNvSpPr/>
          <p:nvPr/>
        </p:nvSpPr>
        <p:spPr>
          <a:xfrm>
            <a:off x="2011680" y="4297680"/>
            <a:ext cx="1828800" cy="411480"/>
          </a:xfrm>
          <a:prstGeom prst="rect">
            <a:avLst/>
          </a:prstGeom>
          <a:noFill/>
          <a:ln/>
        </p:spPr>
        <p:txBody>
          <a:bodyPr wrap="square" lIns="0" tIns="0" rIns="0" bIns="0" rtlCol="0" anchor="ctr"/>
          <a:lstStyle/>
          <a:p>
            <a:pPr marL="0" indent="0" algn="ctr">
              <a:buNone/>
            </a:pPr>
            <a:r>
              <a:rPr lang="en-US" sz="2200" dirty="0">
                <a:solidFill>
                  <a:srgbClr val="FFFFFF"/>
                </a:solidFill>
              </a:rPr>
              <a:t>→</a:t>
            </a:r>
            <a:endParaRPr lang="en-US" sz="2200" dirty="0"/>
          </a:p>
        </p:txBody>
      </p:sp>
      <p:sp>
        <p:nvSpPr>
          <p:cNvPr id="15" name="Text 13"/>
          <p:cNvSpPr/>
          <p:nvPr/>
        </p:nvSpPr>
        <p:spPr>
          <a:xfrm>
            <a:off x="5303520" y="4297680"/>
            <a:ext cx="1828800" cy="411480"/>
          </a:xfrm>
          <a:prstGeom prst="rect">
            <a:avLst/>
          </a:prstGeom>
          <a:noFill/>
          <a:ln/>
        </p:spPr>
        <p:txBody>
          <a:bodyPr wrap="square" lIns="0" tIns="0" rIns="0" bIns="0" rtlCol="0" anchor="ctr"/>
          <a:lstStyle/>
          <a:p>
            <a:pPr marL="0" indent="0" algn="ctr">
              <a:buNone/>
            </a:pPr>
            <a:r>
              <a:rPr lang="en-US" sz="2200" dirty="0">
                <a:solidFill>
                  <a:srgbClr val="FFFFFF"/>
                </a:solidFill>
              </a:rPr>
              <a:t>→</a:t>
            </a:r>
            <a:endParaRPr lang="en-US" sz="2200" dirty="0"/>
          </a:p>
        </p:txBody>
      </p:sp>
      <p:sp>
        <p:nvSpPr>
          <p:cNvPr id="16" name="Text 14"/>
          <p:cNvSpPr/>
          <p:nvPr/>
        </p:nvSpPr>
        <p:spPr>
          <a:xfrm>
            <a:off x="548640" y="1188720"/>
            <a:ext cx="8229600" cy="457200"/>
          </a:xfrm>
          <a:prstGeom prst="rect">
            <a:avLst/>
          </a:prstGeom>
          <a:noFill/>
          <a:ln/>
        </p:spPr>
        <p:txBody>
          <a:bodyPr wrap="square" lIns="0" tIns="0" rIns="0" bIns="0" rtlCol="0" anchor="ctr"/>
          <a:lstStyle/>
          <a:p>
            <a:pPr marL="0" indent="0">
              <a:buNone/>
            </a:pPr>
            <a:r>
              <a:rPr lang="en-US" sz="1100" b="1" kern="0" spc="1200" dirty="0">
                <a:solidFill>
                  <a:srgbClr val="00A896"/>
                </a:solidFill>
                <a:latin typeface="Cambria" pitchFamily="34" charset="0"/>
                <a:ea typeface="Cambria" pitchFamily="34" charset="-122"/>
                <a:cs typeface="Cambria" pitchFamily="34" charset="-120"/>
              </a:rPr>
              <a:t>SEMANTRA</a:t>
            </a:r>
            <a:endParaRPr lang="en-US" sz="1100" dirty="0"/>
          </a:p>
        </p:txBody>
      </p:sp>
      <p:sp>
        <p:nvSpPr>
          <p:cNvPr id="17" name="Text 15"/>
          <p:cNvSpPr/>
          <p:nvPr/>
        </p:nvSpPr>
        <p:spPr>
          <a:xfrm>
            <a:off x="548640" y="1463040"/>
            <a:ext cx="8229600" cy="109728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Semantra</a:t>
            </a:r>
            <a:endParaRPr lang="en-US" sz="6000" dirty="0"/>
          </a:p>
        </p:txBody>
      </p:sp>
      <p:sp>
        <p:nvSpPr>
          <p:cNvPr id="18" name="Text 16"/>
          <p:cNvSpPr/>
          <p:nvPr/>
        </p:nvSpPr>
        <p:spPr>
          <a:xfrm>
            <a:off x="548640" y="2606040"/>
            <a:ext cx="8229600" cy="548640"/>
          </a:xfrm>
          <a:prstGeom prst="rect">
            <a:avLst/>
          </a:prstGeom>
          <a:noFill/>
          <a:ln/>
        </p:spPr>
        <p:txBody>
          <a:bodyPr wrap="square" lIns="0" tIns="0" rIns="0" bIns="0" rtlCol="0" anchor="ctr"/>
          <a:lstStyle/>
          <a:p>
            <a:pPr marL="0" indent="0">
              <a:buNone/>
            </a:pPr>
            <a:r>
              <a:rPr lang="en-US" sz="2200" i="1" dirty="0">
                <a:solidFill>
                  <a:srgbClr val="CADCFC"/>
                </a:solidFill>
                <a:latin typeface="Calibri" pitchFamily="34" charset="0"/>
                <a:ea typeface="Calibri" pitchFamily="34" charset="-122"/>
                <a:cs typeface="Calibri" pitchFamily="34" charset="-120"/>
              </a:rPr>
              <a:t>Explainable Semantic Mapping for Integration Delivery</a:t>
            </a:r>
            <a:endParaRPr lang="en-US" sz="2200" dirty="0"/>
          </a:p>
        </p:txBody>
      </p:sp>
      <p:sp>
        <p:nvSpPr>
          <p:cNvPr id="19" name="Shape 17"/>
          <p:cNvSpPr/>
          <p:nvPr/>
        </p:nvSpPr>
        <p:spPr>
          <a:xfrm>
            <a:off x="548640" y="3246120"/>
            <a:ext cx="2011680" cy="0"/>
          </a:xfrm>
          <a:prstGeom prst="line">
            <a:avLst/>
          </a:prstGeom>
          <a:noFill/>
          <a:ln w="25400">
            <a:solidFill>
              <a:srgbClr val="00A896"/>
            </a:solidFill>
            <a:prstDash val="solid"/>
          </a:ln>
        </p:spPr>
        <p:txBody>
          <a:bodyPr/>
          <a:lstStyle/>
          <a:p>
            <a:endParaRPr lang="en-US"/>
          </a:p>
        </p:txBody>
      </p:sp>
      <p:sp>
        <p:nvSpPr>
          <p:cNvPr id="20" name="Text 18"/>
          <p:cNvSpPr/>
          <p:nvPr/>
        </p:nvSpPr>
        <p:spPr>
          <a:xfrm>
            <a:off x="548640" y="3383280"/>
            <a:ext cx="5120640" cy="822960"/>
          </a:xfrm>
          <a:prstGeom prst="rect">
            <a:avLst/>
          </a:prstGeom>
          <a:noFill/>
          <a:ln/>
        </p:spPr>
        <p:txBody>
          <a:bodyPr wrap="square" lIns="0" tIns="0" rIns="0" bIns="0" rtlCol="0" anchor="ctr"/>
          <a:lstStyle/>
          <a:p>
            <a:pPr marL="0" indent="0">
              <a:buNone/>
            </a:pPr>
            <a:r>
              <a:rPr lang="en-US" sz="1200" dirty="0">
                <a:solidFill>
                  <a:srgbClr val="CADCFC"/>
                </a:solidFill>
              </a:rPr>
              <a:t>A deterministic-first mapping workbench — from raw schemas to reviewed decisions, canonical concepts, and reusable integration knowledge.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Why Semantra Exists</a:t>
            </a:r>
            <a:endParaRPr lang="en-US" sz="26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The gap between spreadsheet-only mapping and black-box AI mapping</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dirty="0">
                <a:solidFill>
                  <a:srgbClr val="FFFFFF"/>
                </a:solidFill>
              </a:rPr>
              <a:t>2 / </a:t>
            </a:r>
            <a:r>
              <a:rPr lang="en-US" sz="900">
                <a:solidFill>
                  <a:srgbClr val="FFFFFF"/>
                </a:solidFill>
              </a:rPr>
              <a:t>38</a:t>
            </a:r>
            <a:endParaRPr lang="en-US" sz="900" dirty="0"/>
          </a:p>
        </p:txBody>
      </p:sp>
      <p:sp>
        <p:nvSpPr>
          <p:cNvPr id="10" name="Shape 8"/>
          <p:cNvSpPr/>
          <p:nvPr/>
        </p:nvSpPr>
        <p:spPr>
          <a:xfrm>
            <a:off x="457200" y="1463040"/>
            <a:ext cx="4023360" cy="1463040"/>
          </a:xfrm>
          <a:prstGeom prst="rect">
            <a:avLst/>
          </a:prstGeom>
          <a:solidFill>
            <a:srgbClr val="FFFFFF"/>
          </a:solidFill>
          <a:ln w="9525">
            <a:solidFill>
              <a:srgbClr val="D8D3C7"/>
            </a:solidFill>
            <a:prstDash val="solid"/>
          </a:ln>
        </p:spPr>
        <p:txBody>
          <a:bodyPr/>
          <a:lstStyle/>
          <a:p>
            <a:endParaRPr lang="en-US"/>
          </a:p>
        </p:txBody>
      </p:sp>
      <p:sp>
        <p:nvSpPr>
          <p:cNvPr id="11" name="Shape 9"/>
          <p:cNvSpPr/>
          <p:nvPr/>
        </p:nvSpPr>
        <p:spPr>
          <a:xfrm>
            <a:off x="457200" y="1463040"/>
            <a:ext cx="73152" cy="1463040"/>
          </a:xfrm>
          <a:prstGeom prst="rect">
            <a:avLst/>
          </a:prstGeom>
          <a:solidFill>
            <a:srgbClr val="00A896"/>
          </a:solidFill>
          <a:ln w="12700">
            <a:solidFill>
              <a:srgbClr val="00A896"/>
            </a:solidFill>
            <a:prstDash val="solid"/>
          </a:ln>
        </p:spPr>
        <p:txBody>
          <a:bodyPr/>
          <a:lstStyle/>
          <a:p>
            <a:endParaRPr lang="en-US"/>
          </a:p>
        </p:txBody>
      </p:sp>
      <p:sp>
        <p:nvSpPr>
          <p:cNvPr id="12" name="Text 10"/>
          <p:cNvSpPr/>
          <p:nvPr/>
        </p:nvSpPr>
        <p:spPr>
          <a:xfrm>
            <a:off x="685800" y="1600200"/>
            <a:ext cx="3657600" cy="365760"/>
          </a:xfrm>
          <a:prstGeom prst="rect">
            <a:avLst/>
          </a:prstGeom>
          <a:noFill/>
          <a:ln/>
        </p:spPr>
        <p:txBody>
          <a:bodyPr wrap="square" lIns="0" tIns="0" rIns="0" bIns="0" rtlCol="0" anchor="ctr"/>
          <a:lstStyle/>
          <a:p>
            <a:pPr marL="0" indent="0">
              <a:buNone/>
            </a:pPr>
            <a:r>
              <a:rPr lang="en-US" sz="1600" b="1" dirty="0">
                <a:solidFill>
                  <a:srgbClr val="0F2A47"/>
                </a:solidFill>
                <a:latin typeface="Cambria" pitchFamily="34" charset="0"/>
                <a:ea typeface="Cambria" pitchFamily="34" charset="-122"/>
                <a:cs typeface="Cambria" pitchFamily="34" charset="-120"/>
              </a:rPr>
              <a:t>Slow &amp; manual</a:t>
            </a:r>
            <a:endParaRPr lang="en-US" sz="1600" dirty="0"/>
          </a:p>
        </p:txBody>
      </p:sp>
      <p:sp>
        <p:nvSpPr>
          <p:cNvPr id="13" name="Text 11"/>
          <p:cNvSpPr/>
          <p:nvPr/>
        </p:nvSpPr>
        <p:spPr>
          <a:xfrm>
            <a:off x="685800" y="2011680"/>
            <a:ext cx="3657600" cy="868680"/>
          </a:xfrm>
          <a:prstGeom prst="rect">
            <a:avLst/>
          </a:prstGeom>
          <a:noFill/>
          <a:ln/>
        </p:spPr>
        <p:txBody>
          <a:bodyPr wrap="square" lIns="0" tIns="0" rIns="0" bIns="0" rtlCol="0" anchor="ctr"/>
          <a:lstStyle/>
          <a:p>
            <a:pPr marL="0" indent="0">
              <a:buNone/>
            </a:pPr>
            <a:r>
              <a:rPr lang="en-US" sz="1200" dirty="0">
                <a:solidFill>
                  <a:srgbClr val="1E293B"/>
                </a:solidFill>
              </a:rPr>
              <a:t>Spreadsheet mapping doesn't scale and is hard to reuse across projects.</a:t>
            </a:r>
            <a:endParaRPr lang="en-US" sz="1200" dirty="0"/>
          </a:p>
        </p:txBody>
      </p:sp>
      <p:sp>
        <p:nvSpPr>
          <p:cNvPr id="14" name="Shape 12"/>
          <p:cNvSpPr/>
          <p:nvPr/>
        </p:nvSpPr>
        <p:spPr>
          <a:xfrm>
            <a:off x="4663440" y="1463040"/>
            <a:ext cx="4023360" cy="1463040"/>
          </a:xfrm>
          <a:prstGeom prst="rect">
            <a:avLst/>
          </a:prstGeom>
          <a:solidFill>
            <a:srgbClr val="FFFFFF"/>
          </a:solidFill>
          <a:ln w="9525">
            <a:solidFill>
              <a:srgbClr val="D8D3C7"/>
            </a:solidFill>
            <a:prstDash val="solid"/>
          </a:ln>
        </p:spPr>
        <p:txBody>
          <a:bodyPr/>
          <a:lstStyle/>
          <a:p>
            <a:endParaRPr lang="en-US"/>
          </a:p>
        </p:txBody>
      </p:sp>
      <p:sp>
        <p:nvSpPr>
          <p:cNvPr id="15" name="Shape 13"/>
          <p:cNvSpPr/>
          <p:nvPr/>
        </p:nvSpPr>
        <p:spPr>
          <a:xfrm>
            <a:off x="4663440" y="1463040"/>
            <a:ext cx="73152" cy="1463040"/>
          </a:xfrm>
          <a:prstGeom prst="rect">
            <a:avLst/>
          </a:prstGeom>
          <a:solidFill>
            <a:srgbClr val="00A896"/>
          </a:solidFill>
          <a:ln w="12700">
            <a:solidFill>
              <a:srgbClr val="00A896"/>
            </a:solidFill>
            <a:prstDash val="solid"/>
          </a:ln>
        </p:spPr>
        <p:txBody>
          <a:bodyPr/>
          <a:lstStyle/>
          <a:p>
            <a:endParaRPr lang="en-US"/>
          </a:p>
        </p:txBody>
      </p:sp>
      <p:sp>
        <p:nvSpPr>
          <p:cNvPr id="16" name="Text 14"/>
          <p:cNvSpPr/>
          <p:nvPr/>
        </p:nvSpPr>
        <p:spPr>
          <a:xfrm>
            <a:off x="4892040" y="1600200"/>
            <a:ext cx="3657600" cy="365760"/>
          </a:xfrm>
          <a:prstGeom prst="rect">
            <a:avLst/>
          </a:prstGeom>
          <a:noFill/>
          <a:ln/>
        </p:spPr>
        <p:txBody>
          <a:bodyPr wrap="square" lIns="0" tIns="0" rIns="0" bIns="0" rtlCol="0" anchor="ctr"/>
          <a:lstStyle/>
          <a:p>
            <a:pPr marL="0" indent="0">
              <a:buNone/>
            </a:pPr>
            <a:r>
              <a:rPr lang="en-US" sz="1600" b="1" dirty="0">
                <a:solidFill>
                  <a:srgbClr val="0F2A47"/>
                </a:solidFill>
                <a:latin typeface="Cambria" pitchFamily="34" charset="0"/>
                <a:ea typeface="Cambria" pitchFamily="34" charset="-122"/>
                <a:cs typeface="Cambria" pitchFamily="34" charset="-120"/>
              </a:rPr>
              <a:t>Schemas, not data</a:t>
            </a:r>
            <a:endParaRPr lang="en-US" sz="1600" dirty="0"/>
          </a:p>
        </p:txBody>
      </p:sp>
      <p:sp>
        <p:nvSpPr>
          <p:cNvPr id="17" name="Text 15"/>
          <p:cNvSpPr/>
          <p:nvPr/>
        </p:nvSpPr>
        <p:spPr>
          <a:xfrm>
            <a:off x="4892040" y="2011680"/>
            <a:ext cx="3657600" cy="868680"/>
          </a:xfrm>
          <a:prstGeom prst="rect">
            <a:avLst/>
          </a:prstGeom>
          <a:noFill/>
          <a:ln/>
        </p:spPr>
        <p:txBody>
          <a:bodyPr wrap="square" lIns="0" tIns="0" rIns="0" bIns="0" rtlCol="0" anchor="ctr"/>
          <a:lstStyle/>
          <a:p>
            <a:pPr marL="0" indent="0">
              <a:buNone/>
            </a:pPr>
            <a:r>
              <a:rPr lang="en-US" sz="1200" dirty="0">
                <a:solidFill>
                  <a:srgbClr val="1E293B"/>
                </a:solidFill>
              </a:rPr>
              <a:t>Sources arrive as specs, schema snapshots, or field-per-row exports — not clean datasets.</a:t>
            </a:r>
            <a:endParaRPr lang="en-US" sz="1200" dirty="0"/>
          </a:p>
        </p:txBody>
      </p:sp>
      <p:sp>
        <p:nvSpPr>
          <p:cNvPr id="18" name="Shape 16"/>
          <p:cNvSpPr/>
          <p:nvPr/>
        </p:nvSpPr>
        <p:spPr>
          <a:xfrm>
            <a:off x="457200" y="3063240"/>
            <a:ext cx="4023360" cy="1463040"/>
          </a:xfrm>
          <a:prstGeom prst="rect">
            <a:avLst/>
          </a:prstGeom>
          <a:solidFill>
            <a:srgbClr val="FFFFFF"/>
          </a:solidFill>
          <a:ln w="9525">
            <a:solidFill>
              <a:srgbClr val="D8D3C7"/>
            </a:solidFill>
            <a:prstDash val="solid"/>
          </a:ln>
        </p:spPr>
        <p:txBody>
          <a:bodyPr/>
          <a:lstStyle/>
          <a:p>
            <a:endParaRPr lang="en-US"/>
          </a:p>
        </p:txBody>
      </p:sp>
      <p:sp>
        <p:nvSpPr>
          <p:cNvPr id="19" name="Shape 17"/>
          <p:cNvSpPr/>
          <p:nvPr/>
        </p:nvSpPr>
        <p:spPr>
          <a:xfrm>
            <a:off x="457200" y="3063240"/>
            <a:ext cx="73152" cy="1463040"/>
          </a:xfrm>
          <a:prstGeom prst="rect">
            <a:avLst/>
          </a:prstGeom>
          <a:solidFill>
            <a:srgbClr val="00A896"/>
          </a:solidFill>
          <a:ln w="12700">
            <a:solidFill>
              <a:srgbClr val="00A896"/>
            </a:solidFill>
            <a:prstDash val="solid"/>
          </a:ln>
        </p:spPr>
        <p:txBody>
          <a:bodyPr/>
          <a:lstStyle/>
          <a:p>
            <a:endParaRPr lang="en-US"/>
          </a:p>
        </p:txBody>
      </p:sp>
      <p:sp>
        <p:nvSpPr>
          <p:cNvPr id="20" name="Text 18"/>
          <p:cNvSpPr/>
          <p:nvPr/>
        </p:nvSpPr>
        <p:spPr>
          <a:xfrm>
            <a:off x="685800" y="3200400"/>
            <a:ext cx="3657600" cy="365760"/>
          </a:xfrm>
          <a:prstGeom prst="rect">
            <a:avLst/>
          </a:prstGeom>
          <a:noFill/>
          <a:ln/>
        </p:spPr>
        <p:txBody>
          <a:bodyPr wrap="square" lIns="0" tIns="0" rIns="0" bIns="0" rtlCol="0" anchor="ctr"/>
          <a:lstStyle/>
          <a:p>
            <a:pPr marL="0" indent="0">
              <a:buNone/>
            </a:pPr>
            <a:r>
              <a:rPr lang="en-US" sz="1600" b="1" dirty="0">
                <a:solidFill>
                  <a:srgbClr val="0F2A47"/>
                </a:solidFill>
                <a:latin typeface="Cambria" pitchFamily="34" charset="0"/>
                <a:ea typeface="Cambria" pitchFamily="34" charset="-122"/>
                <a:cs typeface="Cambria" pitchFamily="34" charset="-120"/>
              </a:rPr>
              <a:t>Black-box AI risk</a:t>
            </a:r>
            <a:endParaRPr lang="en-US" sz="1600" dirty="0"/>
          </a:p>
        </p:txBody>
      </p:sp>
      <p:sp>
        <p:nvSpPr>
          <p:cNvPr id="21" name="Text 19"/>
          <p:cNvSpPr/>
          <p:nvPr/>
        </p:nvSpPr>
        <p:spPr>
          <a:xfrm>
            <a:off x="685800" y="3611880"/>
            <a:ext cx="3657600" cy="868680"/>
          </a:xfrm>
          <a:prstGeom prst="rect">
            <a:avLst/>
          </a:prstGeom>
          <a:noFill/>
          <a:ln/>
        </p:spPr>
        <p:txBody>
          <a:bodyPr wrap="square" lIns="0" tIns="0" rIns="0" bIns="0" rtlCol="0" anchor="ctr"/>
          <a:lstStyle/>
          <a:p>
            <a:pPr marL="0" indent="0">
              <a:buNone/>
            </a:pPr>
            <a:r>
              <a:rPr lang="en-US" sz="1200" dirty="0">
                <a:solidFill>
                  <a:srgbClr val="1E293B"/>
                </a:solidFill>
              </a:rPr>
              <a:t>Pure LLM mapping is rarely trustworthy enough for enterprise delivery.</a:t>
            </a:r>
            <a:endParaRPr lang="en-US" sz="1200" dirty="0"/>
          </a:p>
        </p:txBody>
      </p:sp>
      <p:sp>
        <p:nvSpPr>
          <p:cNvPr id="22" name="Shape 20"/>
          <p:cNvSpPr/>
          <p:nvPr/>
        </p:nvSpPr>
        <p:spPr>
          <a:xfrm>
            <a:off x="4663440" y="3063240"/>
            <a:ext cx="4023360" cy="1463040"/>
          </a:xfrm>
          <a:prstGeom prst="rect">
            <a:avLst/>
          </a:prstGeom>
          <a:solidFill>
            <a:srgbClr val="FFFFFF"/>
          </a:solidFill>
          <a:ln w="9525">
            <a:solidFill>
              <a:srgbClr val="D8D3C7"/>
            </a:solidFill>
            <a:prstDash val="solid"/>
          </a:ln>
        </p:spPr>
        <p:txBody>
          <a:bodyPr/>
          <a:lstStyle/>
          <a:p>
            <a:endParaRPr lang="en-US"/>
          </a:p>
        </p:txBody>
      </p:sp>
      <p:sp>
        <p:nvSpPr>
          <p:cNvPr id="23" name="Shape 21"/>
          <p:cNvSpPr/>
          <p:nvPr/>
        </p:nvSpPr>
        <p:spPr>
          <a:xfrm>
            <a:off x="4663440" y="3063240"/>
            <a:ext cx="73152" cy="1463040"/>
          </a:xfrm>
          <a:prstGeom prst="rect">
            <a:avLst/>
          </a:prstGeom>
          <a:solidFill>
            <a:srgbClr val="00A896"/>
          </a:solidFill>
          <a:ln w="12700">
            <a:solidFill>
              <a:srgbClr val="00A896"/>
            </a:solidFill>
            <a:prstDash val="solid"/>
          </a:ln>
        </p:spPr>
        <p:txBody>
          <a:bodyPr/>
          <a:lstStyle/>
          <a:p>
            <a:endParaRPr lang="en-US"/>
          </a:p>
        </p:txBody>
      </p:sp>
      <p:sp>
        <p:nvSpPr>
          <p:cNvPr id="24" name="Text 22"/>
          <p:cNvSpPr/>
          <p:nvPr/>
        </p:nvSpPr>
        <p:spPr>
          <a:xfrm>
            <a:off x="4892040" y="3200400"/>
            <a:ext cx="3657600" cy="365760"/>
          </a:xfrm>
          <a:prstGeom prst="rect">
            <a:avLst/>
          </a:prstGeom>
          <a:noFill/>
          <a:ln/>
        </p:spPr>
        <p:txBody>
          <a:bodyPr wrap="square" lIns="0" tIns="0" rIns="0" bIns="0" rtlCol="0" anchor="ctr"/>
          <a:lstStyle/>
          <a:p>
            <a:pPr marL="0" indent="0">
              <a:buNone/>
            </a:pPr>
            <a:r>
              <a:rPr lang="en-US" sz="1600" b="1" dirty="0">
                <a:solidFill>
                  <a:srgbClr val="0F2A47"/>
                </a:solidFill>
                <a:latin typeface="Cambria" pitchFamily="34" charset="0"/>
                <a:ea typeface="Cambria" pitchFamily="34" charset="-122"/>
                <a:cs typeface="Cambria" pitchFamily="34" charset="-120"/>
              </a:rPr>
              <a:t>No memory</a:t>
            </a:r>
            <a:endParaRPr lang="en-US" sz="1600" dirty="0"/>
          </a:p>
        </p:txBody>
      </p:sp>
      <p:sp>
        <p:nvSpPr>
          <p:cNvPr id="25" name="Text 23"/>
          <p:cNvSpPr/>
          <p:nvPr/>
        </p:nvSpPr>
        <p:spPr>
          <a:xfrm>
            <a:off x="4892040" y="3611880"/>
            <a:ext cx="3657600" cy="868680"/>
          </a:xfrm>
          <a:prstGeom prst="rect">
            <a:avLst/>
          </a:prstGeom>
          <a:noFill/>
          <a:ln/>
        </p:spPr>
        <p:txBody>
          <a:bodyPr wrap="square" lIns="0" tIns="0" rIns="0" bIns="0" rtlCol="0" anchor="ctr"/>
          <a:lstStyle/>
          <a:p>
            <a:pPr marL="0" indent="0">
              <a:buNone/>
            </a:pPr>
            <a:r>
              <a:rPr lang="en-US" sz="1200" dirty="0">
                <a:solidFill>
                  <a:srgbClr val="1E293B"/>
                </a:solidFill>
              </a:rPr>
              <a:t>Decisions need to be reviewed, explained, saved, and reused — not lost in chats.</a:t>
            </a:r>
            <a:endParaRPr lang="en-US" sz="1200" dirty="0"/>
          </a:p>
        </p:txBody>
      </p:sp>
      <p:sp>
        <p:nvSpPr>
          <p:cNvPr id="26" name="Shape 24"/>
          <p:cNvSpPr/>
          <p:nvPr/>
        </p:nvSpPr>
        <p:spPr>
          <a:xfrm>
            <a:off x="457200" y="4572000"/>
            <a:ext cx="8229600" cy="320040"/>
          </a:xfrm>
          <a:prstGeom prst="rect">
            <a:avLst/>
          </a:prstGeom>
          <a:solidFill>
            <a:srgbClr val="0F2A47"/>
          </a:solidFill>
          <a:ln w="12700">
            <a:solidFill>
              <a:srgbClr val="0F2A47"/>
            </a:solidFill>
            <a:prstDash val="solid"/>
          </a:ln>
        </p:spPr>
        <p:txBody>
          <a:bodyPr/>
          <a:lstStyle/>
          <a:p>
            <a:endParaRPr lang="en-US"/>
          </a:p>
        </p:txBody>
      </p:sp>
      <p:sp>
        <p:nvSpPr>
          <p:cNvPr id="27" name="Text 25"/>
          <p:cNvSpPr/>
          <p:nvPr/>
        </p:nvSpPr>
        <p:spPr>
          <a:xfrm>
            <a:off x="457200" y="4572000"/>
            <a:ext cx="8229600" cy="320040"/>
          </a:xfrm>
          <a:prstGeom prst="rect">
            <a:avLst/>
          </a:prstGeom>
          <a:noFill/>
          <a:ln/>
        </p:spPr>
        <p:txBody>
          <a:bodyPr wrap="square" lIns="0" tIns="0" rIns="0" bIns="0" rtlCol="0" anchor="ctr"/>
          <a:lstStyle/>
          <a:p>
            <a:pPr marL="0" indent="0" algn="ctr">
              <a:buNone/>
            </a:pPr>
            <a:r>
              <a:rPr lang="en-US" sz="1100" i="1" dirty="0">
                <a:solidFill>
                  <a:srgbClr val="FFFFFF"/>
                </a:solidFill>
              </a:rPr>
              <a:t>Integration teams need a structured alternative to both spreadsheet-only mapping and black-box AI mapping.</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Product Goal</a:t>
            </a:r>
            <a:endParaRPr lang="en-US" sz="24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Make schema mapping a controlled discipline rather than a free-form LLM guess</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dirty="0">
                <a:solidFill>
                  <a:srgbClr val="FFFFFF"/>
                </a:solidFill>
              </a:rPr>
              <a:t>3 / </a:t>
            </a:r>
            <a:r>
              <a:rPr lang="en-US" sz="900">
                <a:solidFill>
                  <a:srgbClr val="FFFFFF"/>
                </a:solidFill>
              </a:rPr>
              <a:t>38</a:t>
            </a:r>
            <a:endParaRPr lang="en-US" sz="900" dirty="0"/>
          </a:p>
        </p:txBody>
      </p:sp>
      <p:sp>
        <p:nvSpPr>
          <p:cNvPr id="10" name="Shape 8"/>
          <p:cNvSpPr/>
          <p:nvPr/>
        </p:nvSpPr>
        <p:spPr>
          <a:xfrm>
            <a:off x="342900" y="1463040"/>
            <a:ext cx="2011680" cy="457200"/>
          </a:xfrm>
          <a:prstGeom prst="rect">
            <a:avLst/>
          </a:prstGeom>
          <a:solidFill>
            <a:srgbClr val="0F2A47"/>
          </a:solidFill>
          <a:ln w="12700">
            <a:solidFill>
              <a:srgbClr val="0F2A47"/>
            </a:solidFill>
            <a:prstDash val="solid"/>
          </a:ln>
        </p:spPr>
        <p:txBody>
          <a:bodyPr/>
          <a:lstStyle/>
          <a:p>
            <a:endParaRPr lang="en-US"/>
          </a:p>
        </p:txBody>
      </p:sp>
      <p:sp>
        <p:nvSpPr>
          <p:cNvPr id="11" name="Text 9"/>
          <p:cNvSpPr/>
          <p:nvPr/>
        </p:nvSpPr>
        <p:spPr>
          <a:xfrm>
            <a:off x="342900" y="1463040"/>
            <a:ext cx="2011680" cy="457200"/>
          </a:xfrm>
          <a:prstGeom prst="rect">
            <a:avLst/>
          </a:prstGeom>
          <a:noFill/>
          <a:ln/>
        </p:spPr>
        <p:txBody>
          <a:bodyPr wrap="square" lIns="0" tIns="0" rIns="0" bIns="0" rtlCol="0" anchor="ctr"/>
          <a:lstStyle/>
          <a:p>
            <a:pPr marL="0" indent="0" algn="ctr">
              <a:buNone/>
            </a:pPr>
            <a:r>
              <a:rPr lang="en-US" sz="1400" b="1" dirty="0">
                <a:solidFill>
                  <a:srgbClr val="00A896"/>
                </a:solidFill>
              </a:rPr>
              <a:t>01</a:t>
            </a:r>
            <a:endParaRPr lang="en-US" sz="1400" dirty="0"/>
          </a:p>
        </p:txBody>
      </p:sp>
      <p:sp>
        <p:nvSpPr>
          <p:cNvPr id="12" name="Shape 10"/>
          <p:cNvSpPr/>
          <p:nvPr/>
        </p:nvSpPr>
        <p:spPr>
          <a:xfrm>
            <a:off x="342900" y="1920240"/>
            <a:ext cx="2011680" cy="1828800"/>
          </a:xfrm>
          <a:prstGeom prst="rect">
            <a:avLst/>
          </a:prstGeom>
          <a:solidFill>
            <a:srgbClr val="FFFFFF"/>
          </a:solidFill>
          <a:ln w="9525">
            <a:solidFill>
              <a:srgbClr val="D8D3C7"/>
            </a:solidFill>
            <a:prstDash val="solid"/>
          </a:ln>
        </p:spPr>
        <p:txBody>
          <a:bodyPr/>
          <a:lstStyle/>
          <a:p>
            <a:endParaRPr lang="en-US"/>
          </a:p>
        </p:txBody>
      </p:sp>
      <p:sp>
        <p:nvSpPr>
          <p:cNvPr id="13" name="Shape 11"/>
          <p:cNvSpPr/>
          <p:nvPr/>
        </p:nvSpPr>
        <p:spPr>
          <a:xfrm>
            <a:off x="342900" y="1920240"/>
            <a:ext cx="73152" cy="1828800"/>
          </a:xfrm>
          <a:prstGeom prst="rect">
            <a:avLst/>
          </a:prstGeom>
          <a:solidFill>
            <a:srgbClr val="00A896"/>
          </a:solidFill>
          <a:ln w="12700">
            <a:solidFill>
              <a:srgbClr val="00A896"/>
            </a:solidFill>
            <a:prstDash val="solid"/>
          </a:ln>
        </p:spPr>
        <p:txBody>
          <a:bodyPr/>
          <a:lstStyle/>
          <a:p>
            <a:endParaRPr lang="en-US"/>
          </a:p>
        </p:txBody>
      </p:sp>
      <p:sp>
        <p:nvSpPr>
          <p:cNvPr id="14" name="Text 12"/>
          <p:cNvSpPr/>
          <p:nvPr/>
        </p:nvSpPr>
        <p:spPr>
          <a:xfrm>
            <a:off x="525780" y="2011680"/>
            <a:ext cx="1737360" cy="365760"/>
          </a:xfrm>
          <a:prstGeom prst="rect">
            <a:avLst/>
          </a:prstGeom>
          <a:noFill/>
          <a:ln/>
        </p:spPr>
        <p:txBody>
          <a:bodyPr wrap="square" lIns="0" tIns="0" rIns="0" bIns="0" rtlCol="0" anchor="ctr"/>
          <a:lstStyle/>
          <a:p>
            <a:pPr marL="0" indent="0">
              <a:buNone/>
            </a:pPr>
            <a:r>
              <a:rPr lang="en-US" sz="1600" b="1" dirty="0">
                <a:solidFill>
                  <a:srgbClr val="0F2A47"/>
                </a:solidFill>
                <a:latin typeface="Cambria" pitchFamily="34" charset="0"/>
                <a:ea typeface="Cambria" pitchFamily="34" charset="-122"/>
                <a:cs typeface="Cambria" pitchFamily="34" charset="-120"/>
              </a:rPr>
              <a:t>Explainable</a:t>
            </a:r>
            <a:endParaRPr lang="en-US" sz="1600" dirty="0"/>
          </a:p>
        </p:txBody>
      </p:sp>
      <p:sp>
        <p:nvSpPr>
          <p:cNvPr id="15" name="Text 13"/>
          <p:cNvSpPr/>
          <p:nvPr/>
        </p:nvSpPr>
        <p:spPr>
          <a:xfrm>
            <a:off x="525780" y="2423160"/>
            <a:ext cx="1737360" cy="1234440"/>
          </a:xfrm>
          <a:prstGeom prst="rect">
            <a:avLst/>
          </a:prstGeom>
          <a:noFill/>
          <a:ln/>
        </p:spPr>
        <p:txBody>
          <a:bodyPr wrap="square" lIns="0" tIns="0" rIns="0" bIns="0" rtlCol="0" anchor="ctr"/>
          <a:lstStyle/>
          <a:p>
            <a:pPr marL="0" indent="0">
              <a:buNone/>
            </a:pPr>
            <a:r>
              <a:rPr lang="en-US" sz="1100" dirty="0">
                <a:solidFill>
                  <a:srgbClr val="1E293B"/>
                </a:solidFill>
              </a:rPr>
              <a:t>Every score carries signal breakdowns and a reason.</a:t>
            </a:r>
            <a:endParaRPr lang="en-US" sz="1100" dirty="0"/>
          </a:p>
        </p:txBody>
      </p:sp>
      <p:sp>
        <p:nvSpPr>
          <p:cNvPr id="16" name="Shape 14"/>
          <p:cNvSpPr/>
          <p:nvPr/>
        </p:nvSpPr>
        <p:spPr>
          <a:xfrm>
            <a:off x="2491740" y="1463040"/>
            <a:ext cx="2011680" cy="457200"/>
          </a:xfrm>
          <a:prstGeom prst="rect">
            <a:avLst/>
          </a:prstGeom>
          <a:solidFill>
            <a:srgbClr val="0F2A47"/>
          </a:solidFill>
          <a:ln w="12700">
            <a:solidFill>
              <a:srgbClr val="0F2A47"/>
            </a:solidFill>
            <a:prstDash val="solid"/>
          </a:ln>
        </p:spPr>
        <p:txBody>
          <a:bodyPr/>
          <a:lstStyle/>
          <a:p>
            <a:endParaRPr lang="en-US"/>
          </a:p>
        </p:txBody>
      </p:sp>
      <p:sp>
        <p:nvSpPr>
          <p:cNvPr id="17" name="Text 15"/>
          <p:cNvSpPr/>
          <p:nvPr/>
        </p:nvSpPr>
        <p:spPr>
          <a:xfrm>
            <a:off x="2491740" y="1463040"/>
            <a:ext cx="2011680" cy="457200"/>
          </a:xfrm>
          <a:prstGeom prst="rect">
            <a:avLst/>
          </a:prstGeom>
          <a:noFill/>
          <a:ln/>
        </p:spPr>
        <p:txBody>
          <a:bodyPr wrap="square" lIns="0" tIns="0" rIns="0" bIns="0" rtlCol="0" anchor="ctr"/>
          <a:lstStyle/>
          <a:p>
            <a:pPr marL="0" indent="0" algn="ctr">
              <a:buNone/>
            </a:pPr>
            <a:r>
              <a:rPr lang="en-US" sz="1400" b="1" dirty="0">
                <a:solidFill>
                  <a:srgbClr val="00A896"/>
                </a:solidFill>
              </a:rPr>
              <a:t>02</a:t>
            </a:r>
            <a:endParaRPr lang="en-US" sz="1400" dirty="0"/>
          </a:p>
        </p:txBody>
      </p:sp>
      <p:sp>
        <p:nvSpPr>
          <p:cNvPr id="18" name="Shape 16"/>
          <p:cNvSpPr/>
          <p:nvPr/>
        </p:nvSpPr>
        <p:spPr>
          <a:xfrm>
            <a:off x="2491740" y="1920240"/>
            <a:ext cx="2011680" cy="1828800"/>
          </a:xfrm>
          <a:prstGeom prst="rect">
            <a:avLst/>
          </a:prstGeom>
          <a:solidFill>
            <a:srgbClr val="FFFFFF"/>
          </a:solidFill>
          <a:ln w="9525">
            <a:solidFill>
              <a:srgbClr val="D8D3C7"/>
            </a:solidFill>
            <a:prstDash val="solid"/>
          </a:ln>
        </p:spPr>
        <p:txBody>
          <a:bodyPr/>
          <a:lstStyle/>
          <a:p>
            <a:endParaRPr lang="en-US"/>
          </a:p>
        </p:txBody>
      </p:sp>
      <p:sp>
        <p:nvSpPr>
          <p:cNvPr id="19" name="Shape 17"/>
          <p:cNvSpPr/>
          <p:nvPr/>
        </p:nvSpPr>
        <p:spPr>
          <a:xfrm>
            <a:off x="2491740" y="1920240"/>
            <a:ext cx="73152" cy="1828800"/>
          </a:xfrm>
          <a:prstGeom prst="rect">
            <a:avLst/>
          </a:prstGeom>
          <a:solidFill>
            <a:srgbClr val="00A896"/>
          </a:solidFill>
          <a:ln w="12700">
            <a:solidFill>
              <a:srgbClr val="00A896"/>
            </a:solidFill>
            <a:prstDash val="solid"/>
          </a:ln>
        </p:spPr>
        <p:txBody>
          <a:bodyPr/>
          <a:lstStyle/>
          <a:p>
            <a:endParaRPr lang="en-US"/>
          </a:p>
        </p:txBody>
      </p:sp>
      <p:sp>
        <p:nvSpPr>
          <p:cNvPr id="20" name="Text 18"/>
          <p:cNvSpPr/>
          <p:nvPr/>
        </p:nvSpPr>
        <p:spPr>
          <a:xfrm>
            <a:off x="2674620" y="2011680"/>
            <a:ext cx="1737360" cy="365760"/>
          </a:xfrm>
          <a:prstGeom prst="rect">
            <a:avLst/>
          </a:prstGeom>
          <a:noFill/>
          <a:ln/>
        </p:spPr>
        <p:txBody>
          <a:bodyPr wrap="square" lIns="0" tIns="0" rIns="0" bIns="0" rtlCol="0" anchor="ctr"/>
          <a:lstStyle/>
          <a:p>
            <a:pPr marL="0" indent="0">
              <a:buNone/>
            </a:pPr>
            <a:r>
              <a:rPr lang="en-US" sz="1600" b="1" dirty="0">
                <a:solidFill>
                  <a:srgbClr val="0F2A47"/>
                </a:solidFill>
                <a:latin typeface="Cambria" pitchFamily="34" charset="0"/>
                <a:ea typeface="Cambria" pitchFamily="34" charset="-122"/>
                <a:cs typeface="Cambria" pitchFamily="34" charset="-120"/>
              </a:rPr>
              <a:t>Measurable</a:t>
            </a:r>
            <a:endParaRPr lang="en-US" sz="1600" dirty="0"/>
          </a:p>
        </p:txBody>
      </p:sp>
      <p:sp>
        <p:nvSpPr>
          <p:cNvPr id="21" name="Text 19"/>
          <p:cNvSpPr/>
          <p:nvPr/>
        </p:nvSpPr>
        <p:spPr>
          <a:xfrm>
            <a:off x="2674620" y="2423160"/>
            <a:ext cx="1737360" cy="1234440"/>
          </a:xfrm>
          <a:prstGeom prst="rect">
            <a:avLst/>
          </a:prstGeom>
          <a:noFill/>
          <a:ln/>
        </p:spPr>
        <p:txBody>
          <a:bodyPr wrap="square" lIns="0" tIns="0" rIns="0" bIns="0" rtlCol="0" anchor="ctr"/>
          <a:lstStyle/>
          <a:p>
            <a:pPr marL="0" indent="0">
              <a:buNone/>
            </a:pPr>
            <a:r>
              <a:rPr lang="en-US" sz="1100" dirty="0">
                <a:solidFill>
                  <a:srgbClr val="1E293B"/>
                </a:solidFill>
              </a:rPr>
              <a:t>Benchmarks and correction-impact runs quantify quality.</a:t>
            </a:r>
            <a:endParaRPr lang="en-US" sz="1100" dirty="0"/>
          </a:p>
        </p:txBody>
      </p:sp>
      <p:sp>
        <p:nvSpPr>
          <p:cNvPr id="22" name="Shape 20"/>
          <p:cNvSpPr/>
          <p:nvPr/>
        </p:nvSpPr>
        <p:spPr>
          <a:xfrm>
            <a:off x="4640580" y="1463040"/>
            <a:ext cx="2011680" cy="457200"/>
          </a:xfrm>
          <a:prstGeom prst="rect">
            <a:avLst/>
          </a:prstGeom>
          <a:solidFill>
            <a:srgbClr val="0F2A47"/>
          </a:solidFill>
          <a:ln w="12700">
            <a:solidFill>
              <a:srgbClr val="0F2A47"/>
            </a:solidFill>
            <a:prstDash val="solid"/>
          </a:ln>
        </p:spPr>
        <p:txBody>
          <a:bodyPr/>
          <a:lstStyle/>
          <a:p>
            <a:endParaRPr lang="en-US"/>
          </a:p>
        </p:txBody>
      </p:sp>
      <p:sp>
        <p:nvSpPr>
          <p:cNvPr id="23" name="Text 21"/>
          <p:cNvSpPr/>
          <p:nvPr/>
        </p:nvSpPr>
        <p:spPr>
          <a:xfrm>
            <a:off x="4640580" y="1463040"/>
            <a:ext cx="2011680" cy="457200"/>
          </a:xfrm>
          <a:prstGeom prst="rect">
            <a:avLst/>
          </a:prstGeom>
          <a:noFill/>
          <a:ln/>
        </p:spPr>
        <p:txBody>
          <a:bodyPr wrap="square" lIns="0" tIns="0" rIns="0" bIns="0" rtlCol="0" anchor="ctr"/>
          <a:lstStyle/>
          <a:p>
            <a:pPr marL="0" indent="0" algn="ctr">
              <a:buNone/>
            </a:pPr>
            <a:r>
              <a:rPr lang="en-US" sz="1400" b="1" dirty="0">
                <a:solidFill>
                  <a:srgbClr val="00A896"/>
                </a:solidFill>
              </a:rPr>
              <a:t>03</a:t>
            </a:r>
            <a:endParaRPr lang="en-US" sz="1400" dirty="0"/>
          </a:p>
        </p:txBody>
      </p:sp>
      <p:sp>
        <p:nvSpPr>
          <p:cNvPr id="24" name="Shape 22"/>
          <p:cNvSpPr/>
          <p:nvPr/>
        </p:nvSpPr>
        <p:spPr>
          <a:xfrm>
            <a:off x="4640580" y="1920240"/>
            <a:ext cx="2011680" cy="1828800"/>
          </a:xfrm>
          <a:prstGeom prst="rect">
            <a:avLst/>
          </a:prstGeom>
          <a:solidFill>
            <a:srgbClr val="FFFFFF"/>
          </a:solidFill>
          <a:ln w="9525">
            <a:solidFill>
              <a:srgbClr val="D8D3C7"/>
            </a:solidFill>
            <a:prstDash val="solid"/>
          </a:ln>
        </p:spPr>
        <p:txBody>
          <a:bodyPr/>
          <a:lstStyle/>
          <a:p>
            <a:endParaRPr lang="en-US"/>
          </a:p>
        </p:txBody>
      </p:sp>
      <p:sp>
        <p:nvSpPr>
          <p:cNvPr id="25" name="Shape 23"/>
          <p:cNvSpPr/>
          <p:nvPr/>
        </p:nvSpPr>
        <p:spPr>
          <a:xfrm>
            <a:off x="4640580" y="1920240"/>
            <a:ext cx="73152" cy="1828800"/>
          </a:xfrm>
          <a:prstGeom prst="rect">
            <a:avLst/>
          </a:prstGeom>
          <a:solidFill>
            <a:srgbClr val="00A896"/>
          </a:solidFill>
          <a:ln w="12700">
            <a:solidFill>
              <a:srgbClr val="00A896"/>
            </a:solidFill>
            <a:prstDash val="solid"/>
          </a:ln>
        </p:spPr>
        <p:txBody>
          <a:bodyPr/>
          <a:lstStyle/>
          <a:p>
            <a:endParaRPr lang="en-US"/>
          </a:p>
        </p:txBody>
      </p:sp>
      <p:sp>
        <p:nvSpPr>
          <p:cNvPr id="26" name="Text 24"/>
          <p:cNvSpPr/>
          <p:nvPr/>
        </p:nvSpPr>
        <p:spPr>
          <a:xfrm>
            <a:off x="4823460" y="2011680"/>
            <a:ext cx="1737360" cy="365760"/>
          </a:xfrm>
          <a:prstGeom prst="rect">
            <a:avLst/>
          </a:prstGeom>
          <a:noFill/>
          <a:ln/>
        </p:spPr>
        <p:txBody>
          <a:bodyPr wrap="square" lIns="0" tIns="0" rIns="0" bIns="0" rtlCol="0" anchor="ctr"/>
          <a:lstStyle/>
          <a:p>
            <a:pPr marL="0" indent="0">
              <a:buNone/>
            </a:pPr>
            <a:r>
              <a:rPr lang="en-US" sz="1600" b="1" dirty="0">
                <a:solidFill>
                  <a:srgbClr val="0F2A47"/>
                </a:solidFill>
                <a:latin typeface="Cambria" pitchFamily="34" charset="0"/>
                <a:ea typeface="Cambria" pitchFamily="34" charset="-122"/>
                <a:cs typeface="Cambria" pitchFamily="34" charset="-120"/>
              </a:rPr>
              <a:t>Reviewable</a:t>
            </a:r>
            <a:endParaRPr lang="en-US" sz="1600" dirty="0"/>
          </a:p>
        </p:txBody>
      </p:sp>
      <p:sp>
        <p:nvSpPr>
          <p:cNvPr id="27" name="Text 25"/>
          <p:cNvSpPr/>
          <p:nvPr/>
        </p:nvSpPr>
        <p:spPr>
          <a:xfrm>
            <a:off x="4823460" y="2423160"/>
            <a:ext cx="1737360" cy="1234440"/>
          </a:xfrm>
          <a:prstGeom prst="rect">
            <a:avLst/>
          </a:prstGeom>
          <a:noFill/>
          <a:ln/>
        </p:spPr>
        <p:txBody>
          <a:bodyPr wrap="square" lIns="0" tIns="0" rIns="0" bIns="0" rtlCol="0" anchor="ctr"/>
          <a:lstStyle/>
          <a:p>
            <a:pPr marL="0" indent="0">
              <a:buNone/>
            </a:pPr>
            <a:r>
              <a:rPr lang="en-US" sz="1100" dirty="0">
                <a:solidFill>
                  <a:srgbClr val="1E293B"/>
                </a:solidFill>
              </a:rPr>
              <a:t>Trust layer surfaces source → concept → target paths.</a:t>
            </a:r>
            <a:endParaRPr lang="en-US" sz="1100" dirty="0"/>
          </a:p>
        </p:txBody>
      </p:sp>
      <p:sp>
        <p:nvSpPr>
          <p:cNvPr id="28" name="Shape 26"/>
          <p:cNvSpPr/>
          <p:nvPr/>
        </p:nvSpPr>
        <p:spPr>
          <a:xfrm>
            <a:off x="6789420" y="1463040"/>
            <a:ext cx="2011680" cy="457200"/>
          </a:xfrm>
          <a:prstGeom prst="rect">
            <a:avLst/>
          </a:prstGeom>
          <a:solidFill>
            <a:srgbClr val="0F2A47"/>
          </a:solidFill>
          <a:ln w="12700">
            <a:solidFill>
              <a:srgbClr val="0F2A47"/>
            </a:solidFill>
            <a:prstDash val="solid"/>
          </a:ln>
        </p:spPr>
        <p:txBody>
          <a:bodyPr/>
          <a:lstStyle/>
          <a:p>
            <a:endParaRPr lang="en-US"/>
          </a:p>
        </p:txBody>
      </p:sp>
      <p:sp>
        <p:nvSpPr>
          <p:cNvPr id="29" name="Text 27"/>
          <p:cNvSpPr/>
          <p:nvPr/>
        </p:nvSpPr>
        <p:spPr>
          <a:xfrm>
            <a:off x="6789420" y="1463040"/>
            <a:ext cx="2011680" cy="457200"/>
          </a:xfrm>
          <a:prstGeom prst="rect">
            <a:avLst/>
          </a:prstGeom>
          <a:noFill/>
          <a:ln/>
        </p:spPr>
        <p:txBody>
          <a:bodyPr wrap="square" lIns="0" tIns="0" rIns="0" bIns="0" rtlCol="0" anchor="ctr"/>
          <a:lstStyle/>
          <a:p>
            <a:pPr marL="0" indent="0" algn="ctr">
              <a:buNone/>
            </a:pPr>
            <a:r>
              <a:rPr lang="en-US" sz="1400" b="1" dirty="0">
                <a:solidFill>
                  <a:srgbClr val="00A896"/>
                </a:solidFill>
              </a:rPr>
              <a:t>04</a:t>
            </a:r>
            <a:endParaRPr lang="en-US" sz="1400" dirty="0"/>
          </a:p>
        </p:txBody>
      </p:sp>
      <p:sp>
        <p:nvSpPr>
          <p:cNvPr id="30" name="Shape 28"/>
          <p:cNvSpPr/>
          <p:nvPr/>
        </p:nvSpPr>
        <p:spPr>
          <a:xfrm>
            <a:off x="6789420" y="1920240"/>
            <a:ext cx="2011680" cy="1828800"/>
          </a:xfrm>
          <a:prstGeom prst="rect">
            <a:avLst/>
          </a:prstGeom>
          <a:solidFill>
            <a:srgbClr val="FFFFFF"/>
          </a:solidFill>
          <a:ln w="9525">
            <a:solidFill>
              <a:srgbClr val="D8D3C7"/>
            </a:solidFill>
            <a:prstDash val="solid"/>
          </a:ln>
        </p:spPr>
        <p:txBody>
          <a:bodyPr/>
          <a:lstStyle/>
          <a:p>
            <a:endParaRPr lang="en-US"/>
          </a:p>
        </p:txBody>
      </p:sp>
      <p:sp>
        <p:nvSpPr>
          <p:cNvPr id="31" name="Shape 29"/>
          <p:cNvSpPr/>
          <p:nvPr/>
        </p:nvSpPr>
        <p:spPr>
          <a:xfrm>
            <a:off x="6789420" y="1920240"/>
            <a:ext cx="73152" cy="1828800"/>
          </a:xfrm>
          <a:prstGeom prst="rect">
            <a:avLst/>
          </a:prstGeom>
          <a:solidFill>
            <a:srgbClr val="00A896"/>
          </a:solidFill>
          <a:ln w="12700">
            <a:solidFill>
              <a:srgbClr val="00A896"/>
            </a:solidFill>
            <a:prstDash val="solid"/>
          </a:ln>
        </p:spPr>
        <p:txBody>
          <a:bodyPr/>
          <a:lstStyle/>
          <a:p>
            <a:endParaRPr lang="en-US"/>
          </a:p>
        </p:txBody>
      </p:sp>
      <p:sp>
        <p:nvSpPr>
          <p:cNvPr id="32" name="Text 30"/>
          <p:cNvSpPr/>
          <p:nvPr/>
        </p:nvSpPr>
        <p:spPr>
          <a:xfrm>
            <a:off x="6972300" y="2011680"/>
            <a:ext cx="1737360" cy="365760"/>
          </a:xfrm>
          <a:prstGeom prst="rect">
            <a:avLst/>
          </a:prstGeom>
          <a:noFill/>
          <a:ln/>
        </p:spPr>
        <p:txBody>
          <a:bodyPr wrap="square" lIns="0" tIns="0" rIns="0" bIns="0" rtlCol="0" anchor="ctr"/>
          <a:lstStyle/>
          <a:p>
            <a:pPr marL="0" indent="0">
              <a:buNone/>
            </a:pPr>
            <a:r>
              <a:rPr lang="en-US" sz="1600" b="1" dirty="0">
                <a:solidFill>
                  <a:srgbClr val="0F2A47"/>
                </a:solidFill>
                <a:latin typeface="Cambria" pitchFamily="34" charset="0"/>
                <a:ea typeface="Cambria" pitchFamily="34" charset="-122"/>
                <a:cs typeface="Cambria" pitchFamily="34" charset="-120"/>
              </a:rPr>
              <a:t>Improvable</a:t>
            </a:r>
            <a:endParaRPr lang="en-US" sz="1600" dirty="0"/>
          </a:p>
        </p:txBody>
      </p:sp>
      <p:sp>
        <p:nvSpPr>
          <p:cNvPr id="33" name="Text 31"/>
          <p:cNvSpPr/>
          <p:nvPr/>
        </p:nvSpPr>
        <p:spPr>
          <a:xfrm>
            <a:off x="6972300" y="2423160"/>
            <a:ext cx="1737360" cy="1234440"/>
          </a:xfrm>
          <a:prstGeom prst="rect">
            <a:avLst/>
          </a:prstGeom>
          <a:noFill/>
          <a:ln/>
        </p:spPr>
        <p:txBody>
          <a:bodyPr wrap="square" lIns="0" tIns="0" rIns="0" bIns="0" rtlCol="0" anchor="ctr"/>
          <a:lstStyle/>
          <a:p>
            <a:pPr marL="0" indent="0">
              <a:buNone/>
            </a:pPr>
            <a:r>
              <a:rPr lang="en-US" sz="1100" dirty="0">
                <a:solidFill>
                  <a:srgbClr val="1E293B"/>
                </a:solidFill>
              </a:rPr>
              <a:t>Corrections and promoted rules persistently shape ranking.</a:t>
            </a:r>
            <a:endParaRPr lang="en-US" sz="1100" dirty="0"/>
          </a:p>
        </p:txBody>
      </p:sp>
      <p:sp>
        <p:nvSpPr>
          <p:cNvPr id="34" name="Shape 32"/>
          <p:cNvSpPr/>
          <p:nvPr/>
        </p:nvSpPr>
        <p:spPr>
          <a:xfrm>
            <a:off x="457200" y="4023360"/>
            <a:ext cx="8229600" cy="640080"/>
          </a:xfrm>
          <a:prstGeom prst="rect">
            <a:avLst/>
          </a:prstGeom>
          <a:solidFill>
            <a:srgbClr val="0F2A47"/>
          </a:solidFill>
          <a:ln w="12700">
            <a:solidFill>
              <a:srgbClr val="0F2A47"/>
            </a:solidFill>
            <a:prstDash val="solid"/>
          </a:ln>
        </p:spPr>
        <p:txBody>
          <a:bodyPr/>
          <a:lstStyle/>
          <a:p>
            <a:endParaRPr lang="en-US"/>
          </a:p>
        </p:txBody>
      </p:sp>
      <p:sp>
        <p:nvSpPr>
          <p:cNvPr id="35" name="Text 33"/>
          <p:cNvSpPr/>
          <p:nvPr/>
        </p:nvSpPr>
        <p:spPr>
          <a:xfrm>
            <a:off x="548640" y="4023360"/>
            <a:ext cx="8046720" cy="640080"/>
          </a:xfrm>
          <a:prstGeom prst="rect">
            <a:avLst/>
          </a:prstGeom>
          <a:noFill/>
          <a:ln/>
        </p:spPr>
        <p:txBody>
          <a:bodyPr wrap="square" lIns="0" tIns="0" rIns="0" bIns="0" rtlCol="0" anchor="ctr"/>
          <a:lstStyle/>
          <a:p>
            <a:pPr marL="0" indent="0" algn="ctr">
              <a:buNone/>
            </a:pPr>
            <a:r>
              <a:rPr lang="en-US" sz="1200" i="1" dirty="0">
                <a:solidFill>
                  <a:srgbClr val="FFFFFF"/>
                </a:solidFill>
              </a:rPr>
              <a:t>AI is used only in bounded, inspectable steps such as ambiguity resolution and transformation generation.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What Semantra Is</a:t>
            </a:r>
            <a:endParaRPr lang="en-US" sz="22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Explainable semantic mapping product slice — deterministic-first review loop where AI assists, not decides</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406908" y="1417320"/>
            <a:ext cx="1993392" cy="1508760"/>
          </a:xfrm>
          <a:prstGeom prst="rect">
            <a:avLst/>
          </a:prstGeom>
          <a:solidFill>
            <a:srgbClr val="FFFFFF"/>
          </a:solidFill>
          <a:ln w="9525">
            <a:solidFill>
              <a:srgbClr val="D8D3C7"/>
            </a:solidFill>
            <a:prstDash val="solid"/>
          </a:ln>
        </p:spPr>
        <p:txBody>
          <a:bodyPr/>
          <a:lstStyle/>
          <a:p>
            <a:endParaRPr lang="en-US"/>
          </a:p>
        </p:txBody>
      </p:sp>
      <p:sp>
        <p:nvSpPr>
          <p:cNvPr id="8" name="Shape 6"/>
          <p:cNvSpPr/>
          <p:nvPr/>
        </p:nvSpPr>
        <p:spPr>
          <a:xfrm>
            <a:off x="406908" y="1417320"/>
            <a:ext cx="73152" cy="1508760"/>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544068" y="1527048"/>
            <a:ext cx="1719072" cy="228600"/>
          </a:xfrm>
          <a:prstGeom prst="rect">
            <a:avLst/>
          </a:prstGeom>
          <a:noFill/>
          <a:ln/>
        </p:spPr>
        <p:txBody>
          <a:bodyPr wrap="square" lIns="0" tIns="0" rIns="0" bIns="0" rtlCol="0" anchor="ctr"/>
          <a:lstStyle/>
          <a:p>
            <a:pPr marL="0" indent="0">
              <a:buNone/>
            </a:pPr>
            <a:r>
              <a:rPr lang="en-US" sz="1000" b="1" kern="0" spc="200" dirty="0">
                <a:solidFill>
                  <a:srgbClr val="00A896"/>
                </a:solidFill>
              </a:rPr>
              <a:t>01</a:t>
            </a:r>
            <a:endParaRPr lang="en-US" sz="1000" dirty="0"/>
          </a:p>
        </p:txBody>
      </p:sp>
      <p:sp>
        <p:nvSpPr>
          <p:cNvPr id="10" name="Text 8"/>
          <p:cNvSpPr/>
          <p:nvPr/>
        </p:nvSpPr>
        <p:spPr>
          <a:xfrm>
            <a:off x="544068" y="1783080"/>
            <a:ext cx="1764792" cy="36576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Ingest</a:t>
            </a:r>
            <a:endParaRPr lang="en-US" sz="1400" dirty="0"/>
          </a:p>
        </p:txBody>
      </p:sp>
      <p:sp>
        <p:nvSpPr>
          <p:cNvPr id="11" name="Text 9"/>
          <p:cNvSpPr/>
          <p:nvPr/>
        </p:nvSpPr>
        <p:spPr>
          <a:xfrm>
            <a:off x="544068" y="2194560"/>
            <a:ext cx="1764792" cy="640080"/>
          </a:xfrm>
          <a:prstGeom prst="rect">
            <a:avLst/>
          </a:prstGeom>
          <a:noFill/>
          <a:ln/>
        </p:spPr>
        <p:txBody>
          <a:bodyPr wrap="square" lIns="0" tIns="0" rIns="0" bIns="0" rtlCol="0" anchor="ctr"/>
          <a:lstStyle/>
          <a:p>
            <a:pPr marL="0" indent="0">
              <a:buNone/>
            </a:pPr>
            <a:r>
              <a:rPr lang="en-US" sz="1000" dirty="0">
                <a:solidFill>
                  <a:srgbClr val="1E293B"/>
                </a:solidFill>
              </a:rPr>
              <a:t>Source/target structures: CSV, JSON, XML, XLSX, SQL.</a:t>
            </a:r>
            <a:endParaRPr lang="en-US" sz="1000" dirty="0"/>
          </a:p>
        </p:txBody>
      </p:sp>
      <p:sp>
        <p:nvSpPr>
          <p:cNvPr id="12" name="Shape 10"/>
          <p:cNvSpPr/>
          <p:nvPr/>
        </p:nvSpPr>
        <p:spPr>
          <a:xfrm>
            <a:off x="2519172" y="1417320"/>
            <a:ext cx="1993392" cy="1508760"/>
          </a:xfrm>
          <a:prstGeom prst="rect">
            <a:avLst/>
          </a:prstGeom>
          <a:solidFill>
            <a:srgbClr val="FFFFFF"/>
          </a:solidFill>
          <a:ln w="9525">
            <a:solidFill>
              <a:srgbClr val="D8D3C7"/>
            </a:solidFill>
            <a:prstDash val="solid"/>
          </a:ln>
        </p:spPr>
        <p:txBody>
          <a:bodyPr/>
          <a:lstStyle/>
          <a:p>
            <a:endParaRPr lang="en-US"/>
          </a:p>
        </p:txBody>
      </p:sp>
      <p:sp>
        <p:nvSpPr>
          <p:cNvPr id="13" name="Shape 11"/>
          <p:cNvSpPr/>
          <p:nvPr/>
        </p:nvSpPr>
        <p:spPr>
          <a:xfrm>
            <a:off x="2519172" y="1417320"/>
            <a:ext cx="73152" cy="1508760"/>
          </a:xfrm>
          <a:prstGeom prst="rect">
            <a:avLst/>
          </a:prstGeom>
          <a:solidFill>
            <a:srgbClr val="00A896"/>
          </a:solidFill>
          <a:ln w="12700">
            <a:solidFill>
              <a:srgbClr val="00A896"/>
            </a:solidFill>
            <a:prstDash val="solid"/>
          </a:ln>
        </p:spPr>
        <p:txBody>
          <a:bodyPr/>
          <a:lstStyle/>
          <a:p>
            <a:endParaRPr lang="en-US"/>
          </a:p>
        </p:txBody>
      </p:sp>
      <p:sp>
        <p:nvSpPr>
          <p:cNvPr id="14" name="Text 12"/>
          <p:cNvSpPr/>
          <p:nvPr/>
        </p:nvSpPr>
        <p:spPr>
          <a:xfrm>
            <a:off x="2656332" y="1527048"/>
            <a:ext cx="1719072" cy="228600"/>
          </a:xfrm>
          <a:prstGeom prst="rect">
            <a:avLst/>
          </a:prstGeom>
          <a:noFill/>
          <a:ln/>
        </p:spPr>
        <p:txBody>
          <a:bodyPr wrap="square" lIns="0" tIns="0" rIns="0" bIns="0" rtlCol="0" anchor="ctr"/>
          <a:lstStyle/>
          <a:p>
            <a:pPr marL="0" indent="0">
              <a:buNone/>
            </a:pPr>
            <a:r>
              <a:rPr lang="en-US" sz="1000" b="1" kern="0" spc="200" dirty="0">
                <a:solidFill>
                  <a:srgbClr val="00A896"/>
                </a:solidFill>
              </a:rPr>
              <a:t>02</a:t>
            </a:r>
            <a:endParaRPr lang="en-US" sz="1000" dirty="0"/>
          </a:p>
        </p:txBody>
      </p:sp>
      <p:sp>
        <p:nvSpPr>
          <p:cNvPr id="15" name="Text 13"/>
          <p:cNvSpPr/>
          <p:nvPr/>
        </p:nvSpPr>
        <p:spPr>
          <a:xfrm>
            <a:off x="2656332" y="1783080"/>
            <a:ext cx="1764792" cy="36576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Profile</a:t>
            </a:r>
            <a:endParaRPr lang="en-US" sz="1400" dirty="0"/>
          </a:p>
        </p:txBody>
      </p:sp>
      <p:sp>
        <p:nvSpPr>
          <p:cNvPr id="16" name="Text 14"/>
          <p:cNvSpPr/>
          <p:nvPr/>
        </p:nvSpPr>
        <p:spPr>
          <a:xfrm>
            <a:off x="2656332" y="2194560"/>
            <a:ext cx="1764792" cy="640080"/>
          </a:xfrm>
          <a:prstGeom prst="rect">
            <a:avLst/>
          </a:prstGeom>
          <a:noFill/>
          <a:ln/>
        </p:spPr>
        <p:txBody>
          <a:bodyPr wrap="square" lIns="0" tIns="0" rIns="0" bIns="0" rtlCol="0" anchor="ctr"/>
          <a:lstStyle/>
          <a:p>
            <a:pPr marL="0" indent="0">
              <a:buNone/>
            </a:pPr>
            <a:r>
              <a:rPr lang="en-US" sz="1000" dirty="0">
                <a:solidFill>
                  <a:srgbClr val="1E293B"/>
                </a:solidFill>
              </a:rPr>
              <a:t>Lexical, pattern, statistical hints feed candidate ranking.</a:t>
            </a:r>
            <a:endParaRPr lang="en-US" sz="1000" dirty="0"/>
          </a:p>
        </p:txBody>
      </p:sp>
      <p:sp>
        <p:nvSpPr>
          <p:cNvPr id="17" name="Shape 15"/>
          <p:cNvSpPr/>
          <p:nvPr/>
        </p:nvSpPr>
        <p:spPr>
          <a:xfrm>
            <a:off x="4631436" y="1417320"/>
            <a:ext cx="1993392" cy="1508760"/>
          </a:xfrm>
          <a:prstGeom prst="rect">
            <a:avLst/>
          </a:prstGeom>
          <a:solidFill>
            <a:srgbClr val="FFFFFF"/>
          </a:solidFill>
          <a:ln w="9525">
            <a:solidFill>
              <a:srgbClr val="D8D3C7"/>
            </a:solidFill>
            <a:prstDash val="solid"/>
          </a:ln>
        </p:spPr>
        <p:txBody>
          <a:bodyPr/>
          <a:lstStyle/>
          <a:p>
            <a:endParaRPr lang="en-US"/>
          </a:p>
        </p:txBody>
      </p:sp>
      <p:sp>
        <p:nvSpPr>
          <p:cNvPr id="18" name="Shape 16"/>
          <p:cNvSpPr/>
          <p:nvPr/>
        </p:nvSpPr>
        <p:spPr>
          <a:xfrm>
            <a:off x="4631436" y="1417320"/>
            <a:ext cx="73152" cy="1508760"/>
          </a:xfrm>
          <a:prstGeom prst="rect">
            <a:avLst/>
          </a:prstGeom>
          <a:solidFill>
            <a:srgbClr val="00A896"/>
          </a:solidFill>
          <a:ln w="12700">
            <a:solidFill>
              <a:srgbClr val="00A896"/>
            </a:solidFill>
            <a:prstDash val="solid"/>
          </a:ln>
        </p:spPr>
        <p:txBody>
          <a:bodyPr/>
          <a:lstStyle/>
          <a:p>
            <a:endParaRPr lang="en-US"/>
          </a:p>
        </p:txBody>
      </p:sp>
      <p:sp>
        <p:nvSpPr>
          <p:cNvPr id="19" name="Text 17"/>
          <p:cNvSpPr/>
          <p:nvPr/>
        </p:nvSpPr>
        <p:spPr>
          <a:xfrm>
            <a:off x="4768596" y="1527048"/>
            <a:ext cx="1719072" cy="228600"/>
          </a:xfrm>
          <a:prstGeom prst="rect">
            <a:avLst/>
          </a:prstGeom>
          <a:noFill/>
          <a:ln/>
        </p:spPr>
        <p:txBody>
          <a:bodyPr wrap="square" lIns="0" tIns="0" rIns="0" bIns="0" rtlCol="0" anchor="ctr"/>
          <a:lstStyle/>
          <a:p>
            <a:pPr marL="0" indent="0">
              <a:buNone/>
            </a:pPr>
            <a:r>
              <a:rPr lang="en-US" sz="1000" b="1" kern="0" spc="200" dirty="0">
                <a:solidFill>
                  <a:srgbClr val="00A896"/>
                </a:solidFill>
              </a:rPr>
              <a:t>03</a:t>
            </a:r>
            <a:endParaRPr lang="en-US" sz="1000" dirty="0"/>
          </a:p>
        </p:txBody>
      </p:sp>
      <p:sp>
        <p:nvSpPr>
          <p:cNvPr id="20" name="Text 18"/>
          <p:cNvSpPr/>
          <p:nvPr/>
        </p:nvSpPr>
        <p:spPr>
          <a:xfrm>
            <a:off x="4768596" y="1783080"/>
            <a:ext cx="1764792" cy="36576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Enrich</a:t>
            </a:r>
            <a:endParaRPr lang="en-US" sz="1400" dirty="0"/>
          </a:p>
        </p:txBody>
      </p:sp>
      <p:sp>
        <p:nvSpPr>
          <p:cNvPr id="21" name="Text 19"/>
          <p:cNvSpPr/>
          <p:nvPr/>
        </p:nvSpPr>
        <p:spPr>
          <a:xfrm>
            <a:off x="4768596" y="2194560"/>
            <a:ext cx="1764792" cy="640080"/>
          </a:xfrm>
          <a:prstGeom prst="rect">
            <a:avLst/>
          </a:prstGeom>
          <a:noFill/>
          <a:ln/>
        </p:spPr>
        <p:txBody>
          <a:bodyPr wrap="square" lIns="0" tIns="0" rIns="0" bIns="0" rtlCol="0" anchor="ctr"/>
          <a:lstStyle/>
          <a:p>
            <a:pPr marL="0" indent="0">
              <a:buNone/>
            </a:pPr>
            <a:r>
              <a:rPr lang="en-US" sz="1000" dirty="0">
                <a:solidFill>
                  <a:srgbClr val="1E293B"/>
                </a:solidFill>
              </a:rPr>
              <a:t>Metadata knowledge plus custom overlays refine matching.</a:t>
            </a:r>
            <a:endParaRPr lang="en-US" sz="1000" dirty="0"/>
          </a:p>
        </p:txBody>
      </p:sp>
      <p:sp>
        <p:nvSpPr>
          <p:cNvPr id="22" name="Shape 20"/>
          <p:cNvSpPr/>
          <p:nvPr/>
        </p:nvSpPr>
        <p:spPr>
          <a:xfrm>
            <a:off x="6743700" y="1417320"/>
            <a:ext cx="1993392" cy="1508760"/>
          </a:xfrm>
          <a:prstGeom prst="rect">
            <a:avLst/>
          </a:prstGeom>
          <a:solidFill>
            <a:srgbClr val="FFFFFF"/>
          </a:solidFill>
          <a:ln w="9525">
            <a:solidFill>
              <a:srgbClr val="D8D3C7"/>
            </a:solidFill>
            <a:prstDash val="solid"/>
          </a:ln>
        </p:spPr>
        <p:txBody>
          <a:bodyPr/>
          <a:lstStyle/>
          <a:p>
            <a:endParaRPr lang="en-US"/>
          </a:p>
        </p:txBody>
      </p:sp>
      <p:sp>
        <p:nvSpPr>
          <p:cNvPr id="23" name="Shape 21"/>
          <p:cNvSpPr/>
          <p:nvPr/>
        </p:nvSpPr>
        <p:spPr>
          <a:xfrm>
            <a:off x="6743700" y="1417320"/>
            <a:ext cx="73152" cy="1508760"/>
          </a:xfrm>
          <a:prstGeom prst="rect">
            <a:avLst/>
          </a:prstGeom>
          <a:solidFill>
            <a:srgbClr val="00A896"/>
          </a:solidFill>
          <a:ln w="12700">
            <a:solidFill>
              <a:srgbClr val="00A896"/>
            </a:solidFill>
            <a:prstDash val="solid"/>
          </a:ln>
        </p:spPr>
        <p:txBody>
          <a:bodyPr/>
          <a:lstStyle/>
          <a:p>
            <a:endParaRPr lang="en-US"/>
          </a:p>
        </p:txBody>
      </p:sp>
      <p:sp>
        <p:nvSpPr>
          <p:cNvPr id="24" name="Text 22"/>
          <p:cNvSpPr/>
          <p:nvPr/>
        </p:nvSpPr>
        <p:spPr>
          <a:xfrm>
            <a:off x="6880860" y="1527048"/>
            <a:ext cx="1719072" cy="228600"/>
          </a:xfrm>
          <a:prstGeom prst="rect">
            <a:avLst/>
          </a:prstGeom>
          <a:noFill/>
          <a:ln/>
        </p:spPr>
        <p:txBody>
          <a:bodyPr wrap="square" lIns="0" tIns="0" rIns="0" bIns="0" rtlCol="0" anchor="ctr"/>
          <a:lstStyle/>
          <a:p>
            <a:pPr marL="0" indent="0">
              <a:buNone/>
            </a:pPr>
            <a:r>
              <a:rPr lang="en-US" sz="1000" b="1" kern="0" spc="200" dirty="0">
                <a:solidFill>
                  <a:srgbClr val="00A896"/>
                </a:solidFill>
              </a:rPr>
              <a:t>04</a:t>
            </a:r>
            <a:endParaRPr lang="en-US" sz="1000" dirty="0"/>
          </a:p>
        </p:txBody>
      </p:sp>
      <p:sp>
        <p:nvSpPr>
          <p:cNvPr id="25" name="Text 23"/>
          <p:cNvSpPr/>
          <p:nvPr/>
        </p:nvSpPr>
        <p:spPr>
          <a:xfrm>
            <a:off x="6880860" y="1783080"/>
            <a:ext cx="1764792" cy="36576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Validate</a:t>
            </a:r>
            <a:endParaRPr lang="en-US" sz="1400" dirty="0"/>
          </a:p>
        </p:txBody>
      </p:sp>
      <p:sp>
        <p:nvSpPr>
          <p:cNvPr id="26" name="Text 24"/>
          <p:cNvSpPr/>
          <p:nvPr/>
        </p:nvSpPr>
        <p:spPr>
          <a:xfrm>
            <a:off x="6880860" y="2194560"/>
            <a:ext cx="1764792" cy="640080"/>
          </a:xfrm>
          <a:prstGeom prst="rect">
            <a:avLst/>
          </a:prstGeom>
          <a:noFill/>
          <a:ln/>
        </p:spPr>
        <p:txBody>
          <a:bodyPr wrap="square" lIns="0" tIns="0" rIns="0" bIns="0" rtlCol="0" anchor="ctr"/>
          <a:lstStyle/>
          <a:p>
            <a:pPr marL="0" indent="0">
              <a:buNone/>
            </a:pPr>
            <a:r>
              <a:rPr lang="en-US" sz="1000" dirty="0">
                <a:solidFill>
                  <a:srgbClr val="1E293B"/>
                </a:solidFill>
              </a:rPr>
              <a:t>Constrained AI only where it adds clear value.</a:t>
            </a:r>
            <a:endParaRPr lang="en-US" sz="1000" dirty="0"/>
          </a:p>
        </p:txBody>
      </p:sp>
      <p:sp>
        <p:nvSpPr>
          <p:cNvPr id="27" name="Shape 25"/>
          <p:cNvSpPr/>
          <p:nvPr/>
        </p:nvSpPr>
        <p:spPr>
          <a:xfrm>
            <a:off x="1463040" y="3108960"/>
            <a:ext cx="1993392" cy="1508760"/>
          </a:xfrm>
          <a:prstGeom prst="rect">
            <a:avLst/>
          </a:prstGeom>
          <a:solidFill>
            <a:srgbClr val="FFFFFF"/>
          </a:solidFill>
          <a:ln w="9525">
            <a:solidFill>
              <a:srgbClr val="D8D3C7"/>
            </a:solidFill>
            <a:prstDash val="solid"/>
          </a:ln>
        </p:spPr>
        <p:txBody>
          <a:bodyPr/>
          <a:lstStyle/>
          <a:p>
            <a:endParaRPr lang="en-US"/>
          </a:p>
        </p:txBody>
      </p:sp>
      <p:sp>
        <p:nvSpPr>
          <p:cNvPr id="28" name="Shape 26"/>
          <p:cNvSpPr/>
          <p:nvPr/>
        </p:nvSpPr>
        <p:spPr>
          <a:xfrm>
            <a:off x="1463040" y="3108960"/>
            <a:ext cx="73152" cy="1508760"/>
          </a:xfrm>
          <a:prstGeom prst="rect">
            <a:avLst/>
          </a:prstGeom>
          <a:solidFill>
            <a:srgbClr val="00A896"/>
          </a:solidFill>
          <a:ln w="12700">
            <a:solidFill>
              <a:srgbClr val="00A896"/>
            </a:solidFill>
            <a:prstDash val="solid"/>
          </a:ln>
        </p:spPr>
        <p:txBody>
          <a:bodyPr/>
          <a:lstStyle/>
          <a:p>
            <a:endParaRPr lang="en-US"/>
          </a:p>
        </p:txBody>
      </p:sp>
      <p:sp>
        <p:nvSpPr>
          <p:cNvPr id="29" name="Text 27"/>
          <p:cNvSpPr/>
          <p:nvPr/>
        </p:nvSpPr>
        <p:spPr>
          <a:xfrm>
            <a:off x="1600200" y="3218688"/>
            <a:ext cx="1719072" cy="228600"/>
          </a:xfrm>
          <a:prstGeom prst="rect">
            <a:avLst/>
          </a:prstGeom>
          <a:noFill/>
          <a:ln/>
        </p:spPr>
        <p:txBody>
          <a:bodyPr wrap="square" lIns="0" tIns="0" rIns="0" bIns="0" rtlCol="0" anchor="ctr"/>
          <a:lstStyle/>
          <a:p>
            <a:pPr marL="0" indent="0">
              <a:buNone/>
            </a:pPr>
            <a:r>
              <a:rPr lang="en-US" sz="1000" b="1" kern="0" spc="200" dirty="0">
                <a:solidFill>
                  <a:srgbClr val="00A896"/>
                </a:solidFill>
              </a:rPr>
              <a:t>05</a:t>
            </a:r>
            <a:endParaRPr lang="en-US" sz="1000" dirty="0"/>
          </a:p>
        </p:txBody>
      </p:sp>
      <p:sp>
        <p:nvSpPr>
          <p:cNvPr id="30" name="Text 28"/>
          <p:cNvSpPr/>
          <p:nvPr/>
        </p:nvSpPr>
        <p:spPr>
          <a:xfrm>
            <a:off x="1600200" y="3474720"/>
            <a:ext cx="1764792" cy="36576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Preview</a:t>
            </a:r>
            <a:endParaRPr lang="en-US" sz="1400" dirty="0"/>
          </a:p>
        </p:txBody>
      </p:sp>
      <p:sp>
        <p:nvSpPr>
          <p:cNvPr id="31" name="Text 29"/>
          <p:cNvSpPr/>
          <p:nvPr/>
        </p:nvSpPr>
        <p:spPr>
          <a:xfrm>
            <a:off x="1600200" y="3886200"/>
            <a:ext cx="1764792" cy="640080"/>
          </a:xfrm>
          <a:prstGeom prst="rect">
            <a:avLst/>
          </a:prstGeom>
          <a:noFill/>
          <a:ln/>
        </p:spPr>
        <p:txBody>
          <a:bodyPr wrap="square" lIns="0" tIns="0" rIns="0" bIns="0" rtlCol="0" anchor="ctr"/>
          <a:lstStyle/>
          <a:p>
            <a:pPr marL="0" indent="0">
              <a:buNone/>
            </a:pPr>
            <a:r>
              <a:rPr lang="en-US" sz="1000" dirty="0">
                <a:solidFill>
                  <a:srgbClr val="1E293B"/>
                </a:solidFill>
              </a:rPr>
              <a:t>Inspect transformations before any execution artifact.</a:t>
            </a:r>
            <a:endParaRPr lang="en-US" sz="1000" dirty="0"/>
          </a:p>
        </p:txBody>
      </p:sp>
      <p:sp>
        <p:nvSpPr>
          <p:cNvPr id="32" name="Shape 30"/>
          <p:cNvSpPr/>
          <p:nvPr/>
        </p:nvSpPr>
        <p:spPr>
          <a:xfrm>
            <a:off x="3575304" y="3108960"/>
            <a:ext cx="1993392" cy="1508760"/>
          </a:xfrm>
          <a:prstGeom prst="rect">
            <a:avLst/>
          </a:prstGeom>
          <a:solidFill>
            <a:srgbClr val="FFFFFF"/>
          </a:solidFill>
          <a:ln w="9525">
            <a:solidFill>
              <a:srgbClr val="D8D3C7"/>
            </a:solidFill>
            <a:prstDash val="solid"/>
          </a:ln>
        </p:spPr>
        <p:txBody>
          <a:bodyPr/>
          <a:lstStyle/>
          <a:p>
            <a:endParaRPr lang="en-US"/>
          </a:p>
        </p:txBody>
      </p:sp>
      <p:sp>
        <p:nvSpPr>
          <p:cNvPr id="33" name="Shape 31"/>
          <p:cNvSpPr/>
          <p:nvPr/>
        </p:nvSpPr>
        <p:spPr>
          <a:xfrm>
            <a:off x="3575304" y="3108960"/>
            <a:ext cx="73152" cy="1508760"/>
          </a:xfrm>
          <a:prstGeom prst="rect">
            <a:avLst/>
          </a:prstGeom>
          <a:solidFill>
            <a:srgbClr val="00A896"/>
          </a:solidFill>
          <a:ln w="12700">
            <a:solidFill>
              <a:srgbClr val="00A896"/>
            </a:solidFill>
            <a:prstDash val="solid"/>
          </a:ln>
        </p:spPr>
        <p:txBody>
          <a:bodyPr/>
          <a:lstStyle/>
          <a:p>
            <a:endParaRPr lang="en-US"/>
          </a:p>
        </p:txBody>
      </p:sp>
      <p:sp>
        <p:nvSpPr>
          <p:cNvPr id="34" name="Text 32"/>
          <p:cNvSpPr/>
          <p:nvPr/>
        </p:nvSpPr>
        <p:spPr>
          <a:xfrm>
            <a:off x="3712464" y="3218688"/>
            <a:ext cx="1719072" cy="228600"/>
          </a:xfrm>
          <a:prstGeom prst="rect">
            <a:avLst/>
          </a:prstGeom>
          <a:noFill/>
          <a:ln/>
        </p:spPr>
        <p:txBody>
          <a:bodyPr wrap="square" lIns="0" tIns="0" rIns="0" bIns="0" rtlCol="0" anchor="ctr"/>
          <a:lstStyle/>
          <a:p>
            <a:pPr marL="0" indent="0">
              <a:buNone/>
            </a:pPr>
            <a:r>
              <a:rPr lang="en-US" sz="1000" b="1" kern="0" spc="200" dirty="0">
                <a:solidFill>
                  <a:srgbClr val="00A896"/>
                </a:solidFill>
              </a:rPr>
              <a:t>06</a:t>
            </a:r>
            <a:endParaRPr lang="en-US" sz="1000" dirty="0"/>
          </a:p>
        </p:txBody>
      </p:sp>
      <p:sp>
        <p:nvSpPr>
          <p:cNvPr id="35" name="Text 33"/>
          <p:cNvSpPr/>
          <p:nvPr/>
        </p:nvSpPr>
        <p:spPr>
          <a:xfrm>
            <a:off x="3712464" y="3474720"/>
            <a:ext cx="1764792" cy="36576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Persist</a:t>
            </a:r>
            <a:endParaRPr lang="en-US" sz="1400" dirty="0"/>
          </a:p>
        </p:txBody>
      </p:sp>
      <p:sp>
        <p:nvSpPr>
          <p:cNvPr id="36" name="Text 34"/>
          <p:cNvSpPr/>
          <p:nvPr/>
        </p:nvSpPr>
        <p:spPr>
          <a:xfrm>
            <a:off x="3712464" y="3886200"/>
            <a:ext cx="1764792" cy="640080"/>
          </a:xfrm>
          <a:prstGeom prst="rect">
            <a:avLst/>
          </a:prstGeom>
          <a:noFill/>
          <a:ln/>
        </p:spPr>
        <p:txBody>
          <a:bodyPr wrap="square" lIns="0" tIns="0" rIns="0" bIns="0" rtlCol="0" anchor="ctr"/>
          <a:lstStyle/>
          <a:p>
            <a:pPr marL="0" indent="0">
              <a:buNone/>
            </a:pPr>
            <a:r>
              <a:rPr lang="en-US" sz="1000" dirty="0">
                <a:solidFill>
                  <a:srgbClr val="1E293B"/>
                </a:solidFill>
              </a:rPr>
              <a:t>Mapping sets, corrections, reusable rules.</a:t>
            </a:r>
            <a:endParaRPr lang="en-US" sz="1000" dirty="0"/>
          </a:p>
        </p:txBody>
      </p:sp>
      <p:sp>
        <p:nvSpPr>
          <p:cNvPr id="37" name="Shape 35"/>
          <p:cNvSpPr/>
          <p:nvPr/>
        </p:nvSpPr>
        <p:spPr>
          <a:xfrm>
            <a:off x="5687568" y="3108960"/>
            <a:ext cx="1993392" cy="1508760"/>
          </a:xfrm>
          <a:prstGeom prst="rect">
            <a:avLst/>
          </a:prstGeom>
          <a:solidFill>
            <a:srgbClr val="FFFFFF"/>
          </a:solidFill>
          <a:ln w="9525">
            <a:solidFill>
              <a:srgbClr val="D8D3C7"/>
            </a:solidFill>
            <a:prstDash val="solid"/>
          </a:ln>
        </p:spPr>
        <p:txBody>
          <a:bodyPr/>
          <a:lstStyle/>
          <a:p>
            <a:endParaRPr lang="en-US"/>
          </a:p>
        </p:txBody>
      </p:sp>
      <p:sp>
        <p:nvSpPr>
          <p:cNvPr id="38" name="Shape 36"/>
          <p:cNvSpPr/>
          <p:nvPr/>
        </p:nvSpPr>
        <p:spPr>
          <a:xfrm>
            <a:off x="5687568" y="3108960"/>
            <a:ext cx="73152" cy="1508760"/>
          </a:xfrm>
          <a:prstGeom prst="rect">
            <a:avLst/>
          </a:prstGeom>
          <a:solidFill>
            <a:srgbClr val="F2A65A"/>
          </a:solidFill>
          <a:ln w="12700">
            <a:solidFill>
              <a:srgbClr val="F2A65A"/>
            </a:solidFill>
            <a:prstDash val="solid"/>
          </a:ln>
        </p:spPr>
        <p:txBody>
          <a:bodyPr/>
          <a:lstStyle/>
          <a:p>
            <a:endParaRPr lang="en-US"/>
          </a:p>
        </p:txBody>
      </p:sp>
      <p:sp>
        <p:nvSpPr>
          <p:cNvPr id="39" name="Text 37"/>
          <p:cNvSpPr/>
          <p:nvPr/>
        </p:nvSpPr>
        <p:spPr>
          <a:xfrm>
            <a:off x="5824728" y="3218688"/>
            <a:ext cx="1719072" cy="228600"/>
          </a:xfrm>
          <a:prstGeom prst="rect">
            <a:avLst/>
          </a:prstGeom>
          <a:noFill/>
          <a:ln/>
        </p:spPr>
        <p:txBody>
          <a:bodyPr wrap="square" lIns="0" tIns="0" rIns="0" bIns="0" rtlCol="0" anchor="ctr"/>
          <a:lstStyle/>
          <a:p>
            <a:pPr marL="0" indent="0">
              <a:buNone/>
            </a:pPr>
            <a:r>
              <a:rPr lang="en-US" sz="1000" b="1" kern="0" spc="200" dirty="0">
                <a:solidFill>
                  <a:srgbClr val="F2A65A"/>
                </a:solidFill>
              </a:rPr>
              <a:t>07</a:t>
            </a:r>
            <a:endParaRPr lang="en-US" sz="1000" dirty="0"/>
          </a:p>
        </p:txBody>
      </p:sp>
      <p:sp>
        <p:nvSpPr>
          <p:cNvPr id="40" name="Text 38"/>
          <p:cNvSpPr/>
          <p:nvPr/>
        </p:nvSpPr>
        <p:spPr>
          <a:xfrm>
            <a:off x="5824728" y="3218688"/>
            <a:ext cx="1719072" cy="228600"/>
          </a:xfrm>
          <a:prstGeom prst="rect">
            <a:avLst/>
          </a:prstGeom>
          <a:noFill/>
          <a:ln/>
        </p:spPr>
        <p:txBody>
          <a:bodyPr wrap="square" lIns="0" tIns="0" rIns="0" bIns="0" rtlCol="0" anchor="ctr"/>
          <a:lstStyle/>
          <a:p>
            <a:pPr marL="0" indent="0" algn="r">
              <a:buNone/>
            </a:pPr>
            <a:r>
              <a:rPr lang="en-US" sz="900" b="1" kern="0" spc="200" dirty="0">
                <a:solidFill>
                  <a:srgbClr val="F2A65A"/>
                </a:solidFill>
              </a:rPr>
              <a:t>NEW</a:t>
            </a:r>
            <a:endParaRPr lang="en-US" sz="900" dirty="0"/>
          </a:p>
        </p:txBody>
      </p:sp>
      <p:sp>
        <p:nvSpPr>
          <p:cNvPr id="41" name="Text 39"/>
          <p:cNvSpPr/>
          <p:nvPr/>
        </p:nvSpPr>
        <p:spPr>
          <a:xfrm>
            <a:off x="5824728" y="3474720"/>
            <a:ext cx="1764792" cy="36576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Reuse</a:t>
            </a:r>
            <a:endParaRPr lang="en-US" sz="1400" dirty="0"/>
          </a:p>
        </p:txBody>
      </p:sp>
      <p:sp>
        <p:nvSpPr>
          <p:cNvPr id="42" name="Text 40"/>
          <p:cNvSpPr/>
          <p:nvPr/>
        </p:nvSpPr>
        <p:spPr>
          <a:xfrm>
            <a:off x="5824728" y="3886200"/>
            <a:ext cx="1764792" cy="640080"/>
          </a:xfrm>
          <a:prstGeom prst="rect">
            <a:avLst/>
          </a:prstGeom>
          <a:noFill/>
          <a:ln/>
        </p:spPr>
        <p:txBody>
          <a:bodyPr wrap="square" lIns="0" tIns="0" rIns="0" bIns="0" rtlCol="0" anchor="ctr"/>
          <a:lstStyle/>
          <a:p>
            <a:pPr marL="0" indent="0">
              <a:buNone/>
            </a:pPr>
            <a:r>
              <a:rPr lang="en-US" sz="1000" dirty="0">
                <a:solidFill>
                  <a:srgbClr val="1E293B"/>
                </a:solidFill>
              </a:rPr>
              <a:t>Discover &amp; pull approved mappings from the catalog.</a:t>
            </a:r>
            <a:endParaRPr lang="en-US" sz="1000" dirty="0"/>
          </a:p>
        </p:txBody>
      </p:sp>
      <p:sp>
        <p:nvSpPr>
          <p:cNvPr id="43" name="Shape 41"/>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44" name="Text 42"/>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45" name="Text 43"/>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dirty="0">
                <a:solidFill>
                  <a:srgbClr val="FFFFFF"/>
                </a:solidFill>
              </a:rPr>
              <a:t>4 / 38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How Mapping Decisions Are Produced</a:t>
            </a:r>
            <a:endParaRPr lang="en-US" sz="22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Multi-signal inference with explicit review surfaces — not a one-shot LLM guess</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Text 5"/>
          <p:cNvSpPr/>
          <p:nvPr/>
        </p:nvSpPr>
        <p:spPr>
          <a:xfrm>
            <a:off x="457200" y="1417320"/>
            <a:ext cx="4572000" cy="274320"/>
          </a:xfrm>
          <a:prstGeom prst="rect">
            <a:avLst/>
          </a:prstGeom>
          <a:noFill/>
          <a:ln/>
        </p:spPr>
        <p:txBody>
          <a:bodyPr wrap="square" lIns="0" tIns="0" rIns="0" bIns="0" rtlCol="0" anchor="ctr"/>
          <a:lstStyle/>
          <a:p>
            <a:pPr marL="0" indent="0">
              <a:buNone/>
            </a:pPr>
            <a:r>
              <a:rPr lang="en-US" sz="1100" b="1" dirty="0">
                <a:solidFill>
                  <a:srgbClr val="028090"/>
                </a:solidFill>
              </a:rPr>
              <a:t>Signals blended per source field</a:t>
            </a:r>
            <a:endParaRPr lang="en-US" sz="1100" dirty="0"/>
          </a:p>
        </p:txBody>
      </p:sp>
      <p:sp>
        <p:nvSpPr>
          <p:cNvPr id="8" name="Text 6"/>
          <p:cNvSpPr/>
          <p:nvPr/>
        </p:nvSpPr>
        <p:spPr>
          <a:xfrm>
            <a:off x="457200" y="1783080"/>
            <a:ext cx="1920240" cy="292608"/>
          </a:xfrm>
          <a:prstGeom prst="rect">
            <a:avLst/>
          </a:prstGeom>
          <a:noFill/>
          <a:ln/>
        </p:spPr>
        <p:txBody>
          <a:bodyPr wrap="square" lIns="0" tIns="0" rIns="0" bIns="0" rtlCol="0" anchor="ctr"/>
          <a:lstStyle/>
          <a:p>
            <a:pPr marL="0" indent="0">
              <a:buNone/>
            </a:pPr>
            <a:r>
              <a:rPr lang="en-US" sz="1000" dirty="0">
                <a:solidFill>
                  <a:srgbClr val="1E293B"/>
                </a:solidFill>
              </a:rPr>
              <a:t>Lexical</a:t>
            </a:r>
            <a:endParaRPr lang="en-US" sz="1000" dirty="0"/>
          </a:p>
        </p:txBody>
      </p:sp>
      <p:sp>
        <p:nvSpPr>
          <p:cNvPr id="9" name="Shape 7"/>
          <p:cNvSpPr/>
          <p:nvPr/>
        </p:nvSpPr>
        <p:spPr>
          <a:xfrm>
            <a:off x="2423160" y="1856232"/>
            <a:ext cx="2377440" cy="146304"/>
          </a:xfrm>
          <a:prstGeom prst="rect">
            <a:avLst/>
          </a:prstGeom>
          <a:solidFill>
            <a:srgbClr val="E5E1D6"/>
          </a:solidFill>
          <a:ln w="12700">
            <a:solidFill>
              <a:srgbClr val="E5E1D6"/>
            </a:solidFill>
            <a:prstDash val="solid"/>
          </a:ln>
        </p:spPr>
        <p:txBody>
          <a:bodyPr/>
          <a:lstStyle/>
          <a:p>
            <a:endParaRPr lang="en-US"/>
          </a:p>
        </p:txBody>
      </p:sp>
      <p:sp>
        <p:nvSpPr>
          <p:cNvPr id="10" name="Shape 8"/>
          <p:cNvSpPr/>
          <p:nvPr/>
        </p:nvSpPr>
        <p:spPr>
          <a:xfrm>
            <a:off x="2423160" y="1856232"/>
            <a:ext cx="1664208" cy="146304"/>
          </a:xfrm>
          <a:prstGeom prst="rect">
            <a:avLst/>
          </a:prstGeom>
          <a:solidFill>
            <a:srgbClr val="00A896"/>
          </a:solidFill>
          <a:ln w="12700">
            <a:solidFill>
              <a:srgbClr val="00A896"/>
            </a:solidFill>
            <a:prstDash val="solid"/>
          </a:ln>
        </p:spPr>
        <p:txBody>
          <a:bodyPr/>
          <a:lstStyle/>
          <a:p>
            <a:endParaRPr lang="en-US"/>
          </a:p>
        </p:txBody>
      </p:sp>
      <p:sp>
        <p:nvSpPr>
          <p:cNvPr id="11" name="Text 9"/>
          <p:cNvSpPr/>
          <p:nvPr/>
        </p:nvSpPr>
        <p:spPr>
          <a:xfrm>
            <a:off x="4846320" y="1783080"/>
            <a:ext cx="365760" cy="292608"/>
          </a:xfrm>
          <a:prstGeom prst="rect">
            <a:avLst/>
          </a:prstGeom>
          <a:noFill/>
          <a:ln/>
        </p:spPr>
        <p:txBody>
          <a:bodyPr wrap="square" lIns="0" tIns="0" rIns="0" bIns="0" rtlCol="0" anchor="ctr"/>
          <a:lstStyle/>
          <a:p>
            <a:pPr marL="0" indent="0">
              <a:buNone/>
            </a:pPr>
            <a:r>
              <a:rPr lang="en-US" sz="900" dirty="0">
                <a:solidFill>
                  <a:srgbClr val="0F2A47"/>
                </a:solidFill>
              </a:rPr>
              <a:t>70</a:t>
            </a:r>
            <a:endParaRPr lang="en-US" sz="900" dirty="0"/>
          </a:p>
        </p:txBody>
      </p:sp>
      <p:sp>
        <p:nvSpPr>
          <p:cNvPr id="12" name="Text 10"/>
          <p:cNvSpPr/>
          <p:nvPr/>
        </p:nvSpPr>
        <p:spPr>
          <a:xfrm>
            <a:off x="457200" y="2148840"/>
            <a:ext cx="1920240" cy="292608"/>
          </a:xfrm>
          <a:prstGeom prst="rect">
            <a:avLst/>
          </a:prstGeom>
          <a:noFill/>
          <a:ln/>
        </p:spPr>
        <p:txBody>
          <a:bodyPr wrap="square" lIns="0" tIns="0" rIns="0" bIns="0" rtlCol="0" anchor="ctr"/>
          <a:lstStyle/>
          <a:p>
            <a:pPr marL="0" indent="0">
              <a:buNone/>
            </a:pPr>
            <a:r>
              <a:rPr lang="en-US" sz="1000" dirty="0">
                <a:solidFill>
                  <a:srgbClr val="1E293B"/>
                </a:solidFill>
              </a:rPr>
              <a:t>Semantic</a:t>
            </a:r>
            <a:endParaRPr lang="en-US" sz="1000" dirty="0"/>
          </a:p>
        </p:txBody>
      </p:sp>
      <p:sp>
        <p:nvSpPr>
          <p:cNvPr id="13" name="Shape 11"/>
          <p:cNvSpPr/>
          <p:nvPr/>
        </p:nvSpPr>
        <p:spPr>
          <a:xfrm>
            <a:off x="2423160" y="2221992"/>
            <a:ext cx="2377440" cy="146304"/>
          </a:xfrm>
          <a:prstGeom prst="rect">
            <a:avLst/>
          </a:prstGeom>
          <a:solidFill>
            <a:srgbClr val="E5E1D6"/>
          </a:solidFill>
          <a:ln w="12700">
            <a:solidFill>
              <a:srgbClr val="E5E1D6"/>
            </a:solidFill>
            <a:prstDash val="solid"/>
          </a:ln>
        </p:spPr>
        <p:txBody>
          <a:bodyPr/>
          <a:lstStyle/>
          <a:p>
            <a:endParaRPr lang="en-US"/>
          </a:p>
        </p:txBody>
      </p:sp>
      <p:sp>
        <p:nvSpPr>
          <p:cNvPr id="14" name="Shape 12"/>
          <p:cNvSpPr/>
          <p:nvPr/>
        </p:nvSpPr>
        <p:spPr>
          <a:xfrm>
            <a:off x="2423160" y="2221992"/>
            <a:ext cx="1854403" cy="146304"/>
          </a:xfrm>
          <a:prstGeom prst="rect">
            <a:avLst/>
          </a:prstGeom>
          <a:solidFill>
            <a:srgbClr val="00A896"/>
          </a:solidFill>
          <a:ln w="12700">
            <a:solidFill>
              <a:srgbClr val="00A896"/>
            </a:solidFill>
            <a:prstDash val="solid"/>
          </a:ln>
        </p:spPr>
        <p:txBody>
          <a:bodyPr/>
          <a:lstStyle/>
          <a:p>
            <a:endParaRPr lang="en-US"/>
          </a:p>
        </p:txBody>
      </p:sp>
      <p:sp>
        <p:nvSpPr>
          <p:cNvPr id="15" name="Text 13"/>
          <p:cNvSpPr/>
          <p:nvPr/>
        </p:nvSpPr>
        <p:spPr>
          <a:xfrm>
            <a:off x="4846320" y="2148840"/>
            <a:ext cx="365760" cy="292608"/>
          </a:xfrm>
          <a:prstGeom prst="rect">
            <a:avLst/>
          </a:prstGeom>
          <a:noFill/>
          <a:ln/>
        </p:spPr>
        <p:txBody>
          <a:bodyPr wrap="square" lIns="0" tIns="0" rIns="0" bIns="0" rtlCol="0" anchor="ctr"/>
          <a:lstStyle/>
          <a:p>
            <a:pPr marL="0" indent="0">
              <a:buNone/>
            </a:pPr>
            <a:r>
              <a:rPr lang="en-US" sz="900" dirty="0">
                <a:solidFill>
                  <a:srgbClr val="0F2A47"/>
                </a:solidFill>
              </a:rPr>
              <a:t>78</a:t>
            </a:r>
            <a:endParaRPr lang="en-US" sz="900" dirty="0"/>
          </a:p>
        </p:txBody>
      </p:sp>
      <p:sp>
        <p:nvSpPr>
          <p:cNvPr id="16" name="Text 14"/>
          <p:cNvSpPr/>
          <p:nvPr/>
        </p:nvSpPr>
        <p:spPr>
          <a:xfrm>
            <a:off x="457200" y="2514600"/>
            <a:ext cx="1920240" cy="292608"/>
          </a:xfrm>
          <a:prstGeom prst="rect">
            <a:avLst/>
          </a:prstGeom>
          <a:noFill/>
          <a:ln/>
        </p:spPr>
        <p:txBody>
          <a:bodyPr wrap="square" lIns="0" tIns="0" rIns="0" bIns="0" rtlCol="0" anchor="ctr"/>
          <a:lstStyle/>
          <a:p>
            <a:pPr marL="0" indent="0">
              <a:buNone/>
            </a:pPr>
            <a:r>
              <a:rPr lang="en-US" sz="1000" dirty="0">
                <a:solidFill>
                  <a:srgbClr val="1E293B"/>
                </a:solidFill>
              </a:rPr>
              <a:t>Metadata &amp; aliases</a:t>
            </a:r>
            <a:endParaRPr lang="en-US" sz="1000" dirty="0"/>
          </a:p>
        </p:txBody>
      </p:sp>
      <p:sp>
        <p:nvSpPr>
          <p:cNvPr id="17" name="Shape 15"/>
          <p:cNvSpPr/>
          <p:nvPr/>
        </p:nvSpPr>
        <p:spPr>
          <a:xfrm>
            <a:off x="2423160" y="2587752"/>
            <a:ext cx="2377440" cy="146304"/>
          </a:xfrm>
          <a:prstGeom prst="rect">
            <a:avLst/>
          </a:prstGeom>
          <a:solidFill>
            <a:srgbClr val="E5E1D6"/>
          </a:solidFill>
          <a:ln w="12700">
            <a:solidFill>
              <a:srgbClr val="E5E1D6"/>
            </a:solidFill>
            <a:prstDash val="solid"/>
          </a:ln>
        </p:spPr>
        <p:txBody>
          <a:bodyPr/>
          <a:lstStyle/>
          <a:p>
            <a:endParaRPr lang="en-US"/>
          </a:p>
        </p:txBody>
      </p:sp>
      <p:sp>
        <p:nvSpPr>
          <p:cNvPr id="18" name="Shape 16"/>
          <p:cNvSpPr/>
          <p:nvPr/>
        </p:nvSpPr>
        <p:spPr>
          <a:xfrm>
            <a:off x="2423160" y="2587752"/>
            <a:ext cx="1307592" cy="146304"/>
          </a:xfrm>
          <a:prstGeom prst="rect">
            <a:avLst/>
          </a:prstGeom>
          <a:solidFill>
            <a:srgbClr val="00A896"/>
          </a:solidFill>
          <a:ln w="12700">
            <a:solidFill>
              <a:srgbClr val="00A896"/>
            </a:solidFill>
            <a:prstDash val="solid"/>
          </a:ln>
        </p:spPr>
        <p:txBody>
          <a:bodyPr/>
          <a:lstStyle/>
          <a:p>
            <a:endParaRPr lang="en-US"/>
          </a:p>
        </p:txBody>
      </p:sp>
      <p:sp>
        <p:nvSpPr>
          <p:cNvPr id="19" name="Text 17"/>
          <p:cNvSpPr/>
          <p:nvPr/>
        </p:nvSpPr>
        <p:spPr>
          <a:xfrm>
            <a:off x="4846320" y="2514600"/>
            <a:ext cx="365760" cy="292608"/>
          </a:xfrm>
          <a:prstGeom prst="rect">
            <a:avLst/>
          </a:prstGeom>
          <a:noFill/>
          <a:ln/>
        </p:spPr>
        <p:txBody>
          <a:bodyPr wrap="square" lIns="0" tIns="0" rIns="0" bIns="0" rtlCol="0" anchor="ctr"/>
          <a:lstStyle/>
          <a:p>
            <a:pPr marL="0" indent="0">
              <a:buNone/>
            </a:pPr>
            <a:r>
              <a:rPr lang="en-US" sz="900" dirty="0">
                <a:solidFill>
                  <a:srgbClr val="0F2A47"/>
                </a:solidFill>
              </a:rPr>
              <a:t>55</a:t>
            </a:r>
            <a:endParaRPr lang="en-US" sz="900" dirty="0"/>
          </a:p>
        </p:txBody>
      </p:sp>
      <p:sp>
        <p:nvSpPr>
          <p:cNvPr id="20" name="Text 18"/>
          <p:cNvSpPr/>
          <p:nvPr/>
        </p:nvSpPr>
        <p:spPr>
          <a:xfrm>
            <a:off x="457200" y="2880360"/>
            <a:ext cx="1920240" cy="292608"/>
          </a:xfrm>
          <a:prstGeom prst="rect">
            <a:avLst/>
          </a:prstGeom>
          <a:noFill/>
          <a:ln/>
        </p:spPr>
        <p:txBody>
          <a:bodyPr wrap="square" lIns="0" tIns="0" rIns="0" bIns="0" rtlCol="0" anchor="ctr"/>
          <a:lstStyle/>
          <a:p>
            <a:pPr marL="0" indent="0">
              <a:buNone/>
            </a:pPr>
            <a:r>
              <a:rPr lang="en-US" sz="1000" dirty="0">
                <a:solidFill>
                  <a:srgbClr val="1E293B"/>
                </a:solidFill>
              </a:rPr>
              <a:t>Canonical glossary</a:t>
            </a:r>
            <a:endParaRPr lang="en-US" sz="1000" dirty="0"/>
          </a:p>
        </p:txBody>
      </p:sp>
      <p:sp>
        <p:nvSpPr>
          <p:cNvPr id="21" name="Shape 19"/>
          <p:cNvSpPr/>
          <p:nvPr/>
        </p:nvSpPr>
        <p:spPr>
          <a:xfrm>
            <a:off x="2423160" y="2953512"/>
            <a:ext cx="2377440" cy="146304"/>
          </a:xfrm>
          <a:prstGeom prst="rect">
            <a:avLst/>
          </a:prstGeom>
          <a:solidFill>
            <a:srgbClr val="E5E1D6"/>
          </a:solidFill>
          <a:ln w="12700">
            <a:solidFill>
              <a:srgbClr val="E5E1D6"/>
            </a:solidFill>
            <a:prstDash val="solid"/>
          </a:ln>
        </p:spPr>
        <p:txBody>
          <a:bodyPr/>
          <a:lstStyle/>
          <a:p>
            <a:endParaRPr lang="en-US"/>
          </a:p>
        </p:txBody>
      </p:sp>
      <p:sp>
        <p:nvSpPr>
          <p:cNvPr id="22" name="Shape 20"/>
          <p:cNvSpPr/>
          <p:nvPr/>
        </p:nvSpPr>
        <p:spPr>
          <a:xfrm>
            <a:off x="2423160" y="2953512"/>
            <a:ext cx="1949501" cy="146304"/>
          </a:xfrm>
          <a:prstGeom prst="rect">
            <a:avLst/>
          </a:prstGeom>
          <a:solidFill>
            <a:srgbClr val="00A896"/>
          </a:solidFill>
          <a:ln w="12700">
            <a:solidFill>
              <a:srgbClr val="00A896"/>
            </a:solidFill>
            <a:prstDash val="solid"/>
          </a:ln>
        </p:spPr>
        <p:txBody>
          <a:bodyPr/>
          <a:lstStyle/>
          <a:p>
            <a:endParaRPr lang="en-US"/>
          </a:p>
        </p:txBody>
      </p:sp>
      <p:sp>
        <p:nvSpPr>
          <p:cNvPr id="23" name="Text 21"/>
          <p:cNvSpPr/>
          <p:nvPr/>
        </p:nvSpPr>
        <p:spPr>
          <a:xfrm>
            <a:off x="4846320" y="2880360"/>
            <a:ext cx="365760" cy="292608"/>
          </a:xfrm>
          <a:prstGeom prst="rect">
            <a:avLst/>
          </a:prstGeom>
          <a:noFill/>
          <a:ln/>
        </p:spPr>
        <p:txBody>
          <a:bodyPr wrap="square" lIns="0" tIns="0" rIns="0" bIns="0" rtlCol="0" anchor="ctr"/>
          <a:lstStyle/>
          <a:p>
            <a:pPr marL="0" indent="0">
              <a:buNone/>
            </a:pPr>
            <a:r>
              <a:rPr lang="en-US" sz="900" dirty="0">
                <a:solidFill>
                  <a:srgbClr val="0F2A47"/>
                </a:solidFill>
              </a:rPr>
              <a:t>82</a:t>
            </a:r>
            <a:endParaRPr lang="en-US" sz="900" dirty="0"/>
          </a:p>
        </p:txBody>
      </p:sp>
      <p:sp>
        <p:nvSpPr>
          <p:cNvPr id="24" name="Text 22"/>
          <p:cNvSpPr/>
          <p:nvPr/>
        </p:nvSpPr>
        <p:spPr>
          <a:xfrm>
            <a:off x="457200" y="3246120"/>
            <a:ext cx="1920240" cy="292608"/>
          </a:xfrm>
          <a:prstGeom prst="rect">
            <a:avLst/>
          </a:prstGeom>
          <a:noFill/>
          <a:ln/>
        </p:spPr>
        <p:txBody>
          <a:bodyPr wrap="square" lIns="0" tIns="0" rIns="0" bIns="0" rtlCol="0" anchor="ctr"/>
          <a:lstStyle/>
          <a:p>
            <a:pPr marL="0" indent="0">
              <a:buNone/>
            </a:pPr>
            <a:r>
              <a:rPr lang="en-US" sz="1000" dirty="0">
                <a:solidFill>
                  <a:srgbClr val="1E293B"/>
                </a:solidFill>
              </a:rPr>
              <a:t>Pattern / statistical</a:t>
            </a:r>
            <a:endParaRPr lang="en-US" sz="1000" dirty="0"/>
          </a:p>
        </p:txBody>
      </p:sp>
      <p:sp>
        <p:nvSpPr>
          <p:cNvPr id="25" name="Shape 23"/>
          <p:cNvSpPr/>
          <p:nvPr/>
        </p:nvSpPr>
        <p:spPr>
          <a:xfrm>
            <a:off x="2423160" y="3319272"/>
            <a:ext cx="2377440" cy="146304"/>
          </a:xfrm>
          <a:prstGeom prst="rect">
            <a:avLst/>
          </a:prstGeom>
          <a:solidFill>
            <a:srgbClr val="E5E1D6"/>
          </a:solidFill>
          <a:ln w="12700">
            <a:solidFill>
              <a:srgbClr val="E5E1D6"/>
            </a:solidFill>
            <a:prstDash val="solid"/>
          </a:ln>
        </p:spPr>
        <p:txBody>
          <a:bodyPr/>
          <a:lstStyle/>
          <a:p>
            <a:endParaRPr lang="en-US"/>
          </a:p>
        </p:txBody>
      </p:sp>
      <p:sp>
        <p:nvSpPr>
          <p:cNvPr id="26" name="Shape 24"/>
          <p:cNvSpPr/>
          <p:nvPr/>
        </p:nvSpPr>
        <p:spPr>
          <a:xfrm>
            <a:off x="2423160" y="3319272"/>
            <a:ext cx="1141171" cy="146304"/>
          </a:xfrm>
          <a:prstGeom prst="rect">
            <a:avLst/>
          </a:prstGeom>
          <a:solidFill>
            <a:srgbClr val="00A896"/>
          </a:solidFill>
          <a:ln w="12700">
            <a:solidFill>
              <a:srgbClr val="00A896"/>
            </a:solidFill>
            <a:prstDash val="solid"/>
          </a:ln>
        </p:spPr>
        <p:txBody>
          <a:bodyPr/>
          <a:lstStyle/>
          <a:p>
            <a:endParaRPr lang="en-US"/>
          </a:p>
        </p:txBody>
      </p:sp>
      <p:sp>
        <p:nvSpPr>
          <p:cNvPr id="27" name="Text 25"/>
          <p:cNvSpPr/>
          <p:nvPr/>
        </p:nvSpPr>
        <p:spPr>
          <a:xfrm>
            <a:off x="4846320" y="3246120"/>
            <a:ext cx="365760" cy="292608"/>
          </a:xfrm>
          <a:prstGeom prst="rect">
            <a:avLst/>
          </a:prstGeom>
          <a:noFill/>
          <a:ln/>
        </p:spPr>
        <p:txBody>
          <a:bodyPr wrap="square" lIns="0" tIns="0" rIns="0" bIns="0" rtlCol="0" anchor="ctr"/>
          <a:lstStyle/>
          <a:p>
            <a:pPr marL="0" indent="0">
              <a:buNone/>
            </a:pPr>
            <a:r>
              <a:rPr lang="en-US" sz="900" dirty="0">
                <a:solidFill>
                  <a:srgbClr val="0F2A47"/>
                </a:solidFill>
              </a:rPr>
              <a:t>48</a:t>
            </a:r>
            <a:endParaRPr lang="en-US" sz="900" dirty="0"/>
          </a:p>
        </p:txBody>
      </p:sp>
      <p:sp>
        <p:nvSpPr>
          <p:cNvPr id="28" name="Text 26"/>
          <p:cNvSpPr/>
          <p:nvPr/>
        </p:nvSpPr>
        <p:spPr>
          <a:xfrm>
            <a:off x="457200" y="3611880"/>
            <a:ext cx="1920240" cy="292608"/>
          </a:xfrm>
          <a:prstGeom prst="rect">
            <a:avLst/>
          </a:prstGeom>
          <a:noFill/>
          <a:ln/>
        </p:spPr>
        <p:txBody>
          <a:bodyPr wrap="square" lIns="0" tIns="0" rIns="0" bIns="0" rtlCol="0" anchor="ctr"/>
          <a:lstStyle/>
          <a:p>
            <a:pPr marL="0" indent="0">
              <a:buNone/>
            </a:pPr>
            <a:r>
              <a:rPr lang="en-US" sz="1000" dirty="0">
                <a:solidFill>
                  <a:srgbClr val="1E293B"/>
                </a:solidFill>
              </a:rPr>
              <a:t>Correction history</a:t>
            </a:r>
            <a:endParaRPr lang="en-US" sz="1000" dirty="0"/>
          </a:p>
        </p:txBody>
      </p:sp>
      <p:sp>
        <p:nvSpPr>
          <p:cNvPr id="29" name="Shape 27"/>
          <p:cNvSpPr/>
          <p:nvPr/>
        </p:nvSpPr>
        <p:spPr>
          <a:xfrm>
            <a:off x="2423160" y="3685032"/>
            <a:ext cx="2377440" cy="146304"/>
          </a:xfrm>
          <a:prstGeom prst="rect">
            <a:avLst/>
          </a:prstGeom>
          <a:solidFill>
            <a:srgbClr val="E5E1D6"/>
          </a:solidFill>
          <a:ln w="12700">
            <a:solidFill>
              <a:srgbClr val="E5E1D6"/>
            </a:solidFill>
            <a:prstDash val="solid"/>
          </a:ln>
        </p:spPr>
        <p:txBody>
          <a:bodyPr/>
          <a:lstStyle/>
          <a:p>
            <a:endParaRPr lang="en-US"/>
          </a:p>
        </p:txBody>
      </p:sp>
      <p:sp>
        <p:nvSpPr>
          <p:cNvPr id="30" name="Shape 28"/>
          <p:cNvSpPr/>
          <p:nvPr/>
        </p:nvSpPr>
        <p:spPr>
          <a:xfrm>
            <a:off x="2423160" y="3685032"/>
            <a:ext cx="1545336" cy="146304"/>
          </a:xfrm>
          <a:prstGeom prst="rect">
            <a:avLst/>
          </a:prstGeom>
          <a:solidFill>
            <a:srgbClr val="00A896"/>
          </a:solidFill>
          <a:ln w="12700">
            <a:solidFill>
              <a:srgbClr val="00A896"/>
            </a:solidFill>
            <a:prstDash val="solid"/>
          </a:ln>
        </p:spPr>
        <p:txBody>
          <a:bodyPr/>
          <a:lstStyle/>
          <a:p>
            <a:endParaRPr lang="en-US"/>
          </a:p>
        </p:txBody>
      </p:sp>
      <p:sp>
        <p:nvSpPr>
          <p:cNvPr id="31" name="Text 29"/>
          <p:cNvSpPr/>
          <p:nvPr/>
        </p:nvSpPr>
        <p:spPr>
          <a:xfrm>
            <a:off x="4846320" y="3611880"/>
            <a:ext cx="365760" cy="292608"/>
          </a:xfrm>
          <a:prstGeom prst="rect">
            <a:avLst/>
          </a:prstGeom>
          <a:noFill/>
          <a:ln/>
        </p:spPr>
        <p:txBody>
          <a:bodyPr wrap="square" lIns="0" tIns="0" rIns="0" bIns="0" rtlCol="0" anchor="ctr"/>
          <a:lstStyle/>
          <a:p>
            <a:pPr marL="0" indent="0">
              <a:buNone/>
            </a:pPr>
            <a:r>
              <a:rPr lang="en-US" sz="900" dirty="0">
                <a:solidFill>
                  <a:srgbClr val="0F2A47"/>
                </a:solidFill>
              </a:rPr>
              <a:t>65</a:t>
            </a:r>
            <a:endParaRPr lang="en-US" sz="900" dirty="0"/>
          </a:p>
        </p:txBody>
      </p:sp>
      <p:sp>
        <p:nvSpPr>
          <p:cNvPr id="32" name="Text 30"/>
          <p:cNvSpPr/>
          <p:nvPr/>
        </p:nvSpPr>
        <p:spPr>
          <a:xfrm>
            <a:off x="457200" y="3977640"/>
            <a:ext cx="1920240" cy="292608"/>
          </a:xfrm>
          <a:prstGeom prst="rect">
            <a:avLst/>
          </a:prstGeom>
          <a:noFill/>
          <a:ln/>
        </p:spPr>
        <p:txBody>
          <a:bodyPr wrap="square" lIns="0" tIns="0" rIns="0" bIns="0" rtlCol="0" anchor="ctr"/>
          <a:lstStyle/>
          <a:p>
            <a:pPr marL="0" indent="0">
              <a:buNone/>
            </a:pPr>
            <a:r>
              <a:rPr lang="en-US" sz="1000" dirty="0">
                <a:solidFill>
                  <a:srgbClr val="1E293B"/>
                </a:solidFill>
              </a:rPr>
              <a:t>Bounded LLM (optional)</a:t>
            </a:r>
            <a:endParaRPr lang="en-US" sz="1000" dirty="0"/>
          </a:p>
        </p:txBody>
      </p:sp>
      <p:sp>
        <p:nvSpPr>
          <p:cNvPr id="33" name="Shape 31"/>
          <p:cNvSpPr/>
          <p:nvPr/>
        </p:nvSpPr>
        <p:spPr>
          <a:xfrm>
            <a:off x="2423160" y="4050792"/>
            <a:ext cx="2377440" cy="146304"/>
          </a:xfrm>
          <a:prstGeom prst="rect">
            <a:avLst/>
          </a:prstGeom>
          <a:solidFill>
            <a:srgbClr val="E5E1D6"/>
          </a:solidFill>
          <a:ln w="12700">
            <a:solidFill>
              <a:srgbClr val="E5E1D6"/>
            </a:solidFill>
            <a:prstDash val="solid"/>
          </a:ln>
        </p:spPr>
        <p:txBody>
          <a:bodyPr/>
          <a:lstStyle/>
          <a:p>
            <a:endParaRPr lang="en-US"/>
          </a:p>
        </p:txBody>
      </p:sp>
      <p:sp>
        <p:nvSpPr>
          <p:cNvPr id="34" name="Shape 32"/>
          <p:cNvSpPr/>
          <p:nvPr/>
        </p:nvSpPr>
        <p:spPr>
          <a:xfrm>
            <a:off x="2423160" y="4050792"/>
            <a:ext cx="832104" cy="146304"/>
          </a:xfrm>
          <a:prstGeom prst="rect">
            <a:avLst/>
          </a:prstGeom>
          <a:solidFill>
            <a:srgbClr val="00A896"/>
          </a:solidFill>
          <a:ln w="12700">
            <a:solidFill>
              <a:srgbClr val="00A896"/>
            </a:solidFill>
            <a:prstDash val="solid"/>
          </a:ln>
        </p:spPr>
        <p:txBody>
          <a:bodyPr/>
          <a:lstStyle/>
          <a:p>
            <a:endParaRPr lang="en-US"/>
          </a:p>
        </p:txBody>
      </p:sp>
      <p:sp>
        <p:nvSpPr>
          <p:cNvPr id="35" name="Text 33"/>
          <p:cNvSpPr/>
          <p:nvPr/>
        </p:nvSpPr>
        <p:spPr>
          <a:xfrm>
            <a:off x="4846320" y="3977640"/>
            <a:ext cx="365760" cy="292608"/>
          </a:xfrm>
          <a:prstGeom prst="rect">
            <a:avLst/>
          </a:prstGeom>
          <a:noFill/>
          <a:ln/>
        </p:spPr>
        <p:txBody>
          <a:bodyPr wrap="square" lIns="0" tIns="0" rIns="0" bIns="0" rtlCol="0" anchor="ctr"/>
          <a:lstStyle/>
          <a:p>
            <a:pPr marL="0" indent="0">
              <a:buNone/>
            </a:pPr>
            <a:r>
              <a:rPr lang="en-US" sz="900" dirty="0">
                <a:solidFill>
                  <a:srgbClr val="0F2A47"/>
                </a:solidFill>
              </a:rPr>
              <a:t>35</a:t>
            </a:r>
            <a:endParaRPr lang="en-US" sz="900" dirty="0"/>
          </a:p>
        </p:txBody>
      </p:sp>
      <p:sp>
        <p:nvSpPr>
          <p:cNvPr id="36" name="Shape 34"/>
          <p:cNvSpPr/>
          <p:nvPr/>
        </p:nvSpPr>
        <p:spPr>
          <a:xfrm>
            <a:off x="5486400" y="1417320"/>
            <a:ext cx="3383280" cy="3154680"/>
          </a:xfrm>
          <a:prstGeom prst="rect">
            <a:avLst/>
          </a:prstGeom>
          <a:solidFill>
            <a:srgbClr val="FFFFFF"/>
          </a:solidFill>
          <a:ln w="9525">
            <a:solidFill>
              <a:srgbClr val="D8D3C7"/>
            </a:solidFill>
            <a:prstDash val="solid"/>
          </a:ln>
        </p:spPr>
        <p:txBody>
          <a:bodyPr/>
          <a:lstStyle/>
          <a:p>
            <a:endParaRPr lang="en-US"/>
          </a:p>
        </p:txBody>
      </p:sp>
      <p:sp>
        <p:nvSpPr>
          <p:cNvPr id="37" name="Shape 35"/>
          <p:cNvSpPr/>
          <p:nvPr/>
        </p:nvSpPr>
        <p:spPr>
          <a:xfrm>
            <a:off x="5486400" y="1417320"/>
            <a:ext cx="73152" cy="3154680"/>
          </a:xfrm>
          <a:prstGeom prst="rect">
            <a:avLst/>
          </a:prstGeom>
          <a:solidFill>
            <a:srgbClr val="0F2A47"/>
          </a:solidFill>
          <a:ln w="12700">
            <a:solidFill>
              <a:srgbClr val="0F2A47"/>
            </a:solidFill>
            <a:prstDash val="solid"/>
          </a:ln>
        </p:spPr>
        <p:txBody>
          <a:bodyPr/>
          <a:lstStyle/>
          <a:p>
            <a:endParaRPr lang="en-US"/>
          </a:p>
        </p:txBody>
      </p:sp>
      <p:sp>
        <p:nvSpPr>
          <p:cNvPr id="38" name="Text 36"/>
          <p:cNvSpPr/>
          <p:nvPr/>
        </p:nvSpPr>
        <p:spPr>
          <a:xfrm>
            <a:off x="5669280" y="1508760"/>
            <a:ext cx="3108960" cy="274320"/>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Layered controlled trust</a:t>
            </a:r>
            <a:endParaRPr lang="en-US" sz="1300" dirty="0"/>
          </a:p>
        </p:txBody>
      </p:sp>
      <p:sp>
        <p:nvSpPr>
          <p:cNvPr id="39" name="Text 37"/>
          <p:cNvSpPr/>
          <p:nvPr/>
        </p:nvSpPr>
        <p:spPr>
          <a:xfrm>
            <a:off x="5669280" y="1828800"/>
            <a:ext cx="3108960" cy="26974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Knowledge overlays without editing base assets</a:t>
            </a:r>
            <a:endParaRPr lang="en-US" sz="1100" dirty="0"/>
          </a:p>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Canonical concepts: source → concept → target paths</a:t>
            </a:r>
            <a:endParaRPr lang="en-US" sz="1100" dirty="0"/>
          </a:p>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Corrections + promoted rules feed future ranking</a:t>
            </a:r>
            <a:endParaRPr lang="en-US" sz="1100" dirty="0"/>
          </a:p>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Transformation preview before code is committed</a:t>
            </a:r>
            <a:endParaRPr lang="en-US" sz="1100" dirty="0"/>
          </a:p>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Saved mapping sets and transformation test sets</a:t>
            </a:r>
            <a:endParaRPr lang="en-US" sz="1100" dirty="0"/>
          </a:p>
          <a:p>
            <a:pPr marL="342900" indent="-342900">
              <a:spcAft>
                <a:spcPts val="300"/>
              </a:spcAft>
              <a:buSzPct val="100000"/>
              <a:buChar char="■"/>
            </a:pPr>
            <a:r>
              <a:rPr lang="en-US" sz="1100" dirty="0">
                <a:solidFill>
                  <a:srgbClr val="1E293B"/>
                </a:solidFill>
                <a:latin typeface="Calibri" pitchFamily="34" charset="0"/>
                <a:ea typeface="Calibri" pitchFamily="34" charset="-122"/>
                <a:cs typeface="Calibri" pitchFamily="34" charset="-120"/>
              </a:rPr>
              <a:t>Bounded LLM only inside ambiguity band</a:t>
            </a:r>
            <a:endParaRPr lang="en-US" sz="1100" dirty="0"/>
          </a:p>
        </p:txBody>
      </p:sp>
      <p:sp>
        <p:nvSpPr>
          <p:cNvPr id="40" name="Shape 38"/>
          <p:cNvSpPr/>
          <p:nvPr/>
        </p:nvSpPr>
        <p:spPr>
          <a:xfrm>
            <a:off x="457200" y="4617720"/>
            <a:ext cx="8412480" cy="274320"/>
          </a:xfrm>
          <a:prstGeom prst="rect">
            <a:avLst/>
          </a:prstGeom>
          <a:solidFill>
            <a:srgbClr val="0F2A47"/>
          </a:solidFill>
          <a:ln w="12700">
            <a:solidFill>
              <a:srgbClr val="0F2A47"/>
            </a:solidFill>
            <a:prstDash val="solid"/>
          </a:ln>
        </p:spPr>
        <p:txBody>
          <a:bodyPr/>
          <a:lstStyle/>
          <a:p>
            <a:endParaRPr lang="en-US"/>
          </a:p>
        </p:txBody>
      </p:sp>
      <p:sp>
        <p:nvSpPr>
          <p:cNvPr id="41" name="Text 39"/>
          <p:cNvSpPr/>
          <p:nvPr/>
        </p:nvSpPr>
        <p:spPr>
          <a:xfrm>
            <a:off x="457200" y="4617720"/>
            <a:ext cx="8412480" cy="274320"/>
          </a:xfrm>
          <a:prstGeom prst="rect">
            <a:avLst/>
          </a:prstGeom>
          <a:noFill/>
          <a:ln/>
        </p:spPr>
        <p:txBody>
          <a:bodyPr wrap="square" lIns="0" tIns="0" rIns="0" bIns="0" rtlCol="0" anchor="ctr"/>
          <a:lstStyle/>
          <a:p>
            <a:pPr marL="0" indent="0" algn="ctr">
              <a:buNone/>
            </a:pPr>
            <a:r>
              <a:rPr lang="en-US" sz="1000" i="1" dirty="0">
                <a:solidFill>
                  <a:srgbClr val="FFFFFF"/>
                </a:solidFill>
              </a:rPr>
              <a:t>Illustrative scores  ·  weighted normalized heuristic, not measured or calibrated</a:t>
            </a:r>
            <a:endParaRPr lang="en-US" sz="1000" dirty="0"/>
          </a:p>
        </p:txBody>
      </p:sp>
      <p:sp>
        <p:nvSpPr>
          <p:cNvPr id="42" name="Shape 40"/>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43" name="Text 41"/>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44" name="Text 42"/>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dirty="0">
                <a:solidFill>
                  <a:srgbClr val="FFFFFF"/>
                </a:solidFill>
              </a:rPr>
              <a:t>5 / 38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Inside Semantra</a:t>
            </a:r>
            <a:endParaRPr lang="en-US" sz="24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Ten functional areas — each independently inspectable, from ingest to evaluation</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160020" y="1417320"/>
            <a:ext cx="1691640" cy="1463040"/>
          </a:xfrm>
          <a:prstGeom prst="rect">
            <a:avLst/>
          </a:prstGeom>
          <a:solidFill>
            <a:srgbClr val="FFFFFF"/>
          </a:solidFill>
          <a:ln w="9525">
            <a:solidFill>
              <a:srgbClr val="D8D3C7"/>
            </a:solidFill>
            <a:prstDash val="solid"/>
          </a:ln>
        </p:spPr>
        <p:txBody>
          <a:bodyPr/>
          <a:lstStyle/>
          <a:p>
            <a:endParaRPr lang="en-US"/>
          </a:p>
        </p:txBody>
      </p:sp>
      <p:sp>
        <p:nvSpPr>
          <p:cNvPr id="8" name="Shape 6"/>
          <p:cNvSpPr/>
          <p:nvPr/>
        </p:nvSpPr>
        <p:spPr>
          <a:xfrm>
            <a:off x="160020" y="1417320"/>
            <a:ext cx="73152" cy="1463040"/>
          </a:xfrm>
          <a:prstGeom prst="rect">
            <a:avLst/>
          </a:prstGeom>
          <a:solidFill>
            <a:srgbClr val="00A896"/>
          </a:solidFill>
          <a:ln w="12700">
            <a:solidFill>
              <a:srgbClr val="00A896"/>
            </a:solidFill>
            <a:prstDash val="solid"/>
          </a:ln>
        </p:spPr>
        <p:txBody>
          <a:bodyPr/>
          <a:lstStyle/>
          <a:p>
            <a:endParaRPr lang="en-US"/>
          </a:p>
        </p:txBody>
      </p:sp>
      <p:sp>
        <p:nvSpPr>
          <p:cNvPr id="9" name="Shape 7"/>
          <p:cNvSpPr/>
          <p:nvPr/>
        </p:nvSpPr>
        <p:spPr>
          <a:xfrm>
            <a:off x="297180" y="1581912"/>
            <a:ext cx="457200" cy="457200"/>
          </a:xfrm>
          <a:prstGeom prst="ellipse">
            <a:avLst/>
          </a:prstGeom>
          <a:solidFill>
            <a:srgbClr val="0F2A47"/>
          </a:solidFill>
          <a:ln w="12700">
            <a:solidFill>
              <a:srgbClr val="0F2A47"/>
            </a:solidFill>
            <a:prstDash val="solid"/>
          </a:ln>
        </p:spPr>
        <p:txBody>
          <a:bodyPr/>
          <a:lstStyle/>
          <a:p>
            <a:endParaRPr lang="en-US"/>
          </a:p>
        </p:txBody>
      </p:sp>
      <p:sp>
        <p:nvSpPr>
          <p:cNvPr id="10" name="Text 8"/>
          <p:cNvSpPr/>
          <p:nvPr/>
        </p:nvSpPr>
        <p:spPr>
          <a:xfrm>
            <a:off x="297180" y="1581912"/>
            <a:ext cx="457200" cy="457200"/>
          </a:xfrm>
          <a:prstGeom prst="rect">
            <a:avLst/>
          </a:prstGeom>
          <a:noFill/>
          <a:ln/>
        </p:spPr>
        <p:txBody>
          <a:bodyPr wrap="square" lIns="0" tIns="0" rIns="0" bIns="0" rtlCol="0" anchor="ctr"/>
          <a:lstStyle/>
          <a:p>
            <a:pPr marL="0" indent="0" algn="ctr">
              <a:buNone/>
            </a:pPr>
            <a:r>
              <a:rPr lang="en-US" sz="1100" b="1" dirty="0">
                <a:solidFill>
                  <a:srgbClr val="00A896"/>
                </a:solidFill>
              </a:rPr>
              <a:t>01</a:t>
            </a:r>
            <a:endParaRPr lang="en-US" sz="1100" dirty="0"/>
          </a:p>
        </p:txBody>
      </p:sp>
      <p:sp>
        <p:nvSpPr>
          <p:cNvPr id="11" name="Text 9"/>
          <p:cNvSpPr/>
          <p:nvPr/>
        </p:nvSpPr>
        <p:spPr>
          <a:xfrm>
            <a:off x="297180" y="2103120"/>
            <a:ext cx="1463040" cy="685800"/>
          </a:xfrm>
          <a:prstGeom prst="rect">
            <a:avLst/>
          </a:prstGeom>
          <a:noFill/>
          <a:ln/>
        </p:spPr>
        <p:txBody>
          <a:bodyPr wrap="square" lIns="0" tIns="0" rIns="0" bIns="0" rtlCol="0" anchor="t"/>
          <a:lstStyle/>
          <a:p>
            <a:pPr marL="0" indent="0">
              <a:buNone/>
            </a:pPr>
            <a:r>
              <a:rPr lang="en-US" sz="1100" b="1" dirty="0">
                <a:solidFill>
                  <a:srgbClr val="0F2A47"/>
                </a:solidFill>
                <a:latin typeface="Cambria" pitchFamily="34" charset="0"/>
                <a:ea typeface="Cambria" pitchFamily="34" charset="-122"/>
                <a:cs typeface="Cambria" pitchFamily="34" charset="-120"/>
              </a:rPr>
              <a:t>Dataset Ingestion &amp; Profiling</a:t>
            </a:r>
            <a:endParaRPr lang="en-US" sz="1100" dirty="0"/>
          </a:p>
        </p:txBody>
      </p:sp>
      <p:sp>
        <p:nvSpPr>
          <p:cNvPr id="12" name="Shape 10"/>
          <p:cNvSpPr/>
          <p:nvPr/>
        </p:nvSpPr>
        <p:spPr>
          <a:xfrm>
            <a:off x="1943100" y="1417320"/>
            <a:ext cx="1691640" cy="1463040"/>
          </a:xfrm>
          <a:prstGeom prst="rect">
            <a:avLst/>
          </a:prstGeom>
          <a:solidFill>
            <a:srgbClr val="FFFFFF"/>
          </a:solidFill>
          <a:ln w="9525">
            <a:solidFill>
              <a:srgbClr val="D8D3C7"/>
            </a:solidFill>
            <a:prstDash val="solid"/>
          </a:ln>
        </p:spPr>
        <p:txBody>
          <a:bodyPr/>
          <a:lstStyle/>
          <a:p>
            <a:endParaRPr lang="en-US"/>
          </a:p>
        </p:txBody>
      </p:sp>
      <p:sp>
        <p:nvSpPr>
          <p:cNvPr id="13" name="Shape 11"/>
          <p:cNvSpPr/>
          <p:nvPr/>
        </p:nvSpPr>
        <p:spPr>
          <a:xfrm>
            <a:off x="1943100" y="1417320"/>
            <a:ext cx="73152" cy="1463040"/>
          </a:xfrm>
          <a:prstGeom prst="rect">
            <a:avLst/>
          </a:prstGeom>
          <a:solidFill>
            <a:srgbClr val="028090"/>
          </a:solidFill>
          <a:ln w="12700">
            <a:solidFill>
              <a:srgbClr val="028090"/>
            </a:solidFill>
            <a:prstDash val="solid"/>
          </a:ln>
        </p:spPr>
        <p:txBody>
          <a:bodyPr/>
          <a:lstStyle/>
          <a:p>
            <a:endParaRPr lang="en-US"/>
          </a:p>
        </p:txBody>
      </p:sp>
      <p:sp>
        <p:nvSpPr>
          <p:cNvPr id="14" name="Shape 12"/>
          <p:cNvSpPr/>
          <p:nvPr/>
        </p:nvSpPr>
        <p:spPr>
          <a:xfrm>
            <a:off x="2080260" y="1581912"/>
            <a:ext cx="457200" cy="457200"/>
          </a:xfrm>
          <a:prstGeom prst="ellipse">
            <a:avLst/>
          </a:prstGeom>
          <a:solidFill>
            <a:srgbClr val="0F2A47"/>
          </a:solidFill>
          <a:ln w="12700">
            <a:solidFill>
              <a:srgbClr val="0F2A47"/>
            </a:solidFill>
            <a:prstDash val="solid"/>
          </a:ln>
        </p:spPr>
        <p:txBody>
          <a:bodyPr/>
          <a:lstStyle/>
          <a:p>
            <a:endParaRPr lang="en-US"/>
          </a:p>
        </p:txBody>
      </p:sp>
      <p:sp>
        <p:nvSpPr>
          <p:cNvPr id="15" name="Text 13"/>
          <p:cNvSpPr/>
          <p:nvPr/>
        </p:nvSpPr>
        <p:spPr>
          <a:xfrm>
            <a:off x="2080260" y="1581912"/>
            <a:ext cx="457200" cy="457200"/>
          </a:xfrm>
          <a:prstGeom prst="rect">
            <a:avLst/>
          </a:prstGeom>
          <a:noFill/>
          <a:ln/>
        </p:spPr>
        <p:txBody>
          <a:bodyPr wrap="square" lIns="0" tIns="0" rIns="0" bIns="0" rtlCol="0" anchor="ctr"/>
          <a:lstStyle/>
          <a:p>
            <a:pPr marL="0" indent="0" algn="ctr">
              <a:buNone/>
            </a:pPr>
            <a:r>
              <a:rPr lang="en-US" sz="1100" b="1" dirty="0">
                <a:solidFill>
                  <a:srgbClr val="00A896"/>
                </a:solidFill>
              </a:rPr>
              <a:t>02</a:t>
            </a:r>
            <a:endParaRPr lang="en-US" sz="1100" dirty="0"/>
          </a:p>
        </p:txBody>
      </p:sp>
      <p:sp>
        <p:nvSpPr>
          <p:cNvPr id="16" name="Text 14"/>
          <p:cNvSpPr/>
          <p:nvPr/>
        </p:nvSpPr>
        <p:spPr>
          <a:xfrm>
            <a:off x="2080260" y="2103120"/>
            <a:ext cx="1463040" cy="685800"/>
          </a:xfrm>
          <a:prstGeom prst="rect">
            <a:avLst/>
          </a:prstGeom>
          <a:noFill/>
          <a:ln/>
        </p:spPr>
        <p:txBody>
          <a:bodyPr wrap="square" lIns="0" tIns="0" rIns="0" bIns="0" rtlCol="0" anchor="t"/>
          <a:lstStyle/>
          <a:p>
            <a:pPr marL="0" indent="0">
              <a:buNone/>
            </a:pPr>
            <a:r>
              <a:rPr lang="en-US" sz="1100" b="1" dirty="0">
                <a:solidFill>
                  <a:srgbClr val="0F2A47"/>
                </a:solidFill>
                <a:latin typeface="Cambria" pitchFamily="34" charset="0"/>
                <a:ea typeface="Cambria" pitchFamily="34" charset="-122"/>
                <a:cs typeface="Cambria" pitchFamily="34" charset="-120"/>
              </a:rPr>
              <a:t>Mapping Engine</a:t>
            </a:r>
            <a:endParaRPr lang="en-US" sz="1100" dirty="0"/>
          </a:p>
        </p:txBody>
      </p:sp>
      <p:sp>
        <p:nvSpPr>
          <p:cNvPr id="17" name="Shape 15"/>
          <p:cNvSpPr/>
          <p:nvPr/>
        </p:nvSpPr>
        <p:spPr>
          <a:xfrm>
            <a:off x="3726180" y="1417320"/>
            <a:ext cx="1691640" cy="1463040"/>
          </a:xfrm>
          <a:prstGeom prst="rect">
            <a:avLst/>
          </a:prstGeom>
          <a:solidFill>
            <a:srgbClr val="FFFFFF"/>
          </a:solidFill>
          <a:ln w="9525">
            <a:solidFill>
              <a:srgbClr val="D8D3C7"/>
            </a:solidFill>
            <a:prstDash val="solid"/>
          </a:ln>
        </p:spPr>
        <p:txBody>
          <a:bodyPr/>
          <a:lstStyle/>
          <a:p>
            <a:endParaRPr lang="en-US"/>
          </a:p>
        </p:txBody>
      </p:sp>
      <p:sp>
        <p:nvSpPr>
          <p:cNvPr id="18" name="Shape 16"/>
          <p:cNvSpPr/>
          <p:nvPr/>
        </p:nvSpPr>
        <p:spPr>
          <a:xfrm>
            <a:off x="3726180" y="1417320"/>
            <a:ext cx="73152" cy="1463040"/>
          </a:xfrm>
          <a:prstGeom prst="rect">
            <a:avLst/>
          </a:prstGeom>
          <a:solidFill>
            <a:srgbClr val="00A896"/>
          </a:solidFill>
          <a:ln w="12700">
            <a:solidFill>
              <a:srgbClr val="00A896"/>
            </a:solidFill>
            <a:prstDash val="solid"/>
          </a:ln>
        </p:spPr>
        <p:txBody>
          <a:bodyPr/>
          <a:lstStyle/>
          <a:p>
            <a:endParaRPr lang="en-US"/>
          </a:p>
        </p:txBody>
      </p:sp>
      <p:sp>
        <p:nvSpPr>
          <p:cNvPr id="19" name="Shape 17"/>
          <p:cNvSpPr/>
          <p:nvPr/>
        </p:nvSpPr>
        <p:spPr>
          <a:xfrm>
            <a:off x="3863340" y="1581912"/>
            <a:ext cx="457200" cy="457200"/>
          </a:xfrm>
          <a:prstGeom prst="ellipse">
            <a:avLst/>
          </a:prstGeom>
          <a:solidFill>
            <a:srgbClr val="0F2A47"/>
          </a:solidFill>
          <a:ln w="12700">
            <a:solidFill>
              <a:srgbClr val="0F2A47"/>
            </a:solidFill>
            <a:prstDash val="solid"/>
          </a:ln>
        </p:spPr>
        <p:txBody>
          <a:bodyPr/>
          <a:lstStyle/>
          <a:p>
            <a:endParaRPr lang="en-US"/>
          </a:p>
        </p:txBody>
      </p:sp>
      <p:sp>
        <p:nvSpPr>
          <p:cNvPr id="20" name="Text 18"/>
          <p:cNvSpPr/>
          <p:nvPr/>
        </p:nvSpPr>
        <p:spPr>
          <a:xfrm>
            <a:off x="3863340" y="1581912"/>
            <a:ext cx="457200" cy="457200"/>
          </a:xfrm>
          <a:prstGeom prst="rect">
            <a:avLst/>
          </a:prstGeom>
          <a:noFill/>
          <a:ln/>
        </p:spPr>
        <p:txBody>
          <a:bodyPr wrap="square" lIns="0" tIns="0" rIns="0" bIns="0" rtlCol="0" anchor="ctr"/>
          <a:lstStyle/>
          <a:p>
            <a:pPr marL="0" indent="0" algn="ctr">
              <a:buNone/>
            </a:pPr>
            <a:r>
              <a:rPr lang="en-US" sz="1100" b="1" dirty="0">
                <a:solidFill>
                  <a:srgbClr val="00A896"/>
                </a:solidFill>
              </a:rPr>
              <a:t>03</a:t>
            </a:r>
            <a:endParaRPr lang="en-US" sz="1100" dirty="0"/>
          </a:p>
        </p:txBody>
      </p:sp>
      <p:sp>
        <p:nvSpPr>
          <p:cNvPr id="21" name="Text 19"/>
          <p:cNvSpPr/>
          <p:nvPr/>
        </p:nvSpPr>
        <p:spPr>
          <a:xfrm>
            <a:off x="3863340" y="2103120"/>
            <a:ext cx="1463040" cy="685800"/>
          </a:xfrm>
          <a:prstGeom prst="rect">
            <a:avLst/>
          </a:prstGeom>
          <a:noFill/>
          <a:ln/>
        </p:spPr>
        <p:txBody>
          <a:bodyPr wrap="square" lIns="0" tIns="0" rIns="0" bIns="0" rtlCol="0" anchor="t"/>
          <a:lstStyle/>
          <a:p>
            <a:pPr marL="0" indent="0">
              <a:buNone/>
            </a:pPr>
            <a:r>
              <a:rPr lang="en-US" sz="1100" b="1" dirty="0">
                <a:solidFill>
                  <a:srgbClr val="0F2A47"/>
                </a:solidFill>
                <a:latin typeface="Cambria" pitchFamily="34" charset="0"/>
                <a:ea typeface="Cambria" pitchFamily="34" charset="-122"/>
                <a:cs typeface="Cambria" pitchFamily="34" charset="-120"/>
              </a:rPr>
              <a:t>Constrained LLM Validation</a:t>
            </a:r>
            <a:endParaRPr lang="en-US" sz="1100" dirty="0"/>
          </a:p>
        </p:txBody>
      </p:sp>
      <p:sp>
        <p:nvSpPr>
          <p:cNvPr id="22" name="Shape 20"/>
          <p:cNvSpPr/>
          <p:nvPr/>
        </p:nvSpPr>
        <p:spPr>
          <a:xfrm>
            <a:off x="5509260" y="1417320"/>
            <a:ext cx="1691640" cy="1463040"/>
          </a:xfrm>
          <a:prstGeom prst="rect">
            <a:avLst/>
          </a:prstGeom>
          <a:solidFill>
            <a:srgbClr val="FFFFFF"/>
          </a:solidFill>
          <a:ln w="9525">
            <a:solidFill>
              <a:srgbClr val="D8D3C7"/>
            </a:solidFill>
            <a:prstDash val="solid"/>
          </a:ln>
        </p:spPr>
        <p:txBody>
          <a:bodyPr/>
          <a:lstStyle/>
          <a:p>
            <a:endParaRPr lang="en-US"/>
          </a:p>
        </p:txBody>
      </p:sp>
      <p:sp>
        <p:nvSpPr>
          <p:cNvPr id="23" name="Shape 21"/>
          <p:cNvSpPr/>
          <p:nvPr/>
        </p:nvSpPr>
        <p:spPr>
          <a:xfrm>
            <a:off x="5509260" y="1417320"/>
            <a:ext cx="73152" cy="1463040"/>
          </a:xfrm>
          <a:prstGeom prst="rect">
            <a:avLst/>
          </a:prstGeom>
          <a:solidFill>
            <a:srgbClr val="028090"/>
          </a:solidFill>
          <a:ln w="12700">
            <a:solidFill>
              <a:srgbClr val="028090"/>
            </a:solidFill>
            <a:prstDash val="solid"/>
          </a:ln>
        </p:spPr>
        <p:txBody>
          <a:bodyPr/>
          <a:lstStyle/>
          <a:p>
            <a:endParaRPr lang="en-US"/>
          </a:p>
        </p:txBody>
      </p:sp>
      <p:sp>
        <p:nvSpPr>
          <p:cNvPr id="24" name="Shape 22"/>
          <p:cNvSpPr/>
          <p:nvPr/>
        </p:nvSpPr>
        <p:spPr>
          <a:xfrm>
            <a:off x="5646420" y="1581912"/>
            <a:ext cx="457200" cy="457200"/>
          </a:xfrm>
          <a:prstGeom prst="ellipse">
            <a:avLst/>
          </a:prstGeom>
          <a:solidFill>
            <a:srgbClr val="0F2A47"/>
          </a:solidFill>
          <a:ln w="12700">
            <a:solidFill>
              <a:srgbClr val="0F2A47"/>
            </a:solidFill>
            <a:prstDash val="solid"/>
          </a:ln>
        </p:spPr>
        <p:txBody>
          <a:bodyPr/>
          <a:lstStyle/>
          <a:p>
            <a:endParaRPr lang="en-US"/>
          </a:p>
        </p:txBody>
      </p:sp>
      <p:sp>
        <p:nvSpPr>
          <p:cNvPr id="25" name="Text 23"/>
          <p:cNvSpPr/>
          <p:nvPr/>
        </p:nvSpPr>
        <p:spPr>
          <a:xfrm>
            <a:off x="5646420" y="1581912"/>
            <a:ext cx="457200" cy="457200"/>
          </a:xfrm>
          <a:prstGeom prst="rect">
            <a:avLst/>
          </a:prstGeom>
          <a:noFill/>
          <a:ln/>
        </p:spPr>
        <p:txBody>
          <a:bodyPr wrap="square" lIns="0" tIns="0" rIns="0" bIns="0" rtlCol="0" anchor="ctr"/>
          <a:lstStyle/>
          <a:p>
            <a:pPr marL="0" indent="0" algn="ctr">
              <a:buNone/>
            </a:pPr>
            <a:r>
              <a:rPr lang="en-US" sz="1100" b="1" dirty="0">
                <a:solidFill>
                  <a:srgbClr val="00A896"/>
                </a:solidFill>
              </a:rPr>
              <a:t>04</a:t>
            </a:r>
            <a:endParaRPr lang="en-US" sz="1100" dirty="0"/>
          </a:p>
        </p:txBody>
      </p:sp>
      <p:sp>
        <p:nvSpPr>
          <p:cNvPr id="26" name="Text 24"/>
          <p:cNvSpPr/>
          <p:nvPr/>
        </p:nvSpPr>
        <p:spPr>
          <a:xfrm>
            <a:off x="5646420" y="2103120"/>
            <a:ext cx="1463040" cy="685800"/>
          </a:xfrm>
          <a:prstGeom prst="rect">
            <a:avLst/>
          </a:prstGeom>
          <a:noFill/>
          <a:ln/>
        </p:spPr>
        <p:txBody>
          <a:bodyPr wrap="square" lIns="0" tIns="0" rIns="0" bIns="0" rtlCol="0" anchor="t"/>
          <a:lstStyle/>
          <a:p>
            <a:pPr marL="0" indent="0">
              <a:buNone/>
            </a:pPr>
            <a:r>
              <a:rPr lang="en-US" sz="1100" b="1" dirty="0">
                <a:solidFill>
                  <a:srgbClr val="0F2A47"/>
                </a:solidFill>
                <a:latin typeface="Cambria" pitchFamily="34" charset="0"/>
                <a:ea typeface="Cambria" pitchFamily="34" charset="-122"/>
                <a:cs typeface="Cambria" pitchFamily="34" charset="-120"/>
              </a:rPr>
              <a:t>Transformation Safety &amp; Codegen</a:t>
            </a:r>
            <a:endParaRPr lang="en-US" sz="1100" dirty="0"/>
          </a:p>
        </p:txBody>
      </p:sp>
      <p:sp>
        <p:nvSpPr>
          <p:cNvPr id="27" name="Shape 25"/>
          <p:cNvSpPr/>
          <p:nvPr/>
        </p:nvSpPr>
        <p:spPr>
          <a:xfrm>
            <a:off x="7292340" y="1417320"/>
            <a:ext cx="1691640" cy="1463040"/>
          </a:xfrm>
          <a:prstGeom prst="rect">
            <a:avLst/>
          </a:prstGeom>
          <a:solidFill>
            <a:srgbClr val="FFFFFF"/>
          </a:solidFill>
          <a:ln w="9525">
            <a:solidFill>
              <a:srgbClr val="D8D3C7"/>
            </a:solidFill>
            <a:prstDash val="solid"/>
          </a:ln>
        </p:spPr>
        <p:txBody>
          <a:bodyPr/>
          <a:lstStyle/>
          <a:p>
            <a:endParaRPr lang="en-US"/>
          </a:p>
        </p:txBody>
      </p:sp>
      <p:sp>
        <p:nvSpPr>
          <p:cNvPr id="28" name="Shape 26"/>
          <p:cNvSpPr/>
          <p:nvPr/>
        </p:nvSpPr>
        <p:spPr>
          <a:xfrm>
            <a:off x="7292340" y="1417320"/>
            <a:ext cx="73152" cy="1463040"/>
          </a:xfrm>
          <a:prstGeom prst="rect">
            <a:avLst/>
          </a:prstGeom>
          <a:solidFill>
            <a:srgbClr val="00A896"/>
          </a:solidFill>
          <a:ln w="12700">
            <a:solidFill>
              <a:srgbClr val="00A896"/>
            </a:solidFill>
            <a:prstDash val="solid"/>
          </a:ln>
        </p:spPr>
        <p:txBody>
          <a:bodyPr/>
          <a:lstStyle/>
          <a:p>
            <a:endParaRPr lang="en-US"/>
          </a:p>
        </p:txBody>
      </p:sp>
      <p:sp>
        <p:nvSpPr>
          <p:cNvPr id="29" name="Shape 27"/>
          <p:cNvSpPr/>
          <p:nvPr/>
        </p:nvSpPr>
        <p:spPr>
          <a:xfrm>
            <a:off x="7429500" y="1581912"/>
            <a:ext cx="457200" cy="457200"/>
          </a:xfrm>
          <a:prstGeom prst="ellipse">
            <a:avLst/>
          </a:prstGeom>
          <a:solidFill>
            <a:srgbClr val="0F2A47"/>
          </a:solidFill>
          <a:ln w="12700">
            <a:solidFill>
              <a:srgbClr val="0F2A47"/>
            </a:solidFill>
            <a:prstDash val="solid"/>
          </a:ln>
        </p:spPr>
        <p:txBody>
          <a:bodyPr/>
          <a:lstStyle/>
          <a:p>
            <a:endParaRPr lang="en-US"/>
          </a:p>
        </p:txBody>
      </p:sp>
      <p:sp>
        <p:nvSpPr>
          <p:cNvPr id="30" name="Text 28"/>
          <p:cNvSpPr/>
          <p:nvPr/>
        </p:nvSpPr>
        <p:spPr>
          <a:xfrm>
            <a:off x="7429500" y="1581912"/>
            <a:ext cx="457200" cy="457200"/>
          </a:xfrm>
          <a:prstGeom prst="rect">
            <a:avLst/>
          </a:prstGeom>
          <a:noFill/>
          <a:ln/>
        </p:spPr>
        <p:txBody>
          <a:bodyPr wrap="square" lIns="0" tIns="0" rIns="0" bIns="0" rtlCol="0" anchor="ctr"/>
          <a:lstStyle/>
          <a:p>
            <a:pPr marL="0" indent="0" algn="ctr">
              <a:buNone/>
            </a:pPr>
            <a:r>
              <a:rPr lang="en-US" sz="1100" b="1" dirty="0">
                <a:solidFill>
                  <a:srgbClr val="00A896"/>
                </a:solidFill>
              </a:rPr>
              <a:t>05</a:t>
            </a:r>
            <a:endParaRPr lang="en-US" sz="1100" dirty="0"/>
          </a:p>
        </p:txBody>
      </p:sp>
      <p:sp>
        <p:nvSpPr>
          <p:cNvPr id="31" name="Text 29"/>
          <p:cNvSpPr/>
          <p:nvPr/>
        </p:nvSpPr>
        <p:spPr>
          <a:xfrm>
            <a:off x="7429500" y="2103120"/>
            <a:ext cx="1463040" cy="685800"/>
          </a:xfrm>
          <a:prstGeom prst="rect">
            <a:avLst/>
          </a:prstGeom>
          <a:noFill/>
          <a:ln/>
        </p:spPr>
        <p:txBody>
          <a:bodyPr wrap="square" lIns="0" tIns="0" rIns="0" bIns="0" rtlCol="0" anchor="t"/>
          <a:lstStyle/>
          <a:p>
            <a:pPr marL="0" indent="0">
              <a:buNone/>
            </a:pPr>
            <a:r>
              <a:rPr lang="en-US" sz="1100" b="1" dirty="0">
                <a:solidFill>
                  <a:srgbClr val="0F2A47"/>
                </a:solidFill>
                <a:latin typeface="Cambria" pitchFamily="34" charset="0"/>
                <a:ea typeface="Cambria" pitchFamily="34" charset="-122"/>
                <a:cs typeface="Cambria" pitchFamily="34" charset="-120"/>
              </a:rPr>
              <a:t>Knowledge Overlay &amp; Glossary</a:t>
            </a:r>
            <a:endParaRPr lang="en-US" sz="1100" dirty="0"/>
          </a:p>
        </p:txBody>
      </p:sp>
      <p:sp>
        <p:nvSpPr>
          <p:cNvPr id="32" name="Shape 30"/>
          <p:cNvSpPr/>
          <p:nvPr/>
        </p:nvSpPr>
        <p:spPr>
          <a:xfrm>
            <a:off x="160020" y="2971800"/>
            <a:ext cx="1691640" cy="1463040"/>
          </a:xfrm>
          <a:prstGeom prst="rect">
            <a:avLst/>
          </a:prstGeom>
          <a:solidFill>
            <a:srgbClr val="FFFFFF"/>
          </a:solidFill>
          <a:ln w="9525">
            <a:solidFill>
              <a:srgbClr val="D8D3C7"/>
            </a:solidFill>
            <a:prstDash val="solid"/>
          </a:ln>
        </p:spPr>
        <p:txBody>
          <a:bodyPr/>
          <a:lstStyle/>
          <a:p>
            <a:endParaRPr lang="en-US"/>
          </a:p>
        </p:txBody>
      </p:sp>
      <p:sp>
        <p:nvSpPr>
          <p:cNvPr id="33" name="Shape 31"/>
          <p:cNvSpPr/>
          <p:nvPr/>
        </p:nvSpPr>
        <p:spPr>
          <a:xfrm>
            <a:off x="160020" y="2971800"/>
            <a:ext cx="73152" cy="1463040"/>
          </a:xfrm>
          <a:prstGeom prst="rect">
            <a:avLst/>
          </a:prstGeom>
          <a:solidFill>
            <a:srgbClr val="028090"/>
          </a:solidFill>
          <a:ln w="12700">
            <a:solidFill>
              <a:srgbClr val="028090"/>
            </a:solidFill>
            <a:prstDash val="solid"/>
          </a:ln>
        </p:spPr>
        <p:txBody>
          <a:bodyPr/>
          <a:lstStyle/>
          <a:p>
            <a:endParaRPr lang="en-US"/>
          </a:p>
        </p:txBody>
      </p:sp>
      <p:sp>
        <p:nvSpPr>
          <p:cNvPr id="34" name="Shape 32"/>
          <p:cNvSpPr/>
          <p:nvPr/>
        </p:nvSpPr>
        <p:spPr>
          <a:xfrm>
            <a:off x="297180" y="3136392"/>
            <a:ext cx="457200" cy="457200"/>
          </a:xfrm>
          <a:prstGeom prst="ellipse">
            <a:avLst/>
          </a:prstGeom>
          <a:solidFill>
            <a:srgbClr val="0F2A47"/>
          </a:solidFill>
          <a:ln w="12700">
            <a:solidFill>
              <a:srgbClr val="0F2A47"/>
            </a:solidFill>
            <a:prstDash val="solid"/>
          </a:ln>
        </p:spPr>
        <p:txBody>
          <a:bodyPr/>
          <a:lstStyle/>
          <a:p>
            <a:endParaRPr lang="en-US"/>
          </a:p>
        </p:txBody>
      </p:sp>
      <p:sp>
        <p:nvSpPr>
          <p:cNvPr id="35" name="Text 33"/>
          <p:cNvSpPr/>
          <p:nvPr/>
        </p:nvSpPr>
        <p:spPr>
          <a:xfrm>
            <a:off x="297180" y="3136392"/>
            <a:ext cx="457200" cy="457200"/>
          </a:xfrm>
          <a:prstGeom prst="rect">
            <a:avLst/>
          </a:prstGeom>
          <a:noFill/>
          <a:ln/>
        </p:spPr>
        <p:txBody>
          <a:bodyPr wrap="square" lIns="0" tIns="0" rIns="0" bIns="0" rtlCol="0" anchor="ctr"/>
          <a:lstStyle/>
          <a:p>
            <a:pPr marL="0" indent="0" algn="ctr">
              <a:buNone/>
            </a:pPr>
            <a:r>
              <a:rPr lang="en-US" sz="1100" b="1" dirty="0">
                <a:solidFill>
                  <a:srgbClr val="00A896"/>
                </a:solidFill>
              </a:rPr>
              <a:t>06</a:t>
            </a:r>
            <a:endParaRPr lang="en-US" sz="1100" dirty="0"/>
          </a:p>
        </p:txBody>
      </p:sp>
      <p:sp>
        <p:nvSpPr>
          <p:cNvPr id="36" name="Text 34"/>
          <p:cNvSpPr/>
          <p:nvPr/>
        </p:nvSpPr>
        <p:spPr>
          <a:xfrm>
            <a:off x="297180" y="3657600"/>
            <a:ext cx="1463040" cy="685800"/>
          </a:xfrm>
          <a:prstGeom prst="rect">
            <a:avLst/>
          </a:prstGeom>
          <a:noFill/>
          <a:ln/>
        </p:spPr>
        <p:txBody>
          <a:bodyPr wrap="square" lIns="0" tIns="0" rIns="0" bIns="0" rtlCol="0" anchor="t"/>
          <a:lstStyle/>
          <a:p>
            <a:pPr marL="0" indent="0">
              <a:buNone/>
            </a:pPr>
            <a:r>
              <a:rPr lang="en-US" sz="1100" b="1" dirty="0">
                <a:solidFill>
                  <a:srgbClr val="0F2A47"/>
                </a:solidFill>
                <a:latin typeface="Cambria" pitchFamily="34" charset="0"/>
                <a:ea typeface="Cambria" pitchFamily="34" charset="-122"/>
                <a:cs typeface="Cambria" pitchFamily="34" charset="-120"/>
              </a:rPr>
              <a:t>Correction Learning &amp; Rules</a:t>
            </a:r>
            <a:endParaRPr lang="en-US" sz="1100" dirty="0"/>
          </a:p>
        </p:txBody>
      </p:sp>
      <p:sp>
        <p:nvSpPr>
          <p:cNvPr id="37" name="Shape 35"/>
          <p:cNvSpPr/>
          <p:nvPr/>
        </p:nvSpPr>
        <p:spPr>
          <a:xfrm>
            <a:off x="1943100" y="2971800"/>
            <a:ext cx="1691640" cy="1463040"/>
          </a:xfrm>
          <a:prstGeom prst="rect">
            <a:avLst/>
          </a:prstGeom>
          <a:solidFill>
            <a:srgbClr val="FFFFFF"/>
          </a:solidFill>
          <a:ln w="9525">
            <a:solidFill>
              <a:srgbClr val="D8D3C7"/>
            </a:solidFill>
            <a:prstDash val="solid"/>
          </a:ln>
        </p:spPr>
        <p:txBody>
          <a:bodyPr/>
          <a:lstStyle/>
          <a:p>
            <a:endParaRPr lang="en-US"/>
          </a:p>
        </p:txBody>
      </p:sp>
      <p:sp>
        <p:nvSpPr>
          <p:cNvPr id="38" name="Shape 36"/>
          <p:cNvSpPr/>
          <p:nvPr/>
        </p:nvSpPr>
        <p:spPr>
          <a:xfrm>
            <a:off x="1943100" y="2971800"/>
            <a:ext cx="73152" cy="1463040"/>
          </a:xfrm>
          <a:prstGeom prst="rect">
            <a:avLst/>
          </a:prstGeom>
          <a:solidFill>
            <a:srgbClr val="00A896"/>
          </a:solidFill>
          <a:ln w="12700">
            <a:solidFill>
              <a:srgbClr val="00A896"/>
            </a:solidFill>
            <a:prstDash val="solid"/>
          </a:ln>
        </p:spPr>
        <p:txBody>
          <a:bodyPr/>
          <a:lstStyle/>
          <a:p>
            <a:endParaRPr lang="en-US"/>
          </a:p>
        </p:txBody>
      </p:sp>
      <p:sp>
        <p:nvSpPr>
          <p:cNvPr id="39" name="Shape 37"/>
          <p:cNvSpPr/>
          <p:nvPr/>
        </p:nvSpPr>
        <p:spPr>
          <a:xfrm>
            <a:off x="2080260" y="3136392"/>
            <a:ext cx="457200" cy="457200"/>
          </a:xfrm>
          <a:prstGeom prst="ellipse">
            <a:avLst/>
          </a:prstGeom>
          <a:solidFill>
            <a:srgbClr val="0F2A47"/>
          </a:solidFill>
          <a:ln w="12700">
            <a:solidFill>
              <a:srgbClr val="0F2A47"/>
            </a:solidFill>
            <a:prstDash val="solid"/>
          </a:ln>
        </p:spPr>
        <p:txBody>
          <a:bodyPr/>
          <a:lstStyle/>
          <a:p>
            <a:endParaRPr lang="en-US"/>
          </a:p>
        </p:txBody>
      </p:sp>
      <p:sp>
        <p:nvSpPr>
          <p:cNvPr id="40" name="Text 38"/>
          <p:cNvSpPr/>
          <p:nvPr/>
        </p:nvSpPr>
        <p:spPr>
          <a:xfrm>
            <a:off x="2080260" y="3136392"/>
            <a:ext cx="457200" cy="457200"/>
          </a:xfrm>
          <a:prstGeom prst="rect">
            <a:avLst/>
          </a:prstGeom>
          <a:noFill/>
          <a:ln/>
        </p:spPr>
        <p:txBody>
          <a:bodyPr wrap="square" lIns="0" tIns="0" rIns="0" bIns="0" rtlCol="0" anchor="ctr"/>
          <a:lstStyle/>
          <a:p>
            <a:pPr marL="0" indent="0" algn="ctr">
              <a:buNone/>
            </a:pPr>
            <a:r>
              <a:rPr lang="en-US" sz="1100" b="1" dirty="0">
                <a:solidFill>
                  <a:srgbClr val="00A896"/>
                </a:solidFill>
              </a:rPr>
              <a:t>07</a:t>
            </a:r>
            <a:endParaRPr lang="en-US" sz="1100" dirty="0"/>
          </a:p>
        </p:txBody>
      </p:sp>
      <p:sp>
        <p:nvSpPr>
          <p:cNvPr id="41" name="Text 39"/>
          <p:cNvSpPr/>
          <p:nvPr/>
        </p:nvSpPr>
        <p:spPr>
          <a:xfrm>
            <a:off x="2080260" y="3657600"/>
            <a:ext cx="1463040" cy="685800"/>
          </a:xfrm>
          <a:prstGeom prst="rect">
            <a:avLst/>
          </a:prstGeom>
          <a:noFill/>
          <a:ln/>
        </p:spPr>
        <p:txBody>
          <a:bodyPr wrap="square" lIns="0" tIns="0" rIns="0" bIns="0" rtlCol="0" anchor="t"/>
          <a:lstStyle/>
          <a:p>
            <a:pPr marL="0" indent="0">
              <a:buNone/>
            </a:pPr>
            <a:r>
              <a:rPr lang="en-US" sz="1100" b="1" dirty="0">
                <a:solidFill>
                  <a:srgbClr val="0F2A47"/>
                </a:solidFill>
                <a:latin typeface="Cambria" pitchFamily="34" charset="0"/>
                <a:ea typeface="Cambria" pitchFamily="34" charset="-122"/>
                <a:cs typeface="Cambria" pitchFamily="34" charset="-120"/>
              </a:rPr>
              <a:t>Mapping Sets &amp; Governance</a:t>
            </a:r>
            <a:endParaRPr lang="en-US" sz="1100" dirty="0"/>
          </a:p>
        </p:txBody>
      </p:sp>
      <p:sp>
        <p:nvSpPr>
          <p:cNvPr id="42" name="Shape 40"/>
          <p:cNvSpPr/>
          <p:nvPr/>
        </p:nvSpPr>
        <p:spPr>
          <a:xfrm>
            <a:off x="3726180" y="2971800"/>
            <a:ext cx="1691640" cy="1463040"/>
          </a:xfrm>
          <a:prstGeom prst="rect">
            <a:avLst/>
          </a:prstGeom>
          <a:solidFill>
            <a:srgbClr val="FFFFFF"/>
          </a:solidFill>
          <a:ln w="9525">
            <a:solidFill>
              <a:srgbClr val="D8D3C7"/>
            </a:solidFill>
            <a:prstDash val="solid"/>
          </a:ln>
        </p:spPr>
        <p:txBody>
          <a:bodyPr/>
          <a:lstStyle/>
          <a:p>
            <a:endParaRPr lang="en-US"/>
          </a:p>
        </p:txBody>
      </p:sp>
      <p:sp>
        <p:nvSpPr>
          <p:cNvPr id="43" name="Shape 41"/>
          <p:cNvSpPr/>
          <p:nvPr/>
        </p:nvSpPr>
        <p:spPr>
          <a:xfrm>
            <a:off x="3726180" y="2971800"/>
            <a:ext cx="73152" cy="1463040"/>
          </a:xfrm>
          <a:prstGeom prst="rect">
            <a:avLst/>
          </a:prstGeom>
          <a:solidFill>
            <a:srgbClr val="F2A65A"/>
          </a:solidFill>
          <a:ln w="12700">
            <a:solidFill>
              <a:srgbClr val="F2A65A"/>
            </a:solidFill>
            <a:prstDash val="solid"/>
          </a:ln>
        </p:spPr>
        <p:txBody>
          <a:bodyPr/>
          <a:lstStyle/>
          <a:p>
            <a:endParaRPr lang="en-US"/>
          </a:p>
        </p:txBody>
      </p:sp>
      <p:sp>
        <p:nvSpPr>
          <p:cNvPr id="44" name="Shape 42"/>
          <p:cNvSpPr/>
          <p:nvPr/>
        </p:nvSpPr>
        <p:spPr>
          <a:xfrm>
            <a:off x="3863340" y="3136392"/>
            <a:ext cx="457200" cy="457200"/>
          </a:xfrm>
          <a:prstGeom prst="ellipse">
            <a:avLst/>
          </a:prstGeom>
          <a:solidFill>
            <a:srgbClr val="0F2A47"/>
          </a:solidFill>
          <a:ln w="12700">
            <a:solidFill>
              <a:srgbClr val="0F2A47"/>
            </a:solidFill>
            <a:prstDash val="solid"/>
          </a:ln>
        </p:spPr>
        <p:txBody>
          <a:bodyPr/>
          <a:lstStyle/>
          <a:p>
            <a:endParaRPr lang="en-US"/>
          </a:p>
        </p:txBody>
      </p:sp>
      <p:sp>
        <p:nvSpPr>
          <p:cNvPr id="45" name="Text 43"/>
          <p:cNvSpPr/>
          <p:nvPr/>
        </p:nvSpPr>
        <p:spPr>
          <a:xfrm>
            <a:off x="3863340" y="3136392"/>
            <a:ext cx="457200" cy="457200"/>
          </a:xfrm>
          <a:prstGeom prst="rect">
            <a:avLst/>
          </a:prstGeom>
          <a:noFill/>
          <a:ln/>
        </p:spPr>
        <p:txBody>
          <a:bodyPr wrap="square" lIns="0" tIns="0" rIns="0" bIns="0" rtlCol="0" anchor="ctr"/>
          <a:lstStyle/>
          <a:p>
            <a:pPr marL="0" indent="0" algn="ctr">
              <a:buNone/>
            </a:pPr>
            <a:r>
              <a:rPr lang="en-US" sz="1100" b="1" dirty="0">
                <a:solidFill>
                  <a:srgbClr val="00A896"/>
                </a:solidFill>
              </a:rPr>
              <a:t>08</a:t>
            </a:r>
            <a:endParaRPr lang="en-US" sz="1100" dirty="0"/>
          </a:p>
        </p:txBody>
      </p:sp>
      <p:sp>
        <p:nvSpPr>
          <p:cNvPr id="46" name="Text 44"/>
          <p:cNvSpPr/>
          <p:nvPr/>
        </p:nvSpPr>
        <p:spPr>
          <a:xfrm>
            <a:off x="3863340" y="3657600"/>
            <a:ext cx="1463040" cy="685800"/>
          </a:xfrm>
          <a:prstGeom prst="rect">
            <a:avLst/>
          </a:prstGeom>
          <a:noFill/>
          <a:ln/>
        </p:spPr>
        <p:txBody>
          <a:bodyPr wrap="square" lIns="0" tIns="0" rIns="0" bIns="0" rtlCol="0" anchor="t"/>
          <a:lstStyle/>
          <a:p>
            <a:pPr marL="0" indent="0">
              <a:buNone/>
            </a:pPr>
            <a:r>
              <a:rPr lang="en-US" sz="1100" b="1" dirty="0">
                <a:solidFill>
                  <a:srgbClr val="0F2A47"/>
                </a:solidFill>
                <a:latin typeface="Cambria" pitchFamily="34" charset="0"/>
                <a:ea typeface="Cambria" pitchFamily="34" charset="-122"/>
                <a:cs typeface="Cambria" pitchFamily="34" charset="-120"/>
              </a:rPr>
              <a:t>Integration Catalog &amp; Reuse</a:t>
            </a:r>
            <a:endParaRPr lang="en-US" sz="1100" dirty="0"/>
          </a:p>
        </p:txBody>
      </p:sp>
      <p:sp>
        <p:nvSpPr>
          <p:cNvPr id="47" name="Shape 45"/>
          <p:cNvSpPr/>
          <p:nvPr/>
        </p:nvSpPr>
        <p:spPr>
          <a:xfrm>
            <a:off x="5509260" y="2971800"/>
            <a:ext cx="1691640" cy="1463040"/>
          </a:xfrm>
          <a:prstGeom prst="rect">
            <a:avLst/>
          </a:prstGeom>
          <a:solidFill>
            <a:srgbClr val="FFFFFF"/>
          </a:solidFill>
          <a:ln w="9525">
            <a:solidFill>
              <a:srgbClr val="D8D3C7"/>
            </a:solidFill>
            <a:prstDash val="solid"/>
          </a:ln>
        </p:spPr>
        <p:txBody>
          <a:bodyPr/>
          <a:lstStyle/>
          <a:p>
            <a:endParaRPr lang="en-US"/>
          </a:p>
        </p:txBody>
      </p:sp>
      <p:sp>
        <p:nvSpPr>
          <p:cNvPr id="48" name="Shape 46"/>
          <p:cNvSpPr/>
          <p:nvPr/>
        </p:nvSpPr>
        <p:spPr>
          <a:xfrm>
            <a:off x="5509260" y="2971800"/>
            <a:ext cx="73152" cy="1463040"/>
          </a:xfrm>
          <a:prstGeom prst="rect">
            <a:avLst/>
          </a:prstGeom>
          <a:solidFill>
            <a:srgbClr val="00A896"/>
          </a:solidFill>
          <a:ln w="12700">
            <a:solidFill>
              <a:srgbClr val="00A896"/>
            </a:solidFill>
            <a:prstDash val="solid"/>
          </a:ln>
        </p:spPr>
        <p:txBody>
          <a:bodyPr/>
          <a:lstStyle/>
          <a:p>
            <a:endParaRPr lang="en-US"/>
          </a:p>
        </p:txBody>
      </p:sp>
      <p:sp>
        <p:nvSpPr>
          <p:cNvPr id="49" name="Shape 47"/>
          <p:cNvSpPr/>
          <p:nvPr/>
        </p:nvSpPr>
        <p:spPr>
          <a:xfrm>
            <a:off x="5646420" y="3136392"/>
            <a:ext cx="457200" cy="457200"/>
          </a:xfrm>
          <a:prstGeom prst="ellipse">
            <a:avLst/>
          </a:prstGeom>
          <a:solidFill>
            <a:srgbClr val="0F2A47"/>
          </a:solidFill>
          <a:ln w="12700">
            <a:solidFill>
              <a:srgbClr val="0F2A47"/>
            </a:solidFill>
            <a:prstDash val="solid"/>
          </a:ln>
        </p:spPr>
        <p:txBody>
          <a:bodyPr/>
          <a:lstStyle/>
          <a:p>
            <a:endParaRPr lang="en-US"/>
          </a:p>
        </p:txBody>
      </p:sp>
      <p:sp>
        <p:nvSpPr>
          <p:cNvPr id="50" name="Text 48"/>
          <p:cNvSpPr/>
          <p:nvPr/>
        </p:nvSpPr>
        <p:spPr>
          <a:xfrm>
            <a:off x="5646420" y="3136392"/>
            <a:ext cx="457200" cy="457200"/>
          </a:xfrm>
          <a:prstGeom prst="rect">
            <a:avLst/>
          </a:prstGeom>
          <a:noFill/>
          <a:ln/>
        </p:spPr>
        <p:txBody>
          <a:bodyPr wrap="square" lIns="0" tIns="0" rIns="0" bIns="0" rtlCol="0" anchor="ctr"/>
          <a:lstStyle/>
          <a:p>
            <a:pPr marL="0" indent="0" algn="ctr">
              <a:buNone/>
            </a:pPr>
            <a:r>
              <a:rPr lang="en-US" sz="1100" b="1" dirty="0">
                <a:solidFill>
                  <a:srgbClr val="00A896"/>
                </a:solidFill>
              </a:rPr>
              <a:t>09</a:t>
            </a:r>
            <a:endParaRPr lang="en-US" sz="1100" dirty="0"/>
          </a:p>
        </p:txBody>
      </p:sp>
      <p:sp>
        <p:nvSpPr>
          <p:cNvPr id="51" name="Text 49"/>
          <p:cNvSpPr/>
          <p:nvPr/>
        </p:nvSpPr>
        <p:spPr>
          <a:xfrm>
            <a:off x="5646420" y="3657600"/>
            <a:ext cx="1463040" cy="685800"/>
          </a:xfrm>
          <a:prstGeom prst="rect">
            <a:avLst/>
          </a:prstGeom>
          <a:noFill/>
          <a:ln/>
        </p:spPr>
        <p:txBody>
          <a:bodyPr wrap="square" lIns="0" tIns="0" rIns="0" bIns="0" rtlCol="0" anchor="t"/>
          <a:lstStyle/>
          <a:p>
            <a:pPr marL="0" indent="0">
              <a:buNone/>
            </a:pPr>
            <a:r>
              <a:rPr lang="en-US" sz="1100" b="1" dirty="0">
                <a:solidFill>
                  <a:srgbClr val="0F2A47"/>
                </a:solidFill>
                <a:latin typeface="Cambria" pitchFamily="34" charset="0"/>
                <a:ea typeface="Cambria" pitchFamily="34" charset="-122"/>
                <a:cs typeface="Cambria" pitchFamily="34" charset="-120"/>
              </a:rPr>
              <a:t>Evaluation &amp; Benchmarking</a:t>
            </a:r>
            <a:endParaRPr lang="en-US" sz="1100" dirty="0"/>
          </a:p>
        </p:txBody>
      </p:sp>
      <p:sp>
        <p:nvSpPr>
          <p:cNvPr id="52" name="Shape 50"/>
          <p:cNvSpPr/>
          <p:nvPr/>
        </p:nvSpPr>
        <p:spPr>
          <a:xfrm>
            <a:off x="7292340" y="2971800"/>
            <a:ext cx="1691640" cy="1463040"/>
          </a:xfrm>
          <a:prstGeom prst="rect">
            <a:avLst/>
          </a:prstGeom>
          <a:solidFill>
            <a:srgbClr val="FFFFFF"/>
          </a:solidFill>
          <a:ln w="9525">
            <a:solidFill>
              <a:srgbClr val="D8D3C7"/>
            </a:solidFill>
            <a:prstDash val="solid"/>
          </a:ln>
        </p:spPr>
        <p:txBody>
          <a:bodyPr/>
          <a:lstStyle/>
          <a:p>
            <a:endParaRPr lang="en-US"/>
          </a:p>
        </p:txBody>
      </p:sp>
      <p:sp>
        <p:nvSpPr>
          <p:cNvPr id="53" name="Shape 51"/>
          <p:cNvSpPr/>
          <p:nvPr/>
        </p:nvSpPr>
        <p:spPr>
          <a:xfrm>
            <a:off x="7292340" y="2971800"/>
            <a:ext cx="73152" cy="1463040"/>
          </a:xfrm>
          <a:prstGeom prst="rect">
            <a:avLst/>
          </a:prstGeom>
          <a:solidFill>
            <a:srgbClr val="028090"/>
          </a:solidFill>
          <a:ln w="12700">
            <a:solidFill>
              <a:srgbClr val="028090"/>
            </a:solidFill>
            <a:prstDash val="solid"/>
          </a:ln>
        </p:spPr>
        <p:txBody>
          <a:bodyPr/>
          <a:lstStyle/>
          <a:p>
            <a:endParaRPr lang="en-US"/>
          </a:p>
        </p:txBody>
      </p:sp>
      <p:sp>
        <p:nvSpPr>
          <p:cNvPr id="54" name="Shape 52"/>
          <p:cNvSpPr/>
          <p:nvPr/>
        </p:nvSpPr>
        <p:spPr>
          <a:xfrm>
            <a:off x="7429500" y="3136392"/>
            <a:ext cx="457200" cy="457200"/>
          </a:xfrm>
          <a:prstGeom prst="ellipse">
            <a:avLst/>
          </a:prstGeom>
          <a:solidFill>
            <a:srgbClr val="0F2A47"/>
          </a:solidFill>
          <a:ln w="12700">
            <a:solidFill>
              <a:srgbClr val="0F2A47"/>
            </a:solidFill>
            <a:prstDash val="solid"/>
          </a:ln>
        </p:spPr>
        <p:txBody>
          <a:bodyPr/>
          <a:lstStyle/>
          <a:p>
            <a:endParaRPr lang="en-US"/>
          </a:p>
        </p:txBody>
      </p:sp>
      <p:sp>
        <p:nvSpPr>
          <p:cNvPr id="55" name="Text 53"/>
          <p:cNvSpPr/>
          <p:nvPr/>
        </p:nvSpPr>
        <p:spPr>
          <a:xfrm>
            <a:off x="7429500" y="3136392"/>
            <a:ext cx="457200" cy="457200"/>
          </a:xfrm>
          <a:prstGeom prst="rect">
            <a:avLst/>
          </a:prstGeom>
          <a:noFill/>
          <a:ln/>
        </p:spPr>
        <p:txBody>
          <a:bodyPr wrap="square" lIns="0" tIns="0" rIns="0" bIns="0" rtlCol="0" anchor="ctr"/>
          <a:lstStyle/>
          <a:p>
            <a:pPr marL="0" indent="0" algn="ctr">
              <a:buNone/>
            </a:pPr>
            <a:r>
              <a:rPr lang="en-US" sz="1100" b="1" dirty="0">
                <a:solidFill>
                  <a:srgbClr val="00A896"/>
                </a:solidFill>
              </a:rPr>
              <a:t>10</a:t>
            </a:r>
            <a:endParaRPr lang="en-US" sz="1100" dirty="0"/>
          </a:p>
        </p:txBody>
      </p:sp>
      <p:sp>
        <p:nvSpPr>
          <p:cNvPr id="56" name="Text 54"/>
          <p:cNvSpPr/>
          <p:nvPr/>
        </p:nvSpPr>
        <p:spPr>
          <a:xfrm>
            <a:off x="7429500" y="3657600"/>
            <a:ext cx="1463040" cy="685800"/>
          </a:xfrm>
          <a:prstGeom prst="rect">
            <a:avLst/>
          </a:prstGeom>
          <a:noFill/>
          <a:ln/>
        </p:spPr>
        <p:txBody>
          <a:bodyPr wrap="square" lIns="0" tIns="0" rIns="0" bIns="0" rtlCol="0" anchor="t"/>
          <a:lstStyle/>
          <a:p>
            <a:pPr marL="0" indent="0">
              <a:buNone/>
            </a:pPr>
            <a:r>
              <a:rPr lang="en-US" sz="1100" b="1" dirty="0">
                <a:solidFill>
                  <a:srgbClr val="0F2A47"/>
                </a:solidFill>
                <a:latin typeface="Cambria" pitchFamily="34" charset="0"/>
                <a:ea typeface="Cambria" pitchFamily="34" charset="-122"/>
                <a:cs typeface="Cambria" pitchFamily="34" charset="-120"/>
              </a:rPr>
              <a:t>Streamlit Review UI</a:t>
            </a:r>
            <a:endParaRPr lang="en-US" sz="1100" dirty="0"/>
          </a:p>
        </p:txBody>
      </p:sp>
      <p:sp>
        <p:nvSpPr>
          <p:cNvPr id="57" name="Text 55"/>
          <p:cNvSpPr/>
          <p:nvPr/>
        </p:nvSpPr>
        <p:spPr>
          <a:xfrm>
            <a:off x="457200" y="4572000"/>
            <a:ext cx="8229600" cy="274320"/>
          </a:xfrm>
          <a:prstGeom prst="rect">
            <a:avLst/>
          </a:prstGeom>
          <a:noFill/>
          <a:ln/>
        </p:spPr>
        <p:txBody>
          <a:bodyPr wrap="square" lIns="0" tIns="0" rIns="0" bIns="0" rtlCol="0" anchor="ctr"/>
          <a:lstStyle/>
          <a:p>
            <a:pPr marL="0" indent="0" algn="ctr">
              <a:buNone/>
            </a:pPr>
            <a:r>
              <a:rPr lang="en-US" sz="1000" i="1" dirty="0">
                <a:solidFill>
                  <a:srgbClr val="0F2A47"/>
                </a:solidFill>
              </a:rPr>
              <a:t>New: area 8 — Integration Catalog &amp; Reuse, the searchable layer above approved mapping assets.</a:t>
            </a:r>
            <a:endParaRPr lang="en-US" sz="1000" dirty="0"/>
          </a:p>
        </p:txBody>
      </p:sp>
      <p:sp>
        <p:nvSpPr>
          <p:cNvPr id="58" name="Shape 56"/>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59" name="Text 57"/>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60" name="Text 58"/>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dirty="0">
                <a:solidFill>
                  <a:srgbClr val="FFFFFF"/>
                </a:solidFill>
              </a:rPr>
              <a:t>6 / 38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9">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Why Canonical Matters</a:t>
            </a:r>
            <a:endParaRPr lang="en-US" sz="26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From field matching to enterprise semantic alignment</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7 </a:t>
            </a:r>
            <a:r>
              <a:rPr lang="en-US" sz="900" dirty="0">
                <a:solidFill>
                  <a:srgbClr val="FFFFFF"/>
                </a:solidFill>
              </a:rPr>
              <a:t>/ </a:t>
            </a:r>
            <a:r>
              <a:rPr lang="en-US" sz="900">
                <a:solidFill>
                  <a:srgbClr val="FFFFFF"/>
                </a:solidFill>
              </a:rPr>
              <a:t>38</a:t>
            </a:r>
            <a:endParaRPr lang="en-US" sz="900" dirty="0"/>
          </a:p>
        </p:txBody>
      </p:sp>
      <p:sp>
        <p:nvSpPr>
          <p:cNvPr id="10" name="Shape 8"/>
          <p:cNvSpPr/>
          <p:nvPr/>
        </p:nvSpPr>
        <p:spPr>
          <a:xfrm>
            <a:off x="411480" y="2011680"/>
            <a:ext cx="2468880" cy="1371600"/>
          </a:xfrm>
          <a:prstGeom prst="roundRect">
            <a:avLst>
              <a:gd name="adj" fmla="val 5333"/>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548640" y="2240280"/>
            <a:ext cx="219456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Source System Fields</a:t>
            </a:r>
            <a:endParaRPr lang="en-US" sz="1600" dirty="0"/>
          </a:p>
        </p:txBody>
      </p:sp>
      <p:sp>
        <p:nvSpPr>
          <p:cNvPr id="12" name="Text 10"/>
          <p:cNvSpPr/>
          <p:nvPr/>
        </p:nvSpPr>
        <p:spPr>
          <a:xfrm>
            <a:off x="548640" y="2788920"/>
            <a:ext cx="2194560" cy="365760"/>
          </a:xfrm>
          <a:prstGeom prst="rect">
            <a:avLst/>
          </a:prstGeom>
          <a:noFill/>
          <a:ln/>
        </p:spPr>
        <p:txBody>
          <a:bodyPr wrap="square" lIns="0" tIns="0" rIns="0" bIns="0" rtlCol="0" anchor="ctr"/>
          <a:lstStyle/>
          <a:p>
            <a:pPr marL="0" indent="0" algn="ctr">
              <a:buNone/>
            </a:pPr>
            <a:r>
              <a:rPr lang="en-US" sz="1100" i="1" dirty="0">
                <a:solidFill>
                  <a:srgbClr val="CADCFC"/>
                </a:solidFill>
              </a:rPr>
              <a:t>system-specific</a:t>
            </a:r>
            <a:endParaRPr lang="en-US" sz="1100" dirty="0"/>
          </a:p>
        </p:txBody>
      </p:sp>
      <p:sp>
        <p:nvSpPr>
          <p:cNvPr id="13" name="Text 11"/>
          <p:cNvSpPr/>
          <p:nvPr/>
        </p:nvSpPr>
        <p:spPr>
          <a:xfrm>
            <a:off x="2880360" y="2011680"/>
            <a:ext cx="457200" cy="1371600"/>
          </a:xfrm>
          <a:prstGeom prst="rect">
            <a:avLst/>
          </a:prstGeom>
          <a:noFill/>
          <a:ln/>
        </p:spPr>
        <p:txBody>
          <a:bodyPr wrap="square" lIns="0" tIns="0" rIns="0" bIns="0" rtlCol="0" anchor="ctr"/>
          <a:lstStyle/>
          <a:p>
            <a:pPr marL="0" indent="0" algn="ctr">
              <a:buNone/>
            </a:pPr>
            <a:r>
              <a:rPr lang="en-US" sz="2800" dirty="0">
                <a:solidFill>
                  <a:srgbClr val="0F2A47"/>
                </a:solidFill>
              </a:rPr>
              <a:t>→</a:t>
            </a:r>
            <a:endParaRPr lang="en-US" sz="2800" dirty="0"/>
          </a:p>
        </p:txBody>
      </p:sp>
      <p:sp>
        <p:nvSpPr>
          <p:cNvPr id="14" name="Shape 12"/>
          <p:cNvSpPr/>
          <p:nvPr/>
        </p:nvSpPr>
        <p:spPr>
          <a:xfrm>
            <a:off x="3337560" y="2011680"/>
            <a:ext cx="2468880" cy="1371600"/>
          </a:xfrm>
          <a:prstGeom prst="roundRect">
            <a:avLst>
              <a:gd name="adj" fmla="val 5333"/>
            </a:avLst>
          </a:prstGeom>
          <a:solidFill>
            <a:srgbClr val="0F2A47"/>
          </a:solidFill>
          <a:ln w="12700">
            <a:solidFill>
              <a:srgbClr val="0F2A47"/>
            </a:solidFill>
            <a:prstDash val="solid"/>
          </a:ln>
        </p:spPr>
        <p:txBody>
          <a:bodyPr/>
          <a:lstStyle/>
          <a:p>
            <a:endParaRPr lang="en-US"/>
          </a:p>
        </p:txBody>
      </p:sp>
      <p:sp>
        <p:nvSpPr>
          <p:cNvPr id="15" name="Text 13"/>
          <p:cNvSpPr/>
          <p:nvPr/>
        </p:nvSpPr>
        <p:spPr>
          <a:xfrm>
            <a:off x="3474720" y="2240280"/>
            <a:ext cx="219456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Canonical Concepts</a:t>
            </a:r>
            <a:endParaRPr lang="en-US" sz="1600" dirty="0"/>
          </a:p>
        </p:txBody>
      </p:sp>
      <p:sp>
        <p:nvSpPr>
          <p:cNvPr id="16" name="Text 14"/>
          <p:cNvSpPr/>
          <p:nvPr/>
        </p:nvSpPr>
        <p:spPr>
          <a:xfrm>
            <a:off x="3474720" y="2788920"/>
            <a:ext cx="2194560" cy="365760"/>
          </a:xfrm>
          <a:prstGeom prst="rect">
            <a:avLst/>
          </a:prstGeom>
          <a:noFill/>
          <a:ln/>
        </p:spPr>
        <p:txBody>
          <a:bodyPr wrap="square" lIns="0" tIns="0" rIns="0" bIns="0" rtlCol="0" anchor="ctr"/>
          <a:lstStyle/>
          <a:p>
            <a:pPr marL="0" indent="0" algn="ctr">
              <a:buNone/>
            </a:pPr>
            <a:r>
              <a:rPr lang="en-US" sz="1100" i="1" dirty="0">
                <a:solidFill>
                  <a:srgbClr val="CADCFC"/>
                </a:solidFill>
              </a:rPr>
              <a:t>reusable across systems</a:t>
            </a:r>
            <a:endParaRPr lang="en-US" sz="1100" dirty="0"/>
          </a:p>
        </p:txBody>
      </p:sp>
      <p:sp>
        <p:nvSpPr>
          <p:cNvPr id="17" name="Text 15"/>
          <p:cNvSpPr/>
          <p:nvPr/>
        </p:nvSpPr>
        <p:spPr>
          <a:xfrm>
            <a:off x="5806440" y="2011680"/>
            <a:ext cx="457200" cy="1371600"/>
          </a:xfrm>
          <a:prstGeom prst="rect">
            <a:avLst/>
          </a:prstGeom>
          <a:noFill/>
          <a:ln/>
        </p:spPr>
        <p:txBody>
          <a:bodyPr wrap="square" lIns="0" tIns="0" rIns="0" bIns="0" rtlCol="0" anchor="ctr"/>
          <a:lstStyle/>
          <a:p>
            <a:pPr marL="0" indent="0" algn="ctr">
              <a:buNone/>
            </a:pPr>
            <a:r>
              <a:rPr lang="en-US" sz="2800" dirty="0">
                <a:solidFill>
                  <a:srgbClr val="0F2A47"/>
                </a:solidFill>
              </a:rPr>
              <a:t>→</a:t>
            </a:r>
            <a:endParaRPr lang="en-US" sz="2800" dirty="0"/>
          </a:p>
        </p:txBody>
      </p:sp>
      <p:sp>
        <p:nvSpPr>
          <p:cNvPr id="18" name="Shape 16"/>
          <p:cNvSpPr/>
          <p:nvPr/>
        </p:nvSpPr>
        <p:spPr>
          <a:xfrm>
            <a:off x="6263640" y="2011680"/>
            <a:ext cx="2468880" cy="1371600"/>
          </a:xfrm>
          <a:prstGeom prst="roundRect">
            <a:avLst>
              <a:gd name="adj" fmla="val 5333"/>
            </a:avLst>
          </a:prstGeom>
          <a:solidFill>
            <a:srgbClr val="028090"/>
          </a:solidFill>
          <a:ln w="12700">
            <a:solidFill>
              <a:srgbClr val="028090"/>
            </a:solidFill>
            <a:prstDash val="solid"/>
          </a:ln>
        </p:spPr>
        <p:txBody>
          <a:bodyPr/>
          <a:lstStyle/>
          <a:p>
            <a:endParaRPr lang="en-US"/>
          </a:p>
        </p:txBody>
      </p:sp>
      <p:sp>
        <p:nvSpPr>
          <p:cNvPr id="19" name="Text 17"/>
          <p:cNvSpPr/>
          <p:nvPr/>
        </p:nvSpPr>
        <p:spPr>
          <a:xfrm>
            <a:off x="6400800" y="2240280"/>
            <a:ext cx="219456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Future Target Systems</a:t>
            </a:r>
            <a:endParaRPr lang="en-US" sz="1600" dirty="0"/>
          </a:p>
        </p:txBody>
      </p:sp>
      <p:sp>
        <p:nvSpPr>
          <p:cNvPr id="20" name="Text 18"/>
          <p:cNvSpPr/>
          <p:nvPr/>
        </p:nvSpPr>
        <p:spPr>
          <a:xfrm>
            <a:off x="6400800" y="2788920"/>
            <a:ext cx="2194560" cy="365760"/>
          </a:xfrm>
          <a:prstGeom prst="rect">
            <a:avLst/>
          </a:prstGeom>
          <a:noFill/>
          <a:ln/>
        </p:spPr>
        <p:txBody>
          <a:bodyPr wrap="square" lIns="0" tIns="0" rIns="0" bIns="0" rtlCol="0" anchor="ctr"/>
          <a:lstStyle/>
          <a:p>
            <a:pPr marL="0" indent="0" algn="ctr">
              <a:buNone/>
            </a:pPr>
            <a:r>
              <a:rPr lang="en-US" sz="1100" i="1" dirty="0">
                <a:solidFill>
                  <a:srgbClr val="CADCFC"/>
                </a:solidFill>
              </a:rPr>
              <a:t>many systems, one model</a:t>
            </a:r>
            <a:endParaRPr lang="en-US" sz="1100" dirty="0"/>
          </a:p>
        </p:txBody>
      </p:sp>
      <p:sp>
        <p:nvSpPr>
          <p:cNvPr id="21" name="Text 19"/>
          <p:cNvSpPr/>
          <p:nvPr/>
        </p:nvSpPr>
        <p:spPr>
          <a:xfrm>
            <a:off x="640080" y="3703320"/>
            <a:ext cx="7863840" cy="1097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Source-to-canonical mapping supported directly — no target needed first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System-neutral artifacts that survive system replacement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Reveals semantic gaps, not only field-name mismatches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0">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Analyst's End-to-End </a:t>
            </a:r>
            <a:r>
              <a:rPr lang="en-US" sz="2600" b="1" dirty="0">
                <a:solidFill>
                  <a:srgbClr val="FFFFFF"/>
                </a:solidFill>
                <a:latin typeface="Cambria" pitchFamily="34" charset="0"/>
                <a:ea typeface="Cambria" pitchFamily="34" charset="-122"/>
                <a:cs typeface="Cambria" pitchFamily="34" charset="-120"/>
              </a:rPr>
              <a:t>Workflow</a:t>
            </a:r>
            <a:endParaRPr lang="en-US" sz="26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Seven-step </a:t>
            </a:r>
            <a:r>
              <a:rPr lang="en-US" sz="1100" i="1" dirty="0">
                <a:solidFill>
                  <a:srgbClr val="028090"/>
                </a:solidFill>
                <a:latin typeface="Calibri" pitchFamily="34" charset="0"/>
                <a:ea typeface="Calibri" pitchFamily="34" charset="-122"/>
                <a:cs typeface="Calibri" pitchFamily="34" charset="-120"/>
              </a:rPr>
              <a:t>review loop</a:t>
            </a:r>
            <a:r>
              <a:rPr lang="en-US" sz="1100" i="1">
                <a:solidFill>
                  <a:srgbClr val="028090"/>
                </a:solidFill>
                <a:latin typeface="Calibri" pitchFamily="34" charset="0"/>
                <a:ea typeface="Calibri" pitchFamily="34" charset="-122"/>
                <a:cs typeface="Calibri" pitchFamily="34" charset="-120"/>
              </a:rPr>
              <a:t>, from upload to reusable artifacts</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8 </a:t>
            </a:r>
            <a:r>
              <a:rPr lang="en-US" sz="900" dirty="0">
                <a:solidFill>
                  <a:srgbClr val="FFFFFF"/>
                </a:solidFill>
              </a:rPr>
              <a:t>/ </a:t>
            </a:r>
            <a:r>
              <a:rPr lang="en-US" sz="900">
                <a:solidFill>
                  <a:srgbClr val="FFFFFF"/>
                </a:solidFill>
              </a:rPr>
              <a:t>38</a:t>
            </a:r>
            <a:endParaRPr lang="en-US" sz="900" dirty="0"/>
          </a:p>
        </p:txBody>
      </p:sp>
      <p:sp>
        <p:nvSpPr>
          <p:cNvPr id="10" name="Shape 8"/>
          <p:cNvSpPr/>
          <p:nvPr/>
        </p:nvSpPr>
        <p:spPr>
          <a:xfrm>
            <a:off x="274320" y="1828800"/>
            <a:ext cx="1143000" cy="457200"/>
          </a:xfrm>
          <a:prstGeom prst="rect">
            <a:avLst/>
          </a:prstGeom>
          <a:solidFill>
            <a:srgbClr val="0F2A47"/>
          </a:solidFill>
          <a:ln w="12700">
            <a:solidFill>
              <a:srgbClr val="0F2A47"/>
            </a:solidFill>
            <a:prstDash val="solid"/>
          </a:ln>
        </p:spPr>
        <p:txBody>
          <a:bodyPr/>
          <a:lstStyle/>
          <a:p>
            <a:endParaRPr lang="en-US"/>
          </a:p>
        </p:txBody>
      </p:sp>
      <p:sp>
        <p:nvSpPr>
          <p:cNvPr id="11" name="Text 9"/>
          <p:cNvSpPr/>
          <p:nvPr/>
        </p:nvSpPr>
        <p:spPr>
          <a:xfrm>
            <a:off x="274320" y="1828800"/>
            <a:ext cx="1143000" cy="457200"/>
          </a:xfrm>
          <a:prstGeom prst="rect">
            <a:avLst/>
          </a:prstGeom>
          <a:noFill/>
          <a:ln/>
        </p:spPr>
        <p:txBody>
          <a:bodyPr wrap="square" lIns="0" tIns="0" rIns="0" bIns="0" rtlCol="0" anchor="ctr"/>
          <a:lstStyle/>
          <a:p>
            <a:pPr marL="0" indent="0" algn="ctr">
              <a:buNone/>
            </a:pPr>
            <a:r>
              <a:rPr lang="en-US" sz="1000" b="1" kern="0" spc="200" dirty="0">
                <a:solidFill>
                  <a:srgbClr val="FFFFFF"/>
                </a:solidFill>
              </a:rPr>
              <a:t>STEP 1</a:t>
            </a:r>
            <a:endParaRPr lang="en-US" sz="1000" dirty="0"/>
          </a:p>
        </p:txBody>
      </p:sp>
      <p:sp>
        <p:nvSpPr>
          <p:cNvPr id="12" name="Shape 10"/>
          <p:cNvSpPr/>
          <p:nvPr/>
        </p:nvSpPr>
        <p:spPr>
          <a:xfrm>
            <a:off x="274320" y="2286000"/>
            <a:ext cx="1143000" cy="1005840"/>
          </a:xfrm>
          <a:prstGeom prst="rect">
            <a:avLst/>
          </a:prstGeom>
          <a:solidFill>
            <a:srgbClr val="FFFFFF"/>
          </a:solidFill>
          <a:ln w="9525">
            <a:solidFill>
              <a:srgbClr val="D8D3C7"/>
            </a:solidFill>
            <a:prstDash val="solid"/>
          </a:ln>
        </p:spPr>
        <p:txBody>
          <a:bodyPr/>
          <a:lstStyle/>
          <a:p>
            <a:endParaRPr lang="en-US"/>
          </a:p>
        </p:txBody>
      </p:sp>
      <p:sp>
        <p:nvSpPr>
          <p:cNvPr id="13" name="Text 11"/>
          <p:cNvSpPr/>
          <p:nvPr/>
        </p:nvSpPr>
        <p:spPr>
          <a:xfrm>
            <a:off x="365760" y="2331720"/>
            <a:ext cx="960120" cy="914400"/>
          </a:xfrm>
          <a:prstGeom prst="rect">
            <a:avLst/>
          </a:prstGeom>
          <a:noFill/>
          <a:ln/>
        </p:spPr>
        <p:txBody>
          <a:bodyPr wrap="square" lIns="0" tIns="0" rIns="0" bIns="0" rtlCol="0" anchor="t"/>
          <a:lstStyle/>
          <a:p>
            <a:pPr marL="0" indent="0">
              <a:buNone/>
            </a:pPr>
            <a:r>
              <a:rPr lang="en-US" sz="1100" dirty="0">
                <a:solidFill>
                  <a:srgbClr val="1E293B"/>
                </a:solidFill>
              </a:rPr>
              <a:t>Upload structures or schema specs</a:t>
            </a:r>
            <a:endParaRPr lang="en-US" sz="1100" dirty="0"/>
          </a:p>
        </p:txBody>
      </p:sp>
      <p:sp>
        <p:nvSpPr>
          <p:cNvPr id="14" name="Shape 12"/>
          <p:cNvSpPr/>
          <p:nvPr/>
        </p:nvSpPr>
        <p:spPr>
          <a:xfrm>
            <a:off x="1490472" y="1828800"/>
            <a:ext cx="1143000" cy="457200"/>
          </a:xfrm>
          <a:prstGeom prst="rect">
            <a:avLst/>
          </a:prstGeom>
          <a:solidFill>
            <a:srgbClr val="028090"/>
          </a:solidFill>
          <a:ln w="12700">
            <a:solidFill>
              <a:srgbClr val="028090"/>
            </a:solidFill>
            <a:prstDash val="solid"/>
          </a:ln>
        </p:spPr>
        <p:txBody>
          <a:bodyPr/>
          <a:lstStyle/>
          <a:p>
            <a:endParaRPr lang="en-US"/>
          </a:p>
        </p:txBody>
      </p:sp>
      <p:sp>
        <p:nvSpPr>
          <p:cNvPr id="15" name="Text 13"/>
          <p:cNvSpPr/>
          <p:nvPr/>
        </p:nvSpPr>
        <p:spPr>
          <a:xfrm>
            <a:off x="1490472" y="1828800"/>
            <a:ext cx="1143000" cy="457200"/>
          </a:xfrm>
          <a:prstGeom prst="rect">
            <a:avLst/>
          </a:prstGeom>
          <a:noFill/>
          <a:ln/>
        </p:spPr>
        <p:txBody>
          <a:bodyPr wrap="square" lIns="0" tIns="0" rIns="0" bIns="0" rtlCol="0" anchor="ctr"/>
          <a:lstStyle/>
          <a:p>
            <a:pPr marL="0" indent="0" algn="ctr">
              <a:buNone/>
            </a:pPr>
            <a:r>
              <a:rPr lang="en-US" sz="1000" b="1" kern="0" spc="200" dirty="0">
                <a:solidFill>
                  <a:srgbClr val="FFFFFF"/>
                </a:solidFill>
              </a:rPr>
              <a:t>STEP 2</a:t>
            </a:r>
            <a:endParaRPr lang="en-US" sz="1000" dirty="0"/>
          </a:p>
        </p:txBody>
      </p:sp>
      <p:sp>
        <p:nvSpPr>
          <p:cNvPr id="16" name="Shape 14"/>
          <p:cNvSpPr/>
          <p:nvPr/>
        </p:nvSpPr>
        <p:spPr>
          <a:xfrm>
            <a:off x="1490472" y="2286000"/>
            <a:ext cx="1143000" cy="1005840"/>
          </a:xfrm>
          <a:prstGeom prst="rect">
            <a:avLst/>
          </a:prstGeom>
          <a:solidFill>
            <a:srgbClr val="FFFFFF"/>
          </a:solidFill>
          <a:ln w="9525">
            <a:solidFill>
              <a:srgbClr val="D8D3C7"/>
            </a:solidFill>
            <a:prstDash val="solid"/>
          </a:ln>
        </p:spPr>
        <p:txBody>
          <a:bodyPr/>
          <a:lstStyle/>
          <a:p>
            <a:endParaRPr lang="en-US"/>
          </a:p>
        </p:txBody>
      </p:sp>
      <p:sp>
        <p:nvSpPr>
          <p:cNvPr id="17" name="Text 15"/>
          <p:cNvSpPr/>
          <p:nvPr/>
        </p:nvSpPr>
        <p:spPr>
          <a:xfrm>
            <a:off x="1581912" y="2331720"/>
            <a:ext cx="960120" cy="914400"/>
          </a:xfrm>
          <a:prstGeom prst="rect">
            <a:avLst/>
          </a:prstGeom>
          <a:noFill/>
          <a:ln/>
        </p:spPr>
        <p:txBody>
          <a:bodyPr wrap="square" lIns="0" tIns="0" rIns="0" bIns="0" rtlCol="0" anchor="t"/>
          <a:lstStyle/>
          <a:p>
            <a:pPr marL="0" indent="0">
              <a:buNone/>
            </a:pPr>
            <a:r>
              <a:rPr lang="en-US" sz="1100" dirty="0">
                <a:solidFill>
                  <a:srgbClr val="1E293B"/>
                </a:solidFill>
              </a:rPr>
              <a:t>Generate ranked mappings</a:t>
            </a:r>
            <a:endParaRPr lang="en-US" sz="1100" dirty="0"/>
          </a:p>
        </p:txBody>
      </p:sp>
      <p:sp>
        <p:nvSpPr>
          <p:cNvPr id="18" name="Shape 16"/>
          <p:cNvSpPr/>
          <p:nvPr/>
        </p:nvSpPr>
        <p:spPr>
          <a:xfrm>
            <a:off x="2706624" y="1828800"/>
            <a:ext cx="1143000" cy="457200"/>
          </a:xfrm>
          <a:prstGeom prst="rect">
            <a:avLst/>
          </a:prstGeom>
          <a:solidFill>
            <a:srgbClr val="0F2A47"/>
          </a:solidFill>
          <a:ln w="12700">
            <a:solidFill>
              <a:srgbClr val="0F2A47"/>
            </a:solidFill>
            <a:prstDash val="solid"/>
          </a:ln>
        </p:spPr>
        <p:txBody>
          <a:bodyPr/>
          <a:lstStyle/>
          <a:p>
            <a:endParaRPr lang="en-US"/>
          </a:p>
        </p:txBody>
      </p:sp>
      <p:sp>
        <p:nvSpPr>
          <p:cNvPr id="19" name="Text 17"/>
          <p:cNvSpPr/>
          <p:nvPr/>
        </p:nvSpPr>
        <p:spPr>
          <a:xfrm>
            <a:off x="2706624" y="1828800"/>
            <a:ext cx="1143000" cy="457200"/>
          </a:xfrm>
          <a:prstGeom prst="rect">
            <a:avLst/>
          </a:prstGeom>
          <a:noFill/>
          <a:ln/>
        </p:spPr>
        <p:txBody>
          <a:bodyPr wrap="square" lIns="0" tIns="0" rIns="0" bIns="0" rtlCol="0" anchor="ctr"/>
          <a:lstStyle/>
          <a:p>
            <a:pPr marL="0" indent="0" algn="ctr">
              <a:buNone/>
            </a:pPr>
            <a:r>
              <a:rPr lang="en-US" sz="1000" b="1" kern="0" spc="200" dirty="0">
                <a:solidFill>
                  <a:srgbClr val="FFFFFF"/>
                </a:solidFill>
              </a:rPr>
              <a:t>STEP 3</a:t>
            </a:r>
            <a:endParaRPr lang="en-US" sz="1000" dirty="0"/>
          </a:p>
        </p:txBody>
      </p:sp>
      <p:sp>
        <p:nvSpPr>
          <p:cNvPr id="20" name="Shape 18"/>
          <p:cNvSpPr/>
          <p:nvPr/>
        </p:nvSpPr>
        <p:spPr>
          <a:xfrm>
            <a:off x="2706624" y="2286000"/>
            <a:ext cx="1143000" cy="1005840"/>
          </a:xfrm>
          <a:prstGeom prst="rect">
            <a:avLst/>
          </a:prstGeom>
          <a:solidFill>
            <a:srgbClr val="FFFFFF"/>
          </a:solidFill>
          <a:ln w="9525">
            <a:solidFill>
              <a:srgbClr val="D8D3C7"/>
            </a:solidFill>
            <a:prstDash val="solid"/>
          </a:ln>
        </p:spPr>
        <p:txBody>
          <a:bodyPr/>
          <a:lstStyle/>
          <a:p>
            <a:endParaRPr lang="en-US"/>
          </a:p>
        </p:txBody>
      </p:sp>
      <p:sp>
        <p:nvSpPr>
          <p:cNvPr id="21" name="Text 19"/>
          <p:cNvSpPr/>
          <p:nvPr/>
        </p:nvSpPr>
        <p:spPr>
          <a:xfrm>
            <a:off x="2798064" y="2331720"/>
            <a:ext cx="960120" cy="914400"/>
          </a:xfrm>
          <a:prstGeom prst="rect">
            <a:avLst/>
          </a:prstGeom>
          <a:noFill/>
          <a:ln/>
        </p:spPr>
        <p:txBody>
          <a:bodyPr wrap="square" lIns="0" tIns="0" rIns="0" bIns="0" rtlCol="0" anchor="t"/>
          <a:lstStyle/>
          <a:p>
            <a:pPr marL="0" indent="0">
              <a:buNone/>
            </a:pPr>
            <a:r>
              <a:rPr lang="en-US" sz="1100" dirty="0">
                <a:solidFill>
                  <a:srgbClr val="1E293B"/>
                </a:solidFill>
              </a:rPr>
              <a:t>Inspect trust layer &amp; canonical paths</a:t>
            </a:r>
            <a:endParaRPr lang="en-US" sz="1100" dirty="0"/>
          </a:p>
        </p:txBody>
      </p:sp>
      <p:sp>
        <p:nvSpPr>
          <p:cNvPr id="22" name="Shape 20"/>
          <p:cNvSpPr/>
          <p:nvPr/>
        </p:nvSpPr>
        <p:spPr>
          <a:xfrm>
            <a:off x="3922776" y="1828800"/>
            <a:ext cx="1143000" cy="457200"/>
          </a:xfrm>
          <a:prstGeom prst="rect">
            <a:avLst/>
          </a:prstGeom>
          <a:solidFill>
            <a:srgbClr val="028090"/>
          </a:solidFill>
          <a:ln w="12700">
            <a:solidFill>
              <a:srgbClr val="028090"/>
            </a:solidFill>
            <a:prstDash val="solid"/>
          </a:ln>
        </p:spPr>
        <p:txBody>
          <a:bodyPr/>
          <a:lstStyle/>
          <a:p>
            <a:endParaRPr lang="en-US"/>
          </a:p>
        </p:txBody>
      </p:sp>
      <p:sp>
        <p:nvSpPr>
          <p:cNvPr id="23" name="Text 21"/>
          <p:cNvSpPr/>
          <p:nvPr/>
        </p:nvSpPr>
        <p:spPr>
          <a:xfrm>
            <a:off x="3922776" y="1828800"/>
            <a:ext cx="1143000" cy="457200"/>
          </a:xfrm>
          <a:prstGeom prst="rect">
            <a:avLst/>
          </a:prstGeom>
          <a:noFill/>
          <a:ln/>
        </p:spPr>
        <p:txBody>
          <a:bodyPr wrap="square" lIns="0" tIns="0" rIns="0" bIns="0" rtlCol="0" anchor="ctr"/>
          <a:lstStyle/>
          <a:p>
            <a:pPr marL="0" indent="0" algn="ctr">
              <a:buNone/>
            </a:pPr>
            <a:r>
              <a:rPr lang="en-US" sz="1000" b="1" kern="0" spc="200" dirty="0">
                <a:solidFill>
                  <a:srgbClr val="FFFFFF"/>
                </a:solidFill>
              </a:rPr>
              <a:t>STEP 4</a:t>
            </a:r>
            <a:endParaRPr lang="en-US" sz="1000" dirty="0"/>
          </a:p>
        </p:txBody>
      </p:sp>
      <p:sp>
        <p:nvSpPr>
          <p:cNvPr id="24" name="Shape 22"/>
          <p:cNvSpPr/>
          <p:nvPr/>
        </p:nvSpPr>
        <p:spPr>
          <a:xfrm>
            <a:off x="3922776" y="2286000"/>
            <a:ext cx="1143000" cy="1005840"/>
          </a:xfrm>
          <a:prstGeom prst="rect">
            <a:avLst/>
          </a:prstGeom>
          <a:solidFill>
            <a:srgbClr val="FFFFFF"/>
          </a:solidFill>
          <a:ln w="9525">
            <a:solidFill>
              <a:srgbClr val="D8D3C7"/>
            </a:solidFill>
            <a:prstDash val="solid"/>
          </a:ln>
        </p:spPr>
        <p:txBody>
          <a:bodyPr/>
          <a:lstStyle/>
          <a:p>
            <a:endParaRPr lang="en-US"/>
          </a:p>
        </p:txBody>
      </p:sp>
      <p:sp>
        <p:nvSpPr>
          <p:cNvPr id="25" name="Text 23"/>
          <p:cNvSpPr/>
          <p:nvPr/>
        </p:nvSpPr>
        <p:spPr>
          <a:xfrm>
            <a:off x="4014216" y="2331720"/>
            <a:ext cx="960120" cy="914400"/>
          </a:xfrm>
          <a:prstGeom prst="rect">
            <a:avLst/>
          </a:prstGeom>
          <a:noFill/>
          <a:ln/>
        </p:spPr>
        <p:txBody>
          <a:bodyPr wrap="square" lIns="0" tIns="0" rIns="0" bIns="0" rtlCol="0" anchor="t"/>
          <a:lstStyle/>
          <a:p>
            <a:pPr marL="0" indent="0">
              <a:buNone/>
            </a:pPr>
            <a:r>
              <a:rPr lang="en-US" sz="1100" dirty="0">
                <a:solidFill>
                  <a:srgbClr val="1E293B"/>
                </a:solidFill>
              </a:rPr>
              <a:t>Review or override mappings</a:t>
            </a:r>
            <a:endParaRPr lang="en-US" sz="1100" dirty="0"/>
          </a:p>
        </p:txBody>
      </p:sp>
      <p:sp>
        <p:nvSpPr>
          <p:cNvPr id="26" name="Shape 24"/>
          <p:cNvSpPr/>
          <p:nvPr/>
        </p:nvSpPr>
        <p:spPr>
          <a:xfrm>
            <a:off x="5138928" y="1828800"/>
            <a:ext cx="1143000" cy="457200"/>
          </a:xfrm>
          <a:prstGeom prst="rect">
            <a:avLst/>
          </a:prstGeom>
          <a:solidFill>
            <a:srgbClr val="0F2A47"/>
          </a:solidFill>
          <a:ln w="12700">
            <a:solidFill>
              <a:srgbClr val="0F2A47"/>
            </a:solidFill>
            <a:prstDash val="solid"/>
          </a:ln>
        </p:spPr>
        <p:txBody>
          <a:bodyPr/>
          <a:lstStyle/>
          <a:p>
            <a:endParaRPr lang="en-US"/>
          </a:p>
        </p:txBody>
      </p:sp>
      <p:sp>
        <p:nvSpPr>
          <p:cNvPr id="27" name="Text 25"/>
          <p:cNvSpPr/>
          <p:nvPr/>
        </p:nvSpPr>
        <p:spPr>
          <a:xfrm>
            <a:off x="5138928" y="1828800"/>
            <a:ext cx="1143000" cy="457200"/>
          </a:xfrm>
          <a:prstGeom prst="rect">
            <a:avLst/>
          </a:prstGeom>
          <a:noFill/>
          <a:ln/>
        </p:spPr>
        <p:txBody>
          <a:bodyPr wrap="square" lIns="0" tIns="0" rIns="0" bIns="0" rtlCol="0" anchor="ctr"/>
          <a:lstStyle/>
          <a:p>
            <a:pPr marL="0" indent="0" algn="ctr">
              <a:buNone/>
            </a:pPr>
            <a:r>
              <a:rPr lang="en-US" sz="1000" b="1" kern="0" spc="200" dirty="0">
                <a:solidFill>
                  <a:srgbClr val="FFFFFF"/>
                </a:solidFill>
              </a:rPr>
              <a:t>STEP 5</a:t>
            </a:r>
            <a:endParaRPr lang="en-US" sz="1000" dirty="0"/>
          </a:p>
        </p:txBody>
      </p:sp>
      <p:sp>
        <p:nvSpPr>
          <p:cNvPr id="28" name="Shape 26"/>
          <p:cNvSpPr/>
          <p:nvPr/>
        </p:nvSpPr>
        <p:spPr>
          <a:xfrm>
            <a:off x="5138928" y="2286000"/>
            <a:ext cx="1143000" cy="1005840"/>
          </a:xfrm>
          <a:prstGeom prst="rect">
            <a:avLst/>
          </a:prstGeom>
          <a:solidFill>
            <a:srgbClr val="FFFFFF"/>
          </a:solidFill>
          <a:ln w="9525">
            <a:solidFill>
              <a:srgbClr val="D8D3C7"/>
            </a:solidFill>
            <a:prstDash val="solid"/>
          </a:ln>
        </p:spPr>
        <p:txBody>
          <a:bodyPr/>
          <a:lstStyle/>
          <a:p>
            <a:endParaRPr lang="en-US"/>
          </a:p>
        </p:txBody>
      </p:sp>
      <p:sp>
        <p:nvSpPr>
          <p:cNvPr id="29" name="Text 27"/>
          <p:cNvSpPr/>
          <p:nvPr/>
        </p:nvSpPr>
        <p:spPr>
          <a:xfrm>
            <a:off x="5230368" y="2331720"/>
            <a:ext cx="960120" cy="914400"/>
          </a:xfrm>
          <a:prstGeom prst="rect">
            <a:avLst/>
          </a:prstGeom>
          <a:noFill/>
          <a:ln/>
        </p:spPr>
        <p:txBody>
          <a:bodyPr wrap="square" lIns="0" tIns="0" rIns="0" bIns="0" rtlCol="0" anchor="t"/>
          <a:lstStyle/>
          <a:p>
            <a:pPr marL="0" indent="0">
              <a:buNone/>
            </a:pPr>
            <a:r>
              <a:rPr lang="en-US" sz="1100" dirty="0">
                <a:solidFill>
                  <a:srgbClr val="1E293B"/>
                </a:solidFill>
              </a:rPr>
              <a:t>Generate &amp; validate transformations</a:t>
            </a:r>
            <a:endParaRPr lang="en-US" sz="1100" dirty="0"/>
          </a:p>
        </p:txBody>
      </p:sp>
      <p:sp>
        <p:nvSpPr>
          <p:cNvPr id="30" name="Shape 28"/>
          <p:cNvSpPr/>
          <p:nvPr/>
        </p:nvSpPr>
        <p:spPr>
          <a:xfrm>
            <a:off x="6355080" y="1828800"/>
            <a:ext cx="1143000" cy="457200"/>
          </a:xfrm>
          <a:prstGeom prst="rect">
            <a:avLst/>
          </a:prstGeom>
          <a:solidFill>
            <a:srgbClr val="028090"/>
          </a:solidFill>
          <a:ln w="12700">
            <a:solidFill>
              <a:srgbClr val="028090"/>
            </a:solidFill>
            <a:prstDash val="solid"/>
          </a:ln>
        </p:spPr>
        <p:txBody>
          <a:bodyPr/>
          <a:lstStyle/>
          <a:p>
            <a:endParaRPr lang="en-US"/>
          </a:p>
        </p:txBody>
      </p:sp>
      <p:sp>
        <p:nvSpPr>
          <p:cNvPr id="31" name="Text 29"/>
          <p:cNvSpPr/>
          <p:nvPr/>
        </p:nvSpPr>
        <p:spPr>
          <a:xfrm>
            <a:off x="6355080" y="1828800"/>
            <a:ext cx="1143000" cy="457200"/>
          </a:xfrm>
          <a:prstGeom prst="rect">
            <a:avLst/>
          </a:prstGeom>
          <a:noFill/>
          <a:ln/>
        </p:spPr>
        <p:txBody>
          <a:bodyPr wrap="square" lIns="0" tIns="0" rIns="0" bIns="0" rtlCol="0" anchor="ctr"/>
          <a:lstStyle/>
          <a:p>
            <a:pPr marL="0" indent="0" algn="ctr">
              <a:buNone/>
            </a:pPr>
            <a:r>
              <a:rPr lang="en-US" sz="1000" b="1" kern="0" spc="200" dirty="0">
                <a:solidFill>
                  <a:srgbClr val="FFFFFF"/>
                </a:solidFill>
              </a:rPr>
              <a:t>STEP 6</a:t>
            </a:r>
            <a:endParaRPr lang="en-US" sz="1000" dirty="0"/>
          </a:p>
        </p:txBody>
      </p:sp>
      <p:sp>
        <p:nvSpPr>
          <p:cNvPr id="32" name="Shape 30"/>
          <p:cNvSpPr/>
          <p:nvPr/>
        </p:nvSpPr>
        <p:spPr>
          <a:xfrm>
            <a:off x="6355080" y="2286000"/>
            <a:ext cx="1143000" cy="1005840"/>
          </a:xfrm>
          <a:prstGeom prst="rect">
            <a:avLst/>
          </a:prstGeom>
          <a:solidFill>
            <a:srgbClr val="FFFFFF"/>
          </a:solidFill>
          <a:ln w="9525">
            <a:solidFill>
              <a:srgbClr val="D8D3C7"/>
            </a:solidFill>
            <a:prstDash val="solid"/>
          </a:ln>
        </p:spPr>
        <p:txBody>
          <a:bodyPr/>
          <a:lstStyle/>
          <a:p>
            <a:endParaRPr lang="en-US"/>
          </a:p>
        </p:txBody>
      </p:sp>
      <p:sp>
        <p:nvSpPr>
          <p:cNvPr id="33" name="Text 31"/>
          <p:cNvSpPr/>
          <p:nvPr/>
        </p:nvSpPr>
        <p:spPr>
          <a:xfrm>
            <a:off x="6446520" y="2331720"/>
            <a:ext cx="960120" cy="914400"/>
          </a:xfrm>
          <a:prstGeom prst="rect">
            <a:avLst/>
          </a:prstGeom>
          <a:noFill/>
          <a:ln/>
        </p:spPr>
        <p:txBody>
          <a:bodyPr wrap="square" lIns="0" tIns="0" rIns="0" bIns="0" rtlCol="0" anchor="t"/>
          <a:lstStyle/>
          <a:p>
            <a:pPr marL="0" indent="0">
              <a:buNone/>
            </a:pPr>
            <a:r>
              <a:rPr lang="en-US" sz="1100" dirty="0">
                <a:solidFill>
                  <a:srgbClr val="1E293B"/>
                </a:solidFill>
              </a:rPr>
              <a:t>Save mapping set &amp; governance metadata</a:t>
            </a:r>
            <a:endParaRPr lang="en-US" sz="1100" dirty="0"/>
          </a:p>
        </p:txBody>
      </p:sp>
      <p:sp>
        <p:nvSpPr>
          <p:cNvPr id="34" name="Shape 32"/>
          <p:cNvSpPr/>
          <p:nvPr/>
        </p:nvSpPr>
        <p:spPr>
          <a:xfrm>
            <a:off x="7571232" y="1828800"/>
            <a:ext cx="1143000" cy="457200"/>
          </a:xfrm>
          <a:prstGeom prst="rect">
            <a:avLst/>
          </a:prstGeom>
          <a:solidFill>
            <a:srgbClr val="0F2A47"/>
          </a:solidFill>
          <a:ln w="12700">
            <a:solidFill>
              <a:srgbClr val="0F2A47"/>
            </a:solidFill>
            <a:prstDash val="solid"/>
          </a:ln>
        </p:spPr>
        <p:txBody>
          <a:bodyPr/>
          <a:lstStyle/>
          <a:p>
            <a:endParaRPr lang="en-US"/>
          </a:p>
        </p:txBody>
      </p:sp>
      <p:sp>
        <p:nvSpPr>
          <p:cNvPr id="35" name="Text 33"/>
          <p:cNvSpPr/>
          <p:nvPr/>
        </p:nvSpPr>
        <p:spPr>
          <a:xfrm>
            <a:off x="7571232" y="1828800"/>
            <a:ext cx="1143000" cy="457200"/>
          </a:xfrm>
          <a:prstGeom prst="rect">
            <a:avLst/>
          </a:prstGeom>
          <a:noFill/>
          <a:ln/>
        </p:spPr>
        <p:txBody>
          <a:bodyPr wrap="square" lIns="0" tIns="0" rIns="0" bIns="0" rtlCol="0" anchor="ctr"/>
          <a:lstStyle/>
          <a:p>
            <a:pPr marL="0" indent="0" algn="ctr">
              <a:buNone/>
            </a:pPr>
            <a:r>
              <a:rPr lang="en-US" sz="1000" b="1" kern="0" spc="200" dirty="0">
                <a:solidFill>
                  <a:srgbClr val="FFFFFF"/>
                </a:solidFill>
              </a:rPr>
              <a:t>STEP 7</a:t>
            </a:r>
            <a:endParaRPr lang="en-US" sz="1000" dirty="0"/>
          </a:p>
        </p:txBody>
      </p:sp>
      <p:sp>
        <p:nvSpPr>
          <p:cNvPr id="36" name="Shape 34"/>
          <p:cNvSpPr/>
          <p:nvPr/>
        </p:nvSpPr>
        <p:spPr>
          <a:xfrm>
            <a:off x="7571232" y="2286000"/>
            <a:ext cx="1143000" cy="1005840"/>
          </a:xfrm>
          <a:prstGeom prst="rect">
            <a:avLst/>
          </a:prstGeom>
          <a:solidFill>
            <a:srgbClr val="FFFFFF"/>
          </a:solidFill>
          <a:ln w="9525">
            <a:solidFill>
              <a:srgbClr val="D8D3C7"/>
            </a:solidFill>
            <a:prstDash val="solid"/>
          </a:ln>
        </p:spPr>
        <p:txBody>
          <a:bodyPr/>
          <a:lstStyle/>
          <a:p>
            <a:endParaRPr lang="en-US"/>
          </a:p>
        </p:txBody>
      </p:sp>
      <p:sp>
        <p:nvSpPr>
          <p:cNvPr id="37" name="Text 35"/>
          <p:cNvSpPr/>
          <p:nvPr/>
        </p:nvSpPr>
        <p:spPr>
          <a:xfrm>
            <a:off x="7662672" y="2331720"/>
            <a:ext cx="960120" cy="914400"/>
          </a:xfrm>
          <a:prstGeom prst="rect">
            <a:avLst/>
          </a:prstGeom>
          <a:noFill/>
          <a:ln/>
        </p:spPr>
        <p:txBody>
          <a:bodyPr wrap="square" lIns="0" tIns="0" rIns="0" bIns="0" rtlCol="0" anchor="t"/>
          <a:lstStyle/>
          <a:p>
            <a:pPr marL="0" indent="0">
              <a:buNone/>
            </a:pPr>
            <a:r>
              <a:rPr lang="en-US" sz="1100" dirty="0">
                <a:solidFill>
                  <a:srgbClr val="1E293B"/>
                </a:solidFill>
              </a:rPr>
              <a:t>Reuse decisions, rules &amp; benchmarks</a:t>
            </a:r>
            <a:endParaRPr lang="en-US" sz="1100" dirty="0"/>
          </a:p>
        </p:txBody>
      </p:sp>
      <p:sp>
        <p:nvSpPr>
          <p:cNvPr id="38" name="Shape 36"/>
          <p:cNvSpPr/>
          <p:nvPr/>
        </p:nvSpPr>
        <p:spPr>
          <a:xfrm>
            <a:off x="365760" y="3520440"/>
            <a:ext cx="8412480" cy="0"/>
          </a:xfrm>
          <a:prstGeom prst="line">
            <a:avLst/>
          </a:prstGeom>
          <a:noFill/>
          <a:ln w="19050">
            <a:solidFill>
              <a:srgbClr val="00A896"/>
            </a:solidFill>
            <a:prstDash val="solid"/>
            <a:tailEnd type="triangle"/>
          </a:ln>
        </p:spPr>
        <p:txBody>
          <a:bodyPr/>
          <a:lstStyle/>
          <a:p>
            <a:endParaRPr lang="en-US"/>
          </a:p>
        </p:txBody>
      </p:sp>
      <p:sp>
        <p:nvSpPr>
          <p:cNvPr id="39" name="Text 37"/>
          <p:cNvSpPr/>
          <p:nvPr/>
        </p:nvSpPr>
        <p:spPr>
          <a:xfrm>
            <a:off x="365760" y="3657600"/>
            <a:ext cx="8412480" cy="274320"/>
          </a:xfrm>
          <a:prstGeom prst="rect">
            <a:avLst/>
          </a:prstGeom>
          <a:noFill/>
          <a:ln/>
        </p:spPr>
        <p:txBody>
          <a:bodyPr wrap="square" lIns="0" tIns="0" rIns="0" bIns="0" rtlCol="0" anchor="ctr"/>
          <a:lstStyle/>
          <a:p>
            <a:pPr marL="0" indent="0" algn="ctr">
              <a:buNone/>
            </a:pPr>
            <a:r>
              <a:rPr lang="en-US" sz="1100" i="1" dirty="0">
                <a:solidFill>
                  <a:srgbClr val="64748B"/>
                </a:solidFill>
              </a:rPr>
              <a:t>Linear, presentation-friendly — reflects real delivery flow</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Nine </a:t>
            </a:r>
            <a:r>
              <a:rPr lang="en-US" sz="2400" b="1">
                <a:solidFill>
                  <a:srgbClr val="FFFFFF"/>
                </a:solidFill>
                <a:latin typeface="Cambria" pitchFamily="34" charset="0"/>
                <a:ea typeface="Cambria" pitchFamily="34" charset="-122"/>
                <a:cs typeface="Cambria" pitchFamily="34" charset="-120"/>
              </a:rPr>
              <a:t>Operator-Mode Flows</a:t>
            </a:r>
            <a:endParaRPr lang="en-US" sz="24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Discrete UI operations</a:t>
            </a:r>
            <a:r>
              <a:rPr lang="en-US" sz="1100" i="1" dirty="0">
                <a:solidFill>
                  <a:srgbClr val="028090"/>
                </a:solidFill>
                <a:latin typeface="Calibri" pitchFamily="34" charset="0"/>
                <a:ea typeface="Calibri" pitchFamily="34" charset="-122"/>
                <a:cs typeface="Calibri" pitchFamily="34" charset="-120"/>
              </a:rPr>
              <a:t> the product supports today</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338328" y="1417320"/>
            <a:ext cx="2743200" cy="1051560"/>
          </a:xfrm>
          <a:prstGeom prst="rect">
            <a:avLst/>
          </a:prstGeom>
          <a:solidFill>
            <a:srgbClr val="FFFFFF"/>
          </a:solidFill>
          <a:ln w="9525">
            <a:solidFill>
              <a:srgbClr val="D8D3C7"/>
            </a:solidFill>
            <a:prstDash val="solid"/>
          </a:ln>
        </p:spPr>
        <p:txBody>
          <a:bodyPr/>
          <a:lstStyle/>
          <a:p>
            <a:endParaRPr lang="en-US"/>
          </a:p>
        </p:txBody>
      </p:sp>
      <p:sp>
        <p:nvSpPr>
          <p:cNvPr id="8" name="Shape 6"/>
          <p:cNvSpPr/>
          <p:nvPr/>
        </p:nvSpPr>
        <p:spPr>
          <a:xfrm>
            <a:off x="338328" y="1417320"/>
            <a:ext cx="73152" cy="1051560"/>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475488" y="1508760"/>
            <a:ext cx="2468880" cy="228600"/>
          </a:xfrm>
          <a:prstGeom prst="rect">
            <a:avLst/>
          </a:prstGeom>
          <a:noFill/>
          <a:ln/>
        </p:spPr>
        <p:txBody>
          <a:bodyPr wrap="square" lIns="0" tIns="0" rIns="0" bIns="0" rtlCol="0" anchor="ctr"/>
          <a:lstStyle/>
          <a:p>
            <a:pPr marL="0" indent="0">
              <a:buNone/>
            </a:pPr>
            <a:r>
              <a:rPr lang="en-US" sz="900" b="1" kern="0" spc="200" dirty="0">
                <a:solidFill>
                  <a:srgbClr val="00A896"/>
                </a:solidFill>
              </a:rPr>
              <a:t>01</a:t>
            </a:r>
            <a:endParaRPr lang="en-US" sz="900" dirty="0"/>
          </a:p>
        </p:txBody>
      </p:sp>
      <p:sp>
        <p:nvSpPr>
          <p:cNvPr id="10" name="Text 8"/>
          <p:cNvSpPr/>
          <p:nvPr/>
        </p:nvSpPr>
        <p:spPr>
          <a:xfrm>
            <a:off x="475488" y="1709928"/>
            <a:ext cx="2514600" cy="365760"/>
          </a:xfrm>
          <a:prstGeom prst="rect">
            <a:avLst/>
          </a:prstGeom>
          <a:noFill/>
          <a:ln/>
        </p:spPr>
        <p:txBody>
          <a:bodyPr wrap="square" lIns="0" tIns="0" rIns="0" bIns="0" rtlCol="0" anchor="ctr"/>
          <a:lstStyle/>
          <a:p>
            <a:pPr marL="0" indent="0">
              <a:buNone/>
            </a:pPr>
            <a:r>
              <a:rPr lang="en-US" sz="1200" b="1" dirty="0">
                <a:solidFill>
                  <a:srgbClr val="0F2A47"/>
                </a:solidFill>
                <a:latin typeface="Cambria" pitchFamily="34" charset="0"/>
                <a:ea typeface="Cambria" pitchFamily="34" charset="-122"/>
                <a:cs typeface="Cambria" pitchFamily="34" charset="-120"/>
              </a:rPr>
              <a:t>Upload &amp; Auto-Map</a:t>
            </a:r>
            <a:endParaRPr lang="en-US" sz="1200" dirty="0"/>
          </a:p>
        </p:txBody>
      </p:sp>
      <p:sp>
        <p:nvSpPr>
          <p:cNvPr id="11" name="Text 9"/>
          <p:cNvSpPr/>
          <p:nvPr/>
        </p:nvSpPr>
        <p:spPr>
          <a:xfrm>
            <a:off x="475488" y="2057400"/>
            <a:ext cx="2514600" cy="365760"/>
          </a:xfrm>
          <a:prstGeom prst="rect">
            <a:avLst/>
          </a:prstGeom>
          <a:noFill/>
          <a:ln/>
        </p:spPr>
        <p:txBody>
          <a:bodyPr wrap="square" lIns="0" tIns="0" rIns="0" bIns="0" rtlCol="0" anchor="ctr"/>
          <a:lstStyle/>
          <a:p>
            <a:pPr marL="0" indent="0">
              <a:buNone/>
            </a:pPr>
            <a:r>
              <a:rPr lang="en-US" sz="1000" dirty="0">
                <a:solidFill>
                  <a:srgbClr val="1E293B"/>
                </a:solidFill>
              </a:rPr>
              <a:t>Profile, score, optionally validate, return ranked candidates.</a:t>
            </a:r>
            <a:endParaRPr lang="en-US" sz="1000" dirty="0"/>
          </a:p>
        </p:txBody>
      </p:sp>
      <p:sp>
        <p:nvSpPr>
          <p:cNvPr id="12" name="Shape 10"/>
          <p:cNvSpPr/>
          <p:nvPr/>
        </p:nvSpPr>
        <p:spPr>
          <a:xfrm>
            <a:off x="3200400" y="1417320"/>
            <a:ext cx="2743200" cy="1051560"/>
          </a:xfrm>
          <a:prstGeom prst="rect">
            <a:avLst/>
          </a:prstGeom>
          <a:solidFill>
            <a:srgbClr val="FFFFFF"/>
          </a:solidFill>
          <a:ln w="9525">
            <a:solidFill>
              <a:srgbClr val="D8D3C7"/>
            </a:solidFill>
            <a:prstDash val="solid"/>
          </a:ln>
        </p:spPr>
        <p:txBody>
          <a:bodyPr/>
          <a:lstStyle/>
          <a:p>
            <a:endParaRPr lang="en-US"/>
          </a:p>
        </p:txBody>
      </p:sp>
      <p:sp>
        <p:nvSpPr>
          <p:cNvPr id="13" name="Shape 11"/>
          <p:cNvSpPr/>
          <p:nvPr/>
        </p:nvSpPr>
        <p:spPr>
          <a:xfrm>
            <a:off x="3200400" y="1417320"/>
            <a:ext cx="73152" cy="1051560"/>
          </a:xfrm>
          <a:prstGeom prst="rect">
            <a:avLst/>
          </a:prstGeom>
          <a:solidFill>
            <a:srgbClr val="00A896"/>
          </a:solidFill>
          <a:ln w="12700">
            <a:solidFill>
              <a:srgbClr val="00A896"/>
            </a:solidFill>
            <a:prstDash val="solid"/>
          </a:ln>
        </p:spPr>
        <p:txBody>
          <a:bodyPr/>
          <a:lstStyle/>
          <a:p>
            <a:endParaRPr lang="en-US"/>
          </a:p>
        </p:txBody>
      </p:sp>
      <p:sp>
        <p:nvSpPr>
          <p:cNvPr id="14" name="Text 12"/>
          <p:cNvSpPr/>
          <p:nvPr/>
        </p:nvSpPr>
        <p:spPr>
          <a:xfrm>
            <a:off x="3337560" y="1508760"/>
            <a:ext cx="2468880" cy="228600"/>
          </a:xfrm>
          <a:prstGeom prst="rect">
            <a:avLst/>
          </a:prstGeom>
          <a:noFill/>
          <a:ln/>
        </p:spPr>
        <p:txBody>
          <a:bodyPr wrap="square" lIns="0" tIns="0" rIns="0" bIns="0" rtlCol="0" anchor="ctr"/>
          <a:lstStyle/>
          <a:p>
            <a:pPr marL="0" indent="0">
              <a:buNone/>
            </a:pPr>
            <a:r>
              <a:rPr lang="en-US" sz="900" b="1" kern="0" spc="200" dirty="0">
                <a:solidFill>
                  <a:srgbClr val="00A896"/>
                </a:solidFill>
              </a:rPr>
              <a:t>02</a:t>
            </a:r>
            <a:endParaRPr lang="en-US" sz="900" dirty="0"/>
          </a:p>
        </p:txBody>
      </p:sp>
      <p:sp>
        <p:nvSpPr>
          <p:cNvPr id="15" name="Text 13"/>
          <p:cNvSpPr/>
          <p:nvPr/>
        </p:nvSpPr>
        <p:spPr>
          <a:xfrm>
            <a:off x="3337560" y="1709928"/>
            <a:ext cx="2514600" cy="365760"/>
          </a:xfrm>
          <a:prstGeom prst="rect">
            <a:avLst/>
          </a:prstGeom>
          <a:noFill/>
          <a:ln/>
        </p:spPr>
        <p:txBody>
          <a:bodyPr wrap="square" lIns="0" tIns="0" rIns="0" bIns="0" rtlCol="0" anchor="ctr"/>
          <a:lstStyle/>
          <a:p>
            <a:pPr marL="0" indent="0">
              <a:buNone/>
            </a:pPr>
            <a:r>
              <a:rPr lang="en-US" sz="1200" b="1" dirty="0">
                <a:solidFill>
                  <a:srgbClr val="0F2A47"/>
                </a:solidFill>
                <a:latin typeface="Cambria" pitchFamily="34" charset="0"/>
                <a:ea typeface="Cambria" pitchFamily="34" charset="-122"/>
                <a:cs typeface="Cambria" pitchFamily="34" charset="-120"/>
              </a:rPr>
              <a:t>Review, Transform, Preview, Code</a:t>
            </a:r>
            <a:endParaRPr lang="en-US" sz="1200" dirty="0"/>
          </a:p>
        </p:txBody>
      </p:sp>
      <p:sp>
        <p:nvSpPr>
          <p:cNvPr id="16" name="Text 14"/>
          <p:cNvSpPr/>
          <p:nvPr/>
        </p:nvSpPr>
        <p:spPr>
          <a:xfrm>
            <a:off x="3337560" y="2057400"/>
            <a:ext cx="2514600" cy="365760"/>
          </a:xfrm>
          <a:prstGeom prst="rect">
            <a:avLst/>
          </a:prstGeom>
          <a:noFill/>
          <a:ln/>
        </p:spPr>
        <p:txBody>
          <a:bodyPr wrap="square" lIns="0" tIns="0" rIns="0" bIns="0" rtlCol="0" anchor="ctr"/>
          <a:lstStyle/>
          <a:p>
            <a:pPr marL="0" indent="0">
              <a:buNone/>
            </a:pPr>
            <a:r>
              <a:rPr lang="en-US" sz="1000" dirty="0">
                <a:solidFill>
                  <a:srgbClr val="1E293B"/>
                </a:solidFill>
              </a:rPr>
              <a:t>Classify, warn, and emit Pandas starter code.</a:t>
            </a:r>
            <a:endParaRPr lang="en-US" sz="1000" dirty="0"/>
          </a:p>
        </p:txBody>
      </p:sp>
      <p:sp>
        <p:nvSpPr>
          <p:cNvPr id="17" name="Shape 15"/>
          <p:cNvSpPr/>
          <p:nvPr/>
        </p:nvSpPr>
        <p:spPr>
          <a:xfrm>
            <a:off x="6062472" y="1417320"/>
            <a:ext cx="2743200" cy="1051560"/>
          </a:xfrm>
          <a:prstGeom prst="rect">
            <a:avLst/>
          </a:prstGeom>
          <a:solidFill>
            <a:srgbClr val="FFFFFF"/>
          </a:solidFill>
          <a:ln w="9525">
            <a:solidFill>
              <a:srgbClr val="D8D3C7"/>
            </a:solidFill>
            <a:prstDash val="solid"/>
          </a:ln>
        </p:spPr>
        <p:txBody>
          <a:bodyPr/>
          <a:lstStyle/>
          <a:p>
            <a:endParaRPr lang="en-US"/>
          </a:p>
        </p:txBody>
      </p:sp>
      <p:sp>
        <p:nvSpPr>
          <p:cNvPr id="18" name="Shape 16"/>
          <p:cNvSpPr/>
          <p:nvPr/>
        </p:nvSpPr>
        <p:spPr>
          <a:xfrm>
            <a:off x="6062472" y="1417320"/>
            <a:ext cx="73152" cy="1051560"/>
          </a:xfrm>
          <a:prstGeom prst="rect">
            <a:avLst/>
          </a:prstGeom>
          <a:solidFill>
            <a:srgbClr val="00A896"/>
          </a:solidFill>
          <a:ln w="12700">
            <a:solidFill>
              <a:srgbClr val="00A896"/>
            </a:solidFill>
            <a:prstDash val="solid"/>
          </a:ln>
        </p:spPr>
        <p:txBody>
          <a:bodyPr/>
          <a:lstStyle/>
          <a:p>
            <a:endParaRPr lang="en-US"/>
          </a:p>
        </p:txBody>
      </p:sp>
      <p:sp>
        <p:nvSpPr>
          <p:cNvPr id="19" name="Text 17"/>
          <p:cNvSpPr/>
          <p:nvPr/>
        </p:nvSpPr>
        <p:spPr>
          <a:xfrm>
            <a:off x="6199632" y="1508760"/>
            <a:ext cx="2468880" cy="228600"/>
          </a:xfrm>
          <a:prstGeom prst="rect">
            <a:avLst/>
          </a:prstGeom>
          <a:noFill/>
          <a:ln/>
        </p:spPr>
        <p:txBody>
          <a:bodyPr wrap="square" lIns="0" tIns="0" rIns="0" bIns="0" rtlCol="0" anchor="ctr"/>
          <a:lstStyle/>
          <a:p>
            <a:pPr marL="0" indent="0">
              <a:buNone/>
            </a:pPr>
            <a:r>
              <a:rPr lang="en-US" sz="900" b="1" kern="0" spc="200" dirty="0">
                <a:solidFill>
                  <a:srgbClr val="00A896"/>
                </a:solidFill>
              </a:rPr>
              <a:t>03</a:t>
            </a:r>
            <a:endParaRPr lang="en-US" sz="900" dirty="0"/>
          </a:p>
        </p:txBody>
      </p:sp>
      <p:sp>
        <p:nvSpPr>
          <p:cNvPr id="20" name="Text 18"/>
          <p:cNvSpPr/>
          <p:nvPr/>
        </p:nvSpPr>
        <p:spPr>
          <a:xfrm>
            <a:off x="6199632" y="1709928"/>
            <a:ext cx="2514600" cy="365760"/>
          </a:xfrm>
          <a:prstGeom prst="rect">
            <a:avLst/>
          </a:prstGeom>
          <a:noFill/>
          <a:ln/>
        </p:spPr>
        <p:txBody>
          <a:bodyPr wrap="square" lIns="0" tIns="0" rIns="0" bIns="0" rtlCol="0" anchor="ctr"/>
          <a:lstStyle/>
          <a:p>
            <a:pPr marL="0" indent="0">
              <a:buNone/>
            </a:pPr>
            <a:r>
              <a:rPr lang="en-US" sz="1200" b="1" dirty="0">
                <a:solidFill>
                  <a:srgbClr val="0F2A47"/>
                </a:solidFill>
                <a:latin typeface="Cambria" pitchFamily="34" charset="0"/>
                <a:ea typeface="Cambria" pitchFamily="34" charset="-122"/>
                <a:cs typeface="Cambria" pitchFamily="34" charset="-120"/>
              </a:rPr>
              <a:t>Learn From Corrections</a:t>
            </a:r>
            <a:endParaRPr lang="en-US" sz="1200" dirty="0"/>
          </a:p>
        </p:txBody>
      </p:sp>
      <p:sp>
        <p:nvSpPr>
          <p:cNvPr id="21" name="Text 19"/>
          <p:cNvSpPr/>
          <p:nvPr/>
        </p:nvSpPr>
        <p:spPr>
          <a:xfrm>
            <a:off x="6199632" y="2057400"/>
            <a:ext cx="2514600" cy="365760"/>
          </a:xfrm>
          <a:prstGeom prst="rect">
            <a:avLst/>
          </a:prstGeom>
          <a:noFill/>
          <a:ln/>
        </p:spPr>
        <p:txBody>
          <a:bodyPr wrap="square" lIns="0" tIns="0" rIns="0" bIns="0" rtlCol="0" anchor="ctr"/>
          <a:lstStyle/>
          <a:p>
            <a:pPr marL="0" indent="0">
              <a:buNone/>
            </a:pPr>
            <a:r>
              <a:rPr lang="en-US" sz="1000" dirty="0">
                <a:solidFill>
                  <a:srgbClr val="1E293B"/>
                </a:solidFill>
              </a:rPr>
              <a:t>Persist, aggregate, promote, and re-apply.</a:t>
            </a:r>
            <a:endParaRPr lang="en-US" sz="1000" dirty="0"/>
          </a:p>
        </p:txBody>
      </p:sp>
      <p:sp>
        <p:nvSpPr>
          <p:cNvPr id="22" name="Shape 20"/>
          <p:cNvSpPr/>
          <p:nvPr/>
        </p:nvSpPr>
        <p:spPr>
          <a:xfrm>
            <a:off x="338328" y="2587752"/>
            <a:ext cx="2743200" cy="1051560"/>
          </a:xfrm>
          <a:prstGeom prst="rect">
            <a:avLst/>
          </a:prstGeom>
          <a:solidFill>
            <a:srgbClr val="FFFFFF"/>
          </a:solidFill>
          <a:ln w="9525">
            <a:solidFill>
              <a:srgbClr val="D8D3C7"/>
            </a:solidFill>
            <a:prstDash val="solid"/>
          </a:ln>
        </p:spPr>
        <p:txBody>
          <a:bodyPr/>
          <a:lstStyle/>
          <a:p>
            <a:endParaRPr lang="en-US"/>
          </a:p>
        </p:txBody>
      </p:sp>
      <p:sp>
        <p:nvSpPr>
          <p:cNvPr id="23" name="Shape 21"/>
          <p:cNvSpPr/>
          <p:nvPr/>
        </p:nvSpPr>
        <p:spPr>
          <a:xfrm>
            <a:off x="338328" y="2587752"/>
            <a:ext cx="73152" cy="1051560"/>
          </a:xfrm>
          <a:prstGeom prst="rect">
            <a:avLst/>
          </a:prstGeom>
          <a:solidFill>
            <a:srgbClr val="00A896"/>
          </a:solidFill>
          <a:ln w="12700">
            <a:solidFill>
              <a:srgbClr val="00A896"/>
            </a:solidFill>
            <a:prstDash val="solid"/>
          </a:ln>
        </p:spPr>
        <p:txBody>
          <a:bodyPr/>
          <a:lstStyle/>
          <a:p>
            <a:endParaRPr lang="en-US"/>
          </a:p>
        </p:txBody>
      </p:sp>
      <p:sp>
        <p:nvSpPr>
          <p:cNvPr id="24" name="Text 22"/>
          <p:cNvSpPr/>
          <p:nvPr/>
        </p:nvSpPr>
        <p:spPr>
          <a:xfrm>
            <a:off x="475488" y="2679192"/>
            <a:ext cx="2468880" cy="228600"/>
          </a:xfrm>
          <a:prstGeom prst="rect">
            <a:avLst/>
          </a:prstGeom>
          <a:noFill/>
          <a:ln/>
        </p:spPr>
        <p:txBody>
          <a:bodyPr wrap="square" lIns="0" tIns="0" rIns="0" bIns="0" rtlCol="0" anchor="ctr"/>
          <a:lstStyle/>
          <a:p>
            <a:pPr marL="0" indent="0">
              <a:buNone/>
            </a:pPr>
            <a:r>
              <a:rPr lang="en-US" sz="900" b="1" kern="0" spc="200" dirty="0">
                <a:solidFill>
                  <a:srgbClr val="00A896"/>
                </a:solidFill>
              </a:rPr>
              <a:t>04</a:t>
            </a:r>
            <a:endParaRPr lang="en-US" sz="900" dirty="0"/>
          </a:p>
        </p:txBody>
      </p:sp>
      <p:sp>
        <p:nvSpPr>
          <p:cNvPr id="25" name="Text 23"/>
          <p:cNvSpPr/>
          <p:nvPr/>
        </p:nvSpPr>
        <p:spPr>
          <a:xfrm>
            <a:off x="475488" y="2880360"/>
            <a:ext cx="2514600" cy="365760"/>
          </a:xfrm>
          <a:prstGeom prst="rect">
            <a:avLst/>
          </a:prstGeom>
          <a:noFill/>
          <a:ln/>
        </p:spPr>
        <p:txBody>
          <a:bodyPr wrap="square" lIns="0" tIns="0" rIns="0" bIns="0" rtlCol="0" anchor="ctr"/>
          <a:lstStyle/>
          <a:p>
            <a:pPr marL="0" indent="0">
              <a:buNone/>
            </a:pPr>
            <a:r>
              <a:rPr lang="en-US" sz="1200" b="1" dirty="0">
                <a:solidFill>
                  <a:srgbClr val="0F2A47"/>
                </a:solidFill>
                <a:latin typeface="Cambria" pitchFamily="34" charset="0"/>
                <a:ea typeface="Cambria" pitchFamily="34" charset="-122"/>
                <a:cs typeface="Cambria" pitchFamily="34" charset="-120"/>
              </a:rPr>
              <a:t>Manage Knowledge Overlays</a:t>
            </a:r>
            <a:endParaRPr lang="en-US" sz="1200" dirty="0"/>
          </a:p>
        </p:txBody>
      </p:sp>
      <p:sp>
        <p:nvSpPr>
          <p:cNvPr id="26" name="Text 24"/>
          <p:cNvSpPr/>
          <p:nvPr/>
        </p:nvSpPr>
        <p:spPr>
          <a:xfrm>
            <a:off x="475488" y="3227832"/>
            <a:ext cx="2514600" cy="365760"/>
          </a:xfrm>
          <a:prstGeom prst="rect">
            <a:avLst/>
          </a:prstGeom>
          <a:noFill/>
          <a:ln/>
        </p:spPr>
        <p:txBody>
          <a:bodyPr wrap="square" lIns="0" tIns="0" rIns="0" bIns="0" rtlCol="0" anchor="ctr"/>
          <a:lstStyle/>
          <a:p>
            <a:pPr marL="0" indent="0">
              <a:buNone/>
            </a:pPr>
            <a:r>
              <a:rPr lang="en-US" sz="1000" dirty="0">
                <a:solidFill>
                  <a:srgbClr val="1E293B"/>
                </a:solidFill>
              </a:rPr>
              <a:t>Validate, version, activate, archive, audit.</a:t>
            </a:r>
            <a:endParaRPr lang="en-US" sz="1000" dirty="0"/>
          </a:p>
        </p:txBody>
      </p:sp>
      <p:sp>
        <p:nvSpPr>
          <p:cNvPr id="27" name="Shape 25"/>
          <p:cNvSpPr/>
          <p:nvPr/>
        </p:nvSpPr>
        <p:spPr>
          <a:xfrm>
            <a:off x="3200400" y="2587752"/>
            <a:ext cx="2743200" cy="1051560"/>
          </a:xfrm>
          <a:prstGeom prst="rect">
            <a:avLst/>
          </a:prstGeom>
          <a:solidFill>
            <a:srgbClr val="FFFFFF"/>
          </a:solidFill>
          <a:ln w="9525">
            <a:solidFill>
              <a:srgbClr val="D8D3C7"/>
            </a:solidFill>
            <a:prstDash val="solid"/>
          </a:ln>
        </p:spPr>
        <p:txBody>
          <a:bodyPr/>
          <a:lstStyle/>
          <a:p>
            <a:endParaRPr lang="en-US"/>
          </a:p>
        </p:txBody>
      </p:sp>
      <p:sp>
        <p:nvSpPr>
          <p:cNvPr id="28" name="Shape 26"/>
          <p:cNvSpPr/>
          <p:nvPr/>
        </p:nvSpPr>
        <p:spPr>
          <a:xfrm>
            <a:off x="3200400" y="2587752"/>
            <a:ext cx="73152" cy="1051560"/>
          </a:xfrm>
          <a:prstGeom prst="rect">
            <a:avLst/>
          </a:prstGeom>
          <a:solidFill>
            <a:srgbClr val="00A896"/>
          </a:solidFill>
          <a:ln w="12700">
            <a:solidFill>
              <a:srgbClr val="00A896"/>
            </a:solidFill>
            <a:prstDash val="solid"/>
          </a:ln>
        </p:spPr>
        <p:txBody>
          <a:bodyPr/>
          <a:lstStyle/>
          <a:p>
            <a:endParaRPr lang="en-US"/>
          </a:p>
        </p:txBody>
      </p:sp>
      <p:sp>
        <p:nvSpPr>
          <p:cNvPr id="29" name="Text 27"/>
          <p:cNvSpPr/>
          <p:nvPr/>
        </p:nvSpPr>
        <p:spPr>
          <a:xfrm>
            <a:off x="3337560" y="2679192"/>
            <a:ext cx="2468880" cy="228600"/>
          </a:xfrm>
          <a:prstGeom prst="rect">
            <a:avLst/>
          </a:prstGeom>
          <a:noFill/>
          <a:ln/>
        </p:spPr>
        <p:txBody>
          <a:bodyPr wrap="square" lIns="0" tIns="0" rIns="0" bIns="0" rtlCol="0" anchor="ctr"/>
          <a:lstStyle/>
          <a:p>
            <a:pPr marL="0" indent="0">
              <a:buNone/>
            </a:pPr>
            <a:r>
              <a:rPr lang="en-US" sz="900" b="1" kern="0" spc="200" dirty="0">
                <a:solidFill>
                  <a:srgbClr val="00A896"/>
                </a:solidFill>
              </a:rPr>
              <a:t>05</a:t>
            </a:r>
            <a:endParaRPr lang="en-US" sz="900" dirty="0"/>
          </a:p>
        </p:txBody>
      </p:sp>
      <p:sp>
        <p:nvSpPr>
          <p:cNvPr id="30" name="Text 28"/>
          <p:cNvSpPr/>
          <p:nvPr/>
        </p:nvSpPr>
        <p:spPr>
          <a:xfrm>
            <a:off x="3337560" y="2880360"/>
            <a:ext cx="2514600" cy="365760"/>
          </a:xfrm>
          <a:prstGeom prst="rect">
            <a:avLst/>
          </a:prstGeom>
          <a:noFill/>
          <a:ln/>
        </p:spPr>
        <p:txBody>
          <a:bodyPr wrap="square" lIns="0" tIns="0" rIns="0" bIns="0" rtlCol="0" anchor="ctr"/>
          <a:lstStyle/>
          <a:p>
            <a:pPr marL="0" indent="0">
              <a:buNone/>
            </a:pPr>
            <a:r>
              <a:rPr lang="en-US" sz="1200" b="1" dirty="0">
                <a:solidFill>
                  <a:srgbClr val="0F2A47"/>
                </a:solidFill>
                <a:latin typeface="Cambria" pitchFamily="34" charset="0"/>
                <a:ea typeface="Cambria" pitchFamily="34" charset="-122"/>
                <a:cs typeface="Cambria" pitchFamily="34" charset="-120"/>
              </a:rPr>
              <a:t>Save &amp; Version Mapping Sets</a:t>
            </a:r>
            <a:endParaRPr lang="en-US" sz="1200" dirty="0"/>
          </a:p>
        </p:txBody>
      </p:sp>
      <p:sp>
        <p:nvSpPr>
          <p:cNvPr id="31" name="Text 29"/>
          <p:cNvSpPr/>
          <p:nvPr/>
        </p:nvSpPr>
        <p:spPr>
          <a:xfrm>
            <a:off x="3337560" y="3227832"/>
            <a:ext cx="2514600" cy="365760"/>
          </a:xfrm>
          <a:prstGeom prst="rect">
            <a:avLst/>
          </a:prstGeom>
          <a:noFill/>
          <a:ln/>
        </p:spPr>
        <p:txBody>
          <a:bodyPr wrap="square" lIns="0" tIns="0" rIns="0" bIns="0" rtlCol="0" anchor="ctr"/>
          <a:lstStyle/>
          <a:p>
            <a:pPr marL="0" indent="0">
              <a:buNone/>
            </a:pPr>
            <a:r>
              <a:rPr lang="en-US" sz="1000" dirty="0">
                <a:solidFill>
                  <a:srgbClr val="1E293B"/>
                </a:solidFill>
              </a:rPr>
              <a:t>Status workflow, audit, diff, apply.</a:t>
            </a:r>
            <a:endParaRPr lang="en-US" sz="1000" dirty="0"/>
          </a:p>
        </p:txBody>
      </p:sp>
      <p:sp>
        <p:nvSpPr>
          <p:cNvPr id="32" name="Shape 30"/>
          <p:cNvSpPr/>
          <p:nvPr/>
        </p:nvSpPr>
        <p:spPr>
          <a:xfrm>
            <a:off x="6062472" y="2587752"/>
            <a:ext cx="2743200" cy="1051560"/>
          </a:xfrm>
          <a:prstGeom prst="rect">
            <a:avLst/>
          </a:prstGeom>
          <a:solidFill>
            <a:srgbClr val="FFFFFF"/>
          </a:solidFill>
          <a:ln w="9525">
            <a:solidFill>
              <a:srgbClr val="D8D3C7"/>
            </a:solidFill>
            <a:prstDash val="solid"/>
          </a:ln>
        </p:spPr>
        <p:txBody>
          <a:bodyPr/>
          <a:lstStyle/>
          <a:p>
            <a:endParaRPr lang="en-US"/>
          </a:p>
        </p:txBody>
      </p:sp>
      <p:sp>
        <p:nvSpPr>
          <p:cNvPr id="33" name="Shape 31"/>
          <p:cNvSpPr/>
          <p:nvPr/>
        </p:nvSpPr>
        <p:spPr>
          <a:xfrm>
            <a:off x="6062472" y="2587752"/>
            <a:ext cx="73152" cy="1051560"/>
          </a:xfrm>
          <a:prstGeom prst="rect">
            <a:avLst/>
          </a:prstGeom>
          <a:solidFill>
            <a:srgbClr val="00A896"/>
          </a:solidFill>
          <a:ln w="12700">
            <a:solidFill>
              <a:srgbClr val="00A896"/>
            </a:solidFill>
            <a:prstDash val="solid"/>
          </a:ln>
        </p:spPr>
        <p:txBody>
          <a:bodyPr/>
          <a:lstStyle/>
          <a:p>
            <a:endParaRPr lang="en-US"/>
          </a:p>
        </p:txBody>
      </p:sp>
      <p:sp>
        <p:nvSpPr>
          <p:cNvPr id="34" name="Text 32"/>
          <p:cNvSpPr/>
          <p:nvPr/>
        </p:nvSpPr>
        <p:spPr>
          <a:xfrm>
            <a:off x="6199632" y="2679192"/>
            <a:ext cx="2468880" cy="228600"/>
          </a:xfrm>
          <a:prstGeom prst="rect">
            <a:avLst/>
          </a:prstGeom>
          <a:noFill/>
          <a:ln/>
        </p:spPr>
        <p:txBody>
          <a:bodyPr wrap="square" lIns="0" tIns="0" rIns="0" bIns="0" rtlCol="0" anchor="ctr"/>
          <a:lstStyle/>
          <a:p>
            <a:pPr marL="0" indent="0">
              <a:buNone/>
            </a:pPr>
            <a:r>
              <a:rPr lang="en-US" sz="900" b="1" kern="0" spc="200" dirty="0">
                <a:solidFill>
                  <a:srgbClr val="00A896"/>
                </a:solidFill>
              </a:rPr>
              <a:t>06</a:t>
            </a:r>
            <a:endParaRPr lang="en-US" sz="900" dirty="0"/>
          </a:p>
        </p:txBody>
      </p:sp>
      <p:sp>
        <p:nvSpPr>
          <p:cNvPr id="35" name="Text 33"/>
          <p:cNvSpPr/>
          <p:nvPr/>
        </p:nvSpPr>
        <p:spPr>
          <a:xfrm>
            <a:off x="6199632" y="2880360"/>
            <a:ext cx="2514600" cy="365760"/>
          </a:xfrm>
          <a:prstGeom prst="rect">
            <a:avLst/>
          </a:prstGeom>
          <a:noFill/>
          <a:ln/>
        </p:spPr>
        <p:txBody>
          <a:bodyPr wrap="square" lIns="0" tIns="0" rIns="0" bIns="0" rtlCol="0" anchor="ctr"/>
          <a:lstStyle/>
          <a:p>
            <a:pPr marL="0" indent="0">
              <a:buNone/>
            </a:pPr>
            <a:r>
              <a:rPr lang="en-US" sz="1200" b="1" dirty="0">
                <a:solidFill>
                  <a:srgbClr val="0F2A47"/>
                </a:solidFill>
                <a:latin typeface="Cambria" pitchFamily="34" charset="0"/>
                <a:ea typeface="Cambria" pitchFamily="34" charset="-122"/>
                <a:cs typeface="Cambria" pitchFamily="34" charset="-120"/>
              </a:rPr>
              <a:t>Save &amp; Run Transformation Tests</a:t>
            </a:r>
            <a:endParaRPr lang="en-US" sz="1200" dirty="0"/>
          </a:p>
        </p:txBody>
      </p:sp>
      <p:sp>
        <p:nvSpPr>
          <p:cNvPr id="36" name="Text 34"/>
          <p:cNvSpPr/>
          <p:nvPr/>
        </p:nvSpPr>
        <p:spPr>
          <a:xfrm>
            <a:off x="6199632" y="3227832"/>
            <a:ext cx="2514600" cy="365760"/>
          </a:xfrm>
          <a:prstGeom prst="rect">
            <a:avLst/>
          </a:prstGeom>
          <a:noFill/>
          <a:ln/>
        </p:spPr>
        <p:txBody>
          <a:bodyPr wrap="square" lIns="0" tIns="0" rIns="0" bIns="0" rtlCol="0" anchor="ctr"/>
          <a:lstStyle/>
          <a:p>
            <a:pPr marL="0" indent="0">
              <a:buNone/>
            </a:pPr>
            <a:r>
              <a:rPr lang="en-US" sz="1000" dirty="0">
                <a:solidFill>
                  <a:srgbClr val="1E293B"/>
                </a:solidFill>
              </a:rPr>
              <a:t>Lightweight regression cases for previews.</a:t>
            </a:r>
            <a:endParaRPr lang="en-US" sz="1000" dirty="0"/>
          </a:p>
        </p:txBody>
      </p:sp>
      <p:sp>
        <p:nvSpPr>
          <p:cNvPr id="37" name="Shape 35"/>
          <p:cNvSpPr/>
          <p:nvPr/>
        </p:nvSpPr>
        <p:spPr>
          <a:xfrm>
            <a:off x="338328" y="3758184"/>
            <a:ext cx="2743200" cy="1051560"/>
          </a:xfrm>
          <a:prstGeom prst="rect">
            <a:avLst/>
          </a:prstGeom>
          <a:solidFill>
            <a:srgbClr val="FFFFFF"/>
          </a:solidFill>
          <a:ln w="9525">
            <a:solidFill>
              <a:srgbClr val="D8D3C7"/>
            </a:solidFill>
            <a:prstDash val="solid"/>
          </a:ln>
        </p:spPr>
        <p:txBody>
          <a:bodyPr/>
          <a:lstStyle/>
          <a:p>
            <a:endParaRPr lang="en-US"/>
          </a:p>
        </p:txBody>
      </p:sp>
      <p:sp>
        <p:nvSpPr>
          <p:cNvPr id="38" name="Shape 36"/>
          <p:cNvSpPr/>
          <p:nvPr/>
        </p:nvSpPr>
        <p:spPr>
          <a:xfrm>
            <a:off x="338328" y="3758184"/>
            <a:ext cx="73152" cy="1051560"/>
          </a:xfrm>
          <a:prstGeom prst="rect">
            <a:avLst/>
          </a:prstGeom>
          <a:solidFill>
            <a:srgbClr val="00A896"/>
          </a:solidFill>
          <a:ln w="12700">
            <a:solidFill>
              <a:srgbClr val="00A896"/>
            </a:solidFill>
            <a:prstDash val="solid"/>
          </a:ln>
        </p:spPr>
        <p:txBody>
          <a:bodyPr/>
          <a:lstStyle/>
          <a:p>
            <a:endParaRPr lang="en-US"/>
          </a:p>
        </p:txBody>
      </p:sp>
      <p:sp>
        <p:nvSpPr>
          <p:cNvPr id="39" name="Text 37"/>
          <p:cNvSpPr/>
          <p:nvPr/>
        </p:nvSpPr>
        <p:spPr>
          <a:xfrm>
            <a:off x="475488" y="3849624"/>
            <a:ext cx="2468880" cy="228600"/>
          </a:xfrm>
          <a:prstGeom prst="rect">
            <a:avLst/>
          </a:prstGeom>
          <a:noFill/>
          <a:ln/>
        </p:spPr>
        <p:txBody>
          <a:bodyPr wrap="square" lIns="0" tIns="0" rIns="0" bIns="0" rtlCol="0" anchor="ctr"/>
          <a:lstStyle/>
          <a:p>
            <a:pPr marL="0" indent="0">
              <a:buNone/>
            </a:pPr>
            <a:r>
              <a:rPr lang="en-US" sz="900" b="1" kern="0" spc="200" dirty="0">
                <a:solidFill>
                  <a:srgbClr val="00A896"/>
                </a:solidFill>
              </a:rPr>
              <a:t>07</a:t>
            </a:r>
            <a:endParaRPr lang="en-US" sz="900" dirty="0"/>
          </a:p>
        </p:txBody>
      </p:sp>
      <p:sp>
        <p:nvSpPr>
          <p:cNvPr id="40" name="Text 38"/>
          <p:cNvSpPr/>
          <p:nvPr/>
        </p:nvSpPr>
        <p:spPr>
          <a:xfrm>
            <a:off x="475488" y="4050792"/>
            <a:ext cx="2514600" cy="365760"/>
          </a:xfrm>
          <a:prstGeom prst="rect">
            <a:avLst/>
          </a:prstGeom>
          <a:noFill/>
          <a:ln/>
        </p:spPr>
        <p:txBody>
          <a:bodyPr wrap="square" lIns="0" tIns="0" rIns="0" bIns="0" rtlCol="0" anchor="ctr"/>
          <a:lstStyle/>
          <a:p>
            <a:pPr marL="0" indent="0">
              <a:buNone/>
            </a:pPr>
            <a:r>
              <a:rPr lang="en-US" sz="1200" b="1" dirty="0">
                <a:solidFill>
                  <a:srgbClr val="0F2A47"/>
                </a:solidFill>
                <a:latin typeface="Cambria" pitchFamily="34" charset="0"/>
                <a:ea typeface="Cambria" pitchFamily="34" charset="-122"/>
                <a:cs typeface="Cambria" pitchFamily="34" charset="-120"/>
              </a:rPr>
              <a:t>Benchmark &amp; Evaluate</a:t>
            </a:r>
            <a:endParaRPr lang="en-US" sz="1200" dirty="0"/>
          </a:p>
        </p:txBody>
      </p:sp>
      <p:sp>
        <p:nvSpPr>
          <p:cNvPr id="41" name="Text 39"/>
          <p:cNvSpPr/>
          <p:nvPr/>
        </p:nvSpPr>
        <p:spPr>
          <a:xfrm>
            <a:off x="475488" y="4398264"/>
            <a:ext cx="2514600" cy="365760"/>
          </a:xfrm>
          <a:prstGeom prst="rect">
            <a:avLst/>
          </a:prstGeom>
          <a:noFill/>
          <a:ln/>
        </p:spPr>
        <p:txBody>
          <a:bodyPr wrap="square" lIns="0" tIns="0" rIns="0" bIns="0" rtlCol="0" anchor="ctr"/>
          <a:lstStyle/>
          <a:p>
            <a:pPr marL="0" indent="0">
              <a:buNone/>
            </a:pPr>
            <a:r>
              <a:rPr lang="en-US" sz="1000" dirty="0">
                <a:solidFill>
                  <a:srgbClr val="1E293B"/>
                </a:solidFill>
              </a:rPr>
              <a:t>Built-in fixture, ad-hoc, datasets, runs.</a:t>
            </a:r>
            <a:endParaRPr lang="en-US" sz="1000" dirty="0"/>
          </a:p>
        </p:txBody>
      </p:sp>
      <p:sp>
        <p:nvSpPr>
          <p:cNvPr id="42" name="Shape 40"/>
          <p:cNvSpPr/>
          <p:nvPr/>
        </p:nvSpPr>
        <p:spPr>
          <a:xfrm>
            <a:off x="3200400" y="3758184"/>
            <a:ext cx="2743200" cy="1051560"/>
          </a:xfrm>
          <a:prstGeom prst="rect">
            <a:avLst/>
          </a:prstGeom>
          <a:solidFill>
            <a:srgbClr val="FFFFFF"/>
          </a:solidFill>
          <a:ln w="9525">
            <a:solidFill>
              <a:srgbClr val="D8D3C7"/>
            </a:solidFill>
            <a:prstDash val="solid"/>
          </a:ln>
        </p:spPr>
        <p:txBody>
          <a:bodyPr/>
          <a:lstStyle/>
          <a:p>
            <a:endParaRPr lang="en-US"/>
          </a:p>
        </p:txBody>
      </p:sp>
      <p:sp>
        <p:nvSpPr>
          <p:cNvPr id="43" name="Shape 41"/>
          <p:cNvSpPr/>
          <p:nvPr/>
        </p:nvSpPr>
        <p:spPr>
          <a:xfrm>
            <a:off x="3200400" y="3758184"/>
            <a:ext cx="73152" cy="1051560"/>
          </a:xfrm>
          <a:prstGeom prst="rect">
            <a:avLst/>
          </a:prstGeom>
          <a:solidFill>
            <a:srgbClr val="F2A65A"/>
          </a:solidFill>
          <a:ln w="12700">
            <a:solidFill>
              <a:srgbClr val="F2A65A"/>
            </a:solidFill>
            <a:prstDash val="solid"/>
          </a:ln>
        </p:spPr>
        <p:txBody>
          <a:bodyPr/>
          <a:lstStyle/>
          <a:p>
            <a:endParaRPr lang="en-US"/>
          </a:p>
        </p:txBody>
      </p:sp>
      <p:sp>
        <p:nvSpPr>
          <p:cNvPr id="44" name="Text 42"/>
          <p:cNvSpPr/>
          <p:nvPr/>
        </p:nvSpPr>
        <p:spPr>
          <a:xfrm>
            <a:off x="3337560" y="3849624"/>
            <a:ext cx="2468880" cy="228600"/>
          </a:xfrm>
          <a:prstGeom prst="rect">
            <a:avLst/>
          </a:prstGeom>
          <a:noFill/>
          <a:ln/>
        </p:spPr>
        <p:txBody>
          <a:bodyPr wrap="square" lIns="0" tIns="0" rIns="0" bIns="0" rtlCol="0" anchor="ctr"/>
          <a:lstStyle/>
          <a:p>
            <a:pPr marL="0" indent="0">
              <a:buNone/>
            </a:pPr>
            <a:r>
              <a:rPr lang="en-US" sz="900" b="1" kern="0" spc="200" dirty="0">
                <a:solidFill>
                  <a:srgbClr val="F2A65A"/>
                </a:solidFill>
              </a:rPr>
              <a:t>08</a:t>
            </a:r>
            <a:endParaRPr lang="en-US" sz="900" dirty="0"/>
          </a:p>
        </p:txBody>
      </p:sp>
      <p:sp>
        <p:nvSpPr>
          <p:cNvPr id="45" name="Text 43"/>
          <p:cNvSpPr/>
          <p:nvPr/>
        </p:nvSpPr>
        <p:spPr>
          <a:xfrm>
            <a:off x="3337560" y="4050792"/>
            <a:ext cx="2514600" cy="365760"/>
          </a:xfrm>
          <a:prstGeom prst="rect">
            <a:avLst/>
          </a:prstGeom>
          <a:noFill/>
          <a:ln/>
        </p:spPr>
        <p:txBody>
          <a:bodyPr wrap="square" lIns="0" tIns="0" rIns="0" bIns="0" rtlCol="0" anchor="ctr"/>
          <a:lstStyle/>
          <a:p>
            <a:pPr marL="0" indent="0">
              <a:buNone/>
            </a:pPr>
            <a:r>
              <a:rPr lang="en-US" sz="1200" b="1" dirty="0">
                <a:solidFill>
                  <a:srgbClr val="0F2A47"/>
                </a:solidFill>
                <a:latin typeface="Cambria" pitchFamily="34" charset="0"/>
                <a:ea typeface="Cambria" pitchFamily="34" charset="-122"/>
                <a:cs typeface="Cambria" pitchFamily="34" charset="-120"/>
              </a:rPr>
              <a:t>Discover &amp; Reuse from Catalog</a:t>
            </a:r>
            <a:endParaRPr lang="en-US" sz="1200" dirty="0"/>
          </a:p>
        </p:txBody>
      </p:sp>
      <p:sp>
        <p:nvSpPr>
          <p:cNvPr id="46" name="Text 44"/>
          <p:cNvSpPr/>
          <p:nvPr/>
        </p:nvSpPr>
        <p:spPr>
          <a:xfrm>
            <a:off x="3337560" y="4398264"/>
            <a:ext cx="2514600" cy="365760"/>
          </a:xfrm>
          <a:prstGeom prst="rect">
            <a:avLst/>
          </a:prstGeom>
          <a:noFill/>
          <a:ln/>
        </p:spPr>
        <p:txBody>
          <a:bodyPr wrap="square" lIns="0" tIns="0" rIns="0" bIns="0" rtlCol="0" anchor="ctr"/>
          <a:lstStyle/>
          <a:p>
            <a:pPr marL="0" indent="0">
              <a:buNone/>
            </a:pPr>
            <a:r>
              <a:rPr lang="en-US" sz="1000" dirty="0">
                <a:solidFill>
                  <a:srgbClr val="1E293B"/>
                </a:solidFill>
              </a:rPr>
              <a:t>Search reviewed assets, reuse across programs.</a:t>
            </a:r>
            <a:endParaRPr lang="en-US" sz="1000" dirty="0"/>
          </a:p>
        </p:txBody>
      </p:sp>
      <p:sp>
        <p:nvSpPr>
          <p:cNvPr id="47" name="Shape 45"/>
          <p:cNvSpPr/>
          <p:nvPr/>
        </p:nvSpPr>
        <p:spPr>
          <a:xfrm>
            <a:off x="6062472" y="3758184"/>
            <a:ext cx="2743200" cy="1051560"/>
          </a:xfrm>
          <a:prstGeom prst="rect">
            <a:avLst/>
          </a:prstGeom>
          <a:solidFill>
            <a:srgbClr val="FFFFFF"/>
          </a:solidFill>
          <a:ln w="9525">
            <a:solidFill>
              <a:srgbClr val="D8D3C7"/>
            </a:solidFill>
            <a:prstDash val="solid"/>
          </a:ln>
        </p:spPr>
        <p:txBody>
          <a:bodyPr/>
          <a:lstStyle/>
          <a:p>
            <a:endParaRPr lang="en-US"/>
          </a:p>
        </p:txBody>
      </p:sp>
      <p:sp>
        <p:nvSpPr>
          <p:cNvPr id="48" name="Shape 46"/>
          <p:cNvSpPr/>
          <p:nvPr/>
        </p:nvSpPr>
        <p:spPr>
          <a:xfrm>
            <a:off x="6062472" y="3758184"/>
            <a:ext cx="73152" cy="1051560"/>
          </a:xfrm>
          <a:prstGeom prst="rect">
            <a:avLst/>
          </a:prstGeom>
          <a:solidFill>
            <a:srgbClr val="00A896"/>
          </a:solidFill>
          <a:ln w="12700">
            <a:solidFill>
              <a:srgbClr val="00A896"/>
            </a:solidFill>
            <a:prstDash val="solid"/>
          </a:ln>
        </p:spPr>
        <p:txBody>
          <a:bodyPr/>
          <a:lstStyle/>
          <a:p>
            <a:endParaRPr lang="en-US"/>
          </a:p>
        </p:txBody>
      </p:sp>
      <p:sp>
        <p:nvSpPr>
          <p:cNvPr id="49" name="Text 47"/>
          <p:cNvSpPr/>
          <p:nvPr/>
        </p:nvSpPr>
        <p:spPr>
          <a:xfrm>
            <a:off x="6199632" y="3849624"/>
            <a:ext cx="2468880" cy="228600"/>
          </a:xfrm>
          <a:prstGeom prst="rect">
            <a:avLst/>
          </a:prstGeom>
          <a:noFill/>
          <a:ln/>
        </p:spPr>
        <p:txBody>
          <a:bodyPr wrap="square" lIns="0" tIns="0" rIns="0" bIns="0" rtlCol="0" anchor="ctr"/>
          <a:lstStyle/>
          <a:p>
            <a:pPr marL="0" indent="0">
              <a:buNone/>
            </a:pPr>
            <a:r>
              <a:rPr lang="en-US" sz="900" b="1" kern="0" spc="200" dirty="0">
                <a:solidFill>
                  <a:srgbClr val="00A896"/>
                </a:solidFill>
              </a:rPr>
              <a:t>09</a:t>
            </a:r>
            <a:endParaRPr lang="en-US" sz="900" dirty="0"/>
          </a:p>
        </p:txBody>
      </p:sp>
      <p:sp>
        <p:nvSpPr>
          <p:cNvPr id="50" name="Text 48"/>
          <p:cNvSpPr/>
          <p:nvPr/>
        </p:nvSpPr>
        <p:spPr>
          <a:xfrm>
            <a:off x="6199632" y="4050792"/>
            <a:ext cx="2514600" cy="365760"/>
          </a:xfrm>
          <a:prstGeom prst="rect">
            <a:avLst/>
          </a:prstGeom>
          <a:noFill/>
          <a:ln/>
        </p:spPr>
        <p:txBody>
          <a:bodyPr wrap="square" lIns="0" tIns="0" rIns="0" bIns="0" rtlCol="0" anchor="ctr"/>
          <a:lstStyle/>
          <a:p>
            <a:pPr marL="0" indent="0">
              <a:buNone/>
            </a:pPr>
            <a:r>
              <a:rPr lang="en-US" sz="1200" b="1" dirty="0">
                <a:solidFill>
                  <a:srgbClr val="0F2A47"/>
                </a:solidFill>
                <a:latin typeface="Cambria" pitchFamily="34" charset="0"/>
                <a:ea typeface="Cambria" pitchFamily="34" charset="-122"/>
                <a:cs typeface="Cambria" pitchFamily="34" charset="-120"/>
              </a:rPr>
              <a:t>Review in Streamlit UI</a:t>
            </a:r>
            <a:endParaRPr lang="en-US" sz="1200" dirty="0"/>
          </a:p>
        </p:txBody>
      </p:sp>
      <p:sp>
        <p:nvSpPr>
          <p:cNvPr id="51" name="Text 49"/>
          <p:cNvSpPr/>
          <p:nvPr/>
        </p:nvSpPr>
        <p:spPr>
          <a:xfrm>
            <a:off x="6199632" y="4398264"/>
            <a:ext cx="2514600" cy="365760"/>
          </a:xfrm>
          <a:prstGeom prst="rect">
            <a:avLst/>
          </a:prstGeom>
          <a:noFill/>
          <a:ln/>
        </p:spPr>
        <p:txBody>
          <a:bodyPr wrap="square" lIns="0" tIns="0" rIns="0" bIns="0" rtlCol="0" anchor="ctr"/>
          <a:lstStyle/>
          <a:p>
            <a:pPr marL="0" indent="0">
              <a:buNone/>
            </a:pPr>
            <a:r>
              <a:rPr lang="en-US" sz="1000" dirty="0">
                <a:solidFill>
                  <a:srgbClr val="1E293B"/>
                </a:solidFill>
              </a:rPr>
              <a:t>Single operator surface across all flows.</a:t>
            </a:r>
            <a:endParaRPr lang="en-US" sz="1000" dirty="0"/>
          </a:p>
        </p:txBody>
      </p:sp>
      <p:sp>
        <p:nvSpPr>
          <p:cNvPr id="52" name="Shape 50"/>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53" name="Text 51"/>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54" name="Text 52"/>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dirty="0">
                <a:solidFill>
                  <a:srgbClr val="FFFFFF"/>
                </a:solidFill>
              </a:rPr>
              <a:t>9 / 38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3">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Why Enterprise Teams Can Trust the Flow</a:t>
            </a:r>
            <a:endParaRPr lang="en-US" sz="26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Trust comes from explicit control points</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10 </a:t>
            </a:r>
            <a:r>
              <a:rPr lang="en-US" sz="900" dirty="0">
                <a:solidFill>
                  <a:srgbClr val="FFFFFF"/>
                </a:solidFill>
              </a:rPr>
              <a:t>/ </a:t>
            </a:r>
            <a:r>
              <a:rPr lang="en-US" sz="900">
                <a:solidFill>
                  <a:srgbClr val="FFFFFF"/>
                </a:solidFill>
              </a:rPr>
              <a:t>38</a:t>
            </a:r>
            <a:endParaRPr lang="en-US" sz="900" dirty="0"/>
          </a:p>
        </p:txBody>
      </p:sp>
      <p:sp>
        <p:nvSpPr>
          <p:cNvPr id="10" name="Shape 8"/>
          <p:cNvSpPr/>
          <p:nvPr/>
        </p:nvSpPr>
        <p:spPr>
          <a:xfrm>
            <a:off x="320040" y="1554480"/>
            <a:ext cx="1627632" cy="457200"/>
          </a:xfrm>
          <a:prstGeom prst="rect">
            <a:avLst/>
          </a:prstGeom>
          <a:solidFill>
            <a:srgbClr val="0F2A47"/>
          </a:solidFill>
          <a:ln w="12700">
            <a:solidFill>
              <a:srgbClr val="0F2A47"/>
            </a:solidFill>
            <a:prstDash val="solid"/>
          </a:ln>
        </p:spPr>
        <p:txBody>
          <a:bodyPr/>
          <a:lstStyle/>
          <a:p>
            <a:endParaRPr lang="en-US"/>
          </a:p>
        </p:txBody>
      </p:sp>
      <p:sp>
        <p:nvSpPr>
          <p:cNvPr id="11" name="Text 9"/>
          <p:cNvSpPr/>
          <p:nvPr/>
        </p:nvSpPr>
        <p:spPr>
          <a:xfrm>
            <a:off x="320040" y="1554480"/>
            <a:ext cx="1627632" cy="457200"/>
          </a:xfrm>
          <a:prstGeom prst="rect">
            <a:avLst/>
          </a:prstGeom>
          <a:noFill/>
          <a:ln/>
        </p:spPr>
        <p:txBody>
          <a:bodyPr wrap="square" lIns="0" tIns="0" rIns="0" bIns="0" rtlCol="0" anchor="ctr"/>
          <a:lstStyle/>
          <a:p>
            <a:pPr marL="0" indent="0" algn="ctr">
              <a:buNone/>
            </a:pPr>
            <a:r>
              <a:rPr lang="en-US" sz="1400" b="1" dirty="0">
                <a:solidFill>
                  <a:srgbClr val="00A896"/>
                </a:solidFill>
              </a:rPr>
              <a:t>01</a:t>
            </a:r>
            <a:endParaRPr lang="en-US" sz="1400" dirty="0"/>
          </a:p>
        </p:txBody>
      </p:sp>
      <p:sp>
        <p:nvSpPr>
          <p:cNvPr id="12" name="Shape 10"/>
          <p:cNvSpPr/>
          <p:nvPr/>
        </p:nvSpPr>
        <p:spPr>
          <a:xfrm>
            <a:off x="320040" y="2011680"/>
            <a:ext cx="1627632" cy="1920240"/>
          </a:xfrm>
          <a:prstGeom prst="rect">
            <a:avLst/>
          </a:prstGeom>
          <a:solidFill>
            <a:srgbClr val="FFFFFF"/>
          </a:solidFill>
          <a:ln w="9525">
            <a:solidFill>
              <a:srgbClr val="D8D3C7"/>
            </a:solidFill>
            <a:prstDash val="solid"/>
          </a:ln>
        </p:spPr>
        <p:txBody>
          <a:bodyPr/>
          <a:lstStyle/>
          <a:p>
            <a:endParaRPr lang="en-US"/>
          </a:p>
        </p:txBody>
      </p:sp>
      <p:sp>
        <p:nvSpPr>
          <p:cNvPr id="13" name="Text 11"/>
          <p:cNvSpPr/>
          <p:nvPr/>
        </p:nvSpPr>
        <p:spPr>
          <a:xfrm>
            <a:off x="457200" y="2103120"/>
            <a:ext cx="1353312" cy="41148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Explanations</a:t>
            </a:r>
            <a:endParaRPr lang="en-US" sz="1400" dirty="0"/>
          </a:p>
        </p:txBody>
      </p:sp>
      <p:sp>
        <p:nvSpPr>
          <p:cNvPr id="14" name="Text 12"/>
          <p:cNvSpPr/>
          <p:nvPr/>
        </p:nvSpPr>
        <p:spPr>
          <a:xfrm>
            <a:off x="457200" y="2560320"/>
            <a:ext cx="1353312" cy="1280160"/>
          </a:xfrm>
          <a:prstGeom prst="rect">
            <a:avLst/>
          </a:prstGeom>
          <a:noFill/>
          <a:ln/>
        </p:spPr>
        <p:txBody>
          <a:bodyPr wrap="square" lIns="0" tIns="0" rIns="0" bIns="0" rtlCol="0" anchor="ctr"/>
          <a:lstStyle/>
          <a:p>
            <a:pPr marL="0" indent="0">
              <a:buNone/>
            </a:pPr>
            <a:r>
              <a:rPr lang="en-US" sz="1100" dirty="0">
                <a:solidFill>
                  <a:srgbClr val="1E293B"/>
                </a:solidFill>
              </a:rPr>
              <a:t>Per-signal breakdown for every suggestion</a:t>
            </a:r>
            <a:endParaRPr lang="en-US" sz="1100" dirty="0"/>
          </a:p>
        </p:txBody>
      </p:sp>
      <p:sp>
        <p:nvSpPr>
          <p:cNvPr id="15" name="Shape 13"/>
          <p:cNvSpPr/>
          <p:nvPr/>
        </p:nvSpPr>
        <p:spPr>
          <a:xfrm>
            <a:off x="2039112" y="1554480"/>
            <a:ext cx="1627632" cy="457200"/>
          </a:xfrm>
          <a:prstGeom prst="rect">
            <a:avLst/>
          </a:prstGeom>
          <a:solidFill>
            <a:srgbClr val="0F2A47"/>
          </a:solidFill>
          <a:ln w="12700">
            <a:solidFill>
              <a:srgbClr val="0F2A47"/>
            </a:solidFill>
            <a:prstDash val="solid"/>
          </a:ln>
        </p:spPr>
        <p:txBody>
          <a:bodyPr/>
          <a:lstStyle/>
          <a:p>
            <a:endParaRPr lang="en-US"/>
          </a:p>
        </p:txBody>
      </p:sp>
      <p:sp>
        <p:nvSpPr>
          <p:cNvPr id="16" name="Text 14"/>
          <p:cNvSpPr/>
          <p:nvPr/>
        </p:nvSpPr>
        <p:spPr>
          <a:xfrm>
            <a:off x="2039112" y="1554480"/>
            <a:ext cx="1627632" cy="457200"/>
          </a:xfrm>
          <a:prstGeom prst="rect">
            <a:avLst/>
          </a:prstGeom>
          <a:noFill/>
          <a:ln/>
        </p:spPr>
        <p:txBody>
          <a:bodyPr wrap="square" lIns="0" tIns="0" rIns="0" bIns="0" rtlCol="0" anchor="ctr"/>
          <a:lstStyle/>
          <a:p>
            <a:pPr marL="0" indent="0" algn="ctr">
              <a:buNone/>
            </a:pPr>
            <a:r>
              <a:rPr lang="en-US" sz="1400" b="1" dirty="0">
                <a:solidFill>
                  <a:srgbClr val="00A896"/>
                </a:solidFill>
              </a:rPr>
              <a:t>02</a:t>
            </a:r>
            <a:endParaRPr lang="en-US" sz="1400" dirty="0"/>
          </a:p>
        </p:txBody>
      </p:sp>
      <p:sp>
        <p:nvSpPr>
          <p:cNvPr id="17" name="Shape 15"/>
          <p:cNvSpPr/>
          <p:nvPr/>
        </p:nvSpPr>
        <p:spPr>
          <a:xfrm>
            <a:off x="2039112" y="2011680"/>
            <a:ext cx="1627632" cy="1920240"/>
          </a:xfrm>
          <a:prstGeom prst="rect">
            <a:avLst/>
          </a:prstGeom>
          <a:solidFill>
            <a:srgbClr val="FFFFFF"/>
          </a:solidFill>
          <a:ln w="9525">
            <a:solidFill>
              <a:srgbClr val="D8D3C7"/>
            </a:solidFill>
            <a:prstDash val="solid"/>
          </a:ln>
        </p:spPr>
        <p:txBody>
          <a:bodyPr/>
          <a:lstStyle/>
          <a:p>
            <a:endParaRPr lang="en-US"/>
          </a:p>
        </p:txBody>
      </p:sp>
      <p:sp>
        <p:nvSpPr>
          <p:cNvPr id="18" name="Text 16"/>
          <p:cNvSpPr/>
          <p:nvPr/>
        </p:nvSpPr>
        <p:spPr>
          <a:xfrm>
            <a:off x="2176272" y="2103120"/>
            <a:ext cx="1353312" cy="41148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Bounded AI</a:t>
            </a:r>
            <a:endParaRPr lang="en-US" sz="1400" dirty="0"/>
          </a:p>
        </p:txBody>
      </p:sp>
      <p:sp>
        <p:nvSpPr>
          <p:cNvPr id="19" name="Text 17"/>
          <p:cNvSpPr/>
          <p:nvPr/>
        </p:nvSpPr>
        <p:spPr>
          <a:xfrm>
            <a:off x="2176272" y="2560320"/>
            <a:ext cx="1353312" cy="1280160"/>
          </a:xfrm>
          <a:prstGeom prst="rect">
            <a:avLst/>
          </a:prstGeom>
          <a:noFill/>
          <a:ln/>
        </p:spPr>
        <p:txBody>
          <a:bodyPr wrap="square" lIns="0" tIns="0" rIns="0" bIns="0" rtlCol="0" anchor="ctr"/>
          <a:lstStyle/>
          <a:p>
            <a:pPr marL="0" indent="0">
              <a:buNone/>
            </a:pPr>
            <a:r>
              <a:rPr lang="en-US" sz="1100" dirty="0">
                <a:solidFill>
                  <a:srgbClr val="1E293B"/>
                </a:solidFill>
              </a:rPr>
              <a:t>LLM constrained to validation &amp; generation</a:t>
            </a:r>
            <a:endParaRPr lang="en-US" sz="1100" dirty="0"/>
          </a:p>
        </p:txBody>
      </p:sp>
      <p:sp>
        <p:nvSpPr>
          <p:cNvPr id="20" name="Shape 18"/>
          <p:cNvSpPr/>
          <p:nvPr/>
        </p:nvSpPr>
        <p:spPr>
          <a:xfrm>
            <a:off x="3758184" y="1554480"/>
            <a:ext cx="1627632" cy="457200"/>
          </a:xfrm>
          <a:prstGeom prst="rect">
            <a:avLst/>
          </a:prstGeom>
          <a:solidFill>
            <a:srgbClr val="0F2A47"/>
          </a:solidFill>
          <a:ln w="12700">
            <a:solidFill>
              <a:srgbClr val="0F2A47"/>
            </a:solidFill>
            <a:prstDash val="solid"/>
          </a:ln>
        </p:spPr>
        <p:txBody>
          <a:bodyPr/>
          <a:lstStyle/>
          <a:p>
            <a:endParaRPr lang="en-US"/>
          </a:p>
        </p:txBody>
      </p:sp>
      <p:sp>
        <p:nvSpPr>
          <p:cNvPr id="21" name="Text 19"/>
          <p:cNvSpPr/>
          <p:nvPr/>
        </p:nvSpPr>
        <p:spPr>
          <a:xfrm>
            <a:off x="3758184" y="1554480"/>
            <a:ext cx="1627632" cy="457200"/>
          </a:xfrm>
          <a:prstGeom prst="rect">
            <a:avLst/>
          </a:prstGeom>
          <a:noFill/>
          <a:ln/>
        </p:spPr>
        <p:txBody>
          <a:bodyPr wrap="square" lIns="0" tIns="0" rIns="0" bIns="0" rtlCol="0" anchor="ctr"/>
          <a:lstStyle/>
          <a:p>
            <a:pPr marL="0" indent="0" algn="ctr">
              <a:buNone/>
            </a:pPr>
            <a:r>
              <a:rPr lang="en-US" sz="1400" b="1" dirty="0">
                <a:solidFill>
                  <a:srgbClr val="00A896"/>
                </a:solidFill>
              </a:rPr>
              <a:t>03</a:t>
            </a:r>
            <a:endParaRPr lang="en-US" sz="1400" dirty="0"/>
          </a:p>
        </p:txBody>
      </p:sp>
      <p:sp>
        <p:nvSpPr>
          <p:cNvPr id="22" name="Shape 20"/>
          <p:cNvSpPr/>
          <p:nvPr/>
        </p:nvSpPr>
        <p:spPr>
          <a:xfrm>
            <a:off x="3758184" y="2011680"/>
            <a:ext cx="1627632" cy="1920240"/>
          </a:xfrm>
          <a:prstGeom prst="rect">
            <a:avLst/>
          </a:prstGeom>
          <a:solidFill>
            <a:srgbClr val="FFFFFF"/>
          </a:solidFill>
          <a:ln w="9525">
            <a:solidFill>
              <a:srgbClr val="D8D3C7"/>
            </a:solidFill>
            <a:prstDash val="solid"/>
          </a:ln>
        </p:spPr>
        <p:txBody>
          <a:bodyPr/>
          <a:lstStyle/>
          <a:p>
            <a:endParaRPr lang="en-US"/>
          </a:p>
        </p:txBody>
      </p:sp>
      <p:sp>
        <p:nvSpPr>
          <p:cNvPr id="23" name="Text 21"/>
          <p:cNvSpPr/>
          <p:nvPr/>
        </p:nvSpPr>
        <p:spPr>
          <a:xfrm>
            <a:off x="3895344" y="2103120"/>
            <a:ext cx="1353312" cy="41148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Review</a:t>
            </a:r>
            <a:endParaRPr lang="en-US" sz="1400" dirty="0"/>
          </a:p>
        </p:txBody>
      </p:sp>
      <p:sp>
        <p:nvSpPr>
          <p:cNvPr id="24" name="Text 22"/>
          <p:cNvSpPr/>
          <p:nvPr/>
        </p:nvSpPr>
        <p:spPr>
          <a:xfrm>
            <a:off x="3895344" y="2560320"/>
            <a:ext cx="1353312" cy="1280160"/>
          </a:xfrm>
          <a:prstGeom prst="rect">
            <a:avLst/>
          </a:prstGeom>
          <a:noFill/>
          <a:ln/>
        </p:spPr>
        <p:txBody>
          <a:bodyPr wrap="square" lIns="0" tIns="0" rIns="0" bIns="0" rtlCol="0" anchor="ctr"/>
          <a:lstStyle/>
          <a:p>
            <a:pPr marL="0" indent="0">
              <a:buNone/>
            </a:pPr>
            <a:r>
              <a:rPr lang="en-US" sz="1100" dirty="0">
                <a:solidFill>
                  <a:srgbClr val="1E293B"/>
                </a:solidFill>
              </a:rPr>
              <a:t>Corrections &amp; reusable rules feed back</a:t>
            </a:r>
            <a:endParaRPr lang="en-US" sz="1100" dirty="0"/>
          </a:p>
        </p:txBody>
      </p:sp>
      <p:sp>
        <p:nvSpPr>
          <p:cNvPr id="25" name="Shape 23"/>
          <p:cNvSpPr/>
          <p:nvPr/>
        </p:nvSpPr>
        <p:spPr>
          <a:xfrm>
            <a:off x="5477256" y="1554480"/>
            <a:ext cx="1627632" cy="457200"/>
          </a:xfrm>
          <a:prstGeom prst="rect">
            <a:avLst/>
          </a:prstGeom>
          <a:solidFill>
            <a:srgbClr val="0F2A47"/>
          </a:solidFill>
          <a:ln w="12700">
            <a:solidFill>
              <a:srgbClr val="0F2A47"/>
            </a:solidFill>
            <a:prstDash val="solid"/>
          </a:ln>
        </p:spPr>
        <p:txBody>
          <a:bodyPr/>
          <a:lstStyle/>
          <a:p>
            <a:endParaRPr lang="en-US"/>
          </a:p>
        </p:txBody>
      </p:sp>
      <p:sp>
        <p:nvSpPr>
          <p:cNvPr id="26" name="Text 24"/>
          <p:cNvSpPr/>
          <p:nvPr/>
        </p:nvSpPr>
        <p:spPr>
          <a:xfrm>
            <a:off x="5477256" y="1554480"/>
            <a:ext cx="1627632" cy="457200"/>
          </a:xfrm>
          <a:prstGeom prst="rect">
            <a:avLst/>
          </a:prstGeom>
          <a:noFill/>
          <a:ln/>
        </p:spPr>
        <p:txBody>
          <a:bodyPr wrap="square" lIns="0" tIns="0" rIns="0" bIns="0" rtlCol="0" anchor="ctr"/>
          <a:lstStyle/>
          <a:p>
            <a:pPr marL="0" indent="0" algn="ctr">
              <a:buNone/>
            </a:pPr>
            <a:r>
              <a:rPr lang="en-US" sz="1400" b="1" dirty="0">
                <a:solidFill>
                  <a:srgbClr val="00A896"/>
                </a:solidFill>
              </a:rPr>
              <a:t>04</a:t>
            </a:r>
            <a:endParaRPr lang="en-US" sz="1400" dirty="0"/>
          </a:p>
        </p:txBody>
      </p:sp>
      <p:sp>
        <p:nvSpPr>
          <p:cNvPr id="27" name="Shape 25"/>
          <p:cNvSpPr/>
          <p:nvPr/>
        </p:nvSpPr>
        <p:spPr>
          <a:xfrm>
            <a:off x="5477256" y="2011680"/>
            <a:ext cx="1627632" cy="1920240"/>
          </a:xfrm>
          <a:prstGeom prst="rect">
            <a:avLst/>
          </a:prstGeom>
          <a:solidFill>
            <a:srgbClr val="FFFFFF"/>
          </a:solidFill>
          <a:ln w="9525">
            <a:solidFill>
              <a:srgbClr val="D8D3C7"/>
            </a:solidFill>
            <a:prstDash val="solid"/>
          </a:ln>
        </p:spPr>
        <p:txBody>
          <a:bodyPr/>
          <a:lstStyle/>
          <a:p>
            <a:endParaRPr lang="en-US"/>
          </a:p>
        </p:txBody>
      </p:sp>
      <p:sp>
        <p:nvSpPr>
          <p:cNvPr id="28" name="Text 26"/>
          <p:cNvSpPr/>
          <p:nvPr/>
        </p:nvSpPr>
        <p:spPr>
          <a:xfrm>
            <a:off x="5614416" y="2103120"/>
            <a:ext cx="1353312" cy="41148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Versioning</a:t>
            </a:r>
            <a:endParaRPr lang="en-US" sz="1400" dirty="0"/>
          </a:p>
        </p:txBody>
      </p:sp>
      <p:sp>
        <p:nvSpPr>
          <p:cNvPr id="29" name="Text 27"/>
          <p:cNvSpPr/>
          <p:nvPr/>
        </p:nvSpPr>
        <p:spPr>
          <a:xfrm>
            <a:off x="5614416" y="2560320"/>
            <a:ext cx="1353312" cy="1280160"/>
          </a:xfrm>
          <a:prstGeom prst="rect">
            <a:avLst/>
          </a:prstGeom>
          <a:noFill/>
          <a:ln/>
        </p:spPr>
        <p:txBody>
          <a:bodyPr wrap="square" lIns="0" tIns="0" rIns="0" bIns="0" rtlCol="0" anchor="ctr"/>
          <a:lstStyle/>
          <a:p>
            <a:pPr marL="0" indent="0">
              <a:buNone/>
            </a:pPr>
            <a:r>
              <a:rPr lang="en-US" sz="1100" dirty="0">
                <a:solidFill>
                  <a:srgbClr val="1E293B"/>
                </a:solidFill>
              </a:rPr>
              <a:t>Mapping sets carry status flow</a:t>
            </a:r>
            <a:endParaRPr lang="en-US" sz="1100" dirty="0"/>
          </a:p>
        </p:txBody>
      </p:sp>
      <p:sp>
        <p:nvSpPr>
          <p:cNvPr id="30" name="Shape 28"/>
          <p:cNvSpPr/>
          <p:nvPr/>
        </p:nvSpPr>
        <p:spPr>
          <a:xfrm>
            <a:off x="7196328" y="1554480"/>
            <a:ext cx="1627632" cy="457200"/>
          </a:xfrm>
          <a:prstGeom prst="rect">
            <a:avLst/>
          </a:prstGeom>
          <a:solidFill>
            <a:srgbClr val="0F2A47"/>
          </a:solidFill>
          <a:ln w="12700">
            <a:solidFill>
              <a:srgbClr val="0F2A47"/>
            </a:solidFill>
            <a:prstDash val="solid"/>
          </a:ln>
        </p:spPr>
        <p:txBody>
          <a:bodyPr/>
          <a:lstStyle/>
          <a:p>
            <a:endParaRPr lang="en-US"/>
          </a:p>
        </p:txBody>
      </p:sp>
      <p:sp>
        <p:nvSpPr>
          <p:cNvPr id="31" name="Text 29"/>
          <p:cNvSpPr/>
          <p:nvPr/>
        </p:nvSpPr>
        <p:spPr>
          <a:xfrm>
            <a:off x="7196328" y="1554480"/>
            <a:ext cx="1627632" cy="457200"/>
          </a:xfrm>
          <a:prstGeom prst="rect">
            <a:avLst/>
          </a:prstGeom>
          <a:noFill/>
          <a:ln/>
        </p:spPr>
        <p:txBody>
          <a:bodyPr wrap="square" lIns="0" tIns="0" rIns="0" bIns="0" rtlCol="0" anchor="ctr"/>
          <a:lstStyle/>
          <a:p>
            <a:pPr marL="0" indent="0" algn="ctr">
              <a:buNone/>
            </a:pPr>
            <a:r>
              <a:rPr lang="en-US" sz="1400" b="1" dirty="0">
                <a:solidFill>
                  <a:srgbClr val="00A896"/>
                </a:solidFill>
              </a:rPr>
              <a:t>05</a:t>
            </a:r>
            <a:endParaRPr lang="en-US" sz="1400" dirty="0"/>
          </a:p>
        </p:txBody>
      </p:sp>
      <p:sp>
        <p:nvSpPr>
          <p:cNvPr id="32" name="Shape 30"/>
          <p:cNvSpPr/>
          <p:nvPr/>
        </p:nvSpPr>
        <p:spPr>
          <a:xfrm>
            <a:off x="7196328" y="2011680"/>
            <a:ext cx="1627632" cy="1920240"/>
          </a:xfrm>
          <a:prstGeom prst="rect">
            <a:avLst/>
          </a:prstGeom>
          <a:solidFill>
            <a:srgbClr val="FFFFFF"/>
          </a:solidFill>
          <a:ln w="9525">
            <a:solidFill>
              <a:srgbClr val="D8D3C7"/>
            </a:solidFill>
            <a:prstDash val="solid"/>
          </a:ln>
        </p:spPr>
        <p:txBody>
          <a:bodyPr/>
          <a:lstStyle/>
          <a:p>
            <a:endParaRPr lang="en-US"/>
          </a:p>
        </p:txBody>
      </p:sp>
      <p:sp>
        <p:nvSpPr>
          <p:cNvPr id="33" name="Text 31"/>
          <p:cNvSpPr/>
          <p:nvPr/>
        </p:nvSpPr>
        <p:spPr>
          <a:xfrm>
            <a:off x="7333488" y="2103120"/>
            <a:ext cx="1353312" cy="41148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Audit</a:t>
            </a:r>
            <a:endParaRPr lang="en-US" sz="1400" dirty="0"/>
          </a:p>
        </p:txBody>
      </p:sp>
      <p:sp>
        <p:nvSpPr>
          <p:cNvPr id="34" name="Text 32"/>
          <p:cNvSpPr/>
          <p:nvPr/>
        </p:nvSpPr>
        <p:spPr>
          <a:xfrm>
            <a:off x="7333488" y="2560320"/>
            <a:ext cx="1353312" cy="1280160"/>
          </a:xfrm>
          <a:prstGeom prst="rect">
            <a:avLst/>
          </a:prstGeom>
          <a:noFill/>
          <a:ln/>
        </p:spPr>
        <p:txBody>
          <a:bodyPr wrap="square" lIns="0" tIns="0" rIns="0" bIns="0" rtlCol="0" anchor="ctr"/>
          <a:lstStyle/>
          <a:p>
            <a:pPr marL="0" indent="0">
              <a:buNone/>
            </a:pPr>
            <a:r>
              <a:rPr lang="en-US" sz="1100" dirty="0">
                <a:solidFill>
                  <a:srgbClr val="1E293B"/>
                </a:solidFill>
              </a:rPr>
              <a:t>Diff &amp; history for governance visibility</a:t>
            </a:r>
            <a:endParaRPr lang="en-US" sz="1100" dirty="0"/>
          </a:p>
        </p:txBody>
      </p:sp>
      <p:sp>
        <p:nvSpPr>
          <p:cNvPr id="35" name="Text 33"/>
          <p:cNvSpPr/>
          <p:nvPr/>
        </p:nvSpPr>
        <p:spPr>
          <a:xfrm>
            <a:off x="457200" y="4297680"/>
            <a:ext cx="8229600" cy="365760"/>
          </a:xfrm>
          <a:prstGeom prst="rect">
            <a:avLst/>
          </a:prstGeom>
          <a:noFill/>
          <a:ln/>
        </p:spPr>
        <p:txBody>
          <a:bodyPr wrap="square" lIns="0" tIns="0" rIns="0" bIns="0" rtlCol="0" anchor="ctr"/>
          <a:lstStyle/>
          <a:p>
            <a:pPr marL="0" indent="0" algn="ctr">
              <a:buNone/>
            </a:pPr>
            <a:r>
              <a:rPr lang="en-US" sz="1200" i="1" dirty="0">
                <a:solidFill>
                  <a:srgbClr val="0F2A47"/>
                </a:solidFill>
              </a:rPr>
              <a:t>Inspectable. Changeable. Auditable. — a stronger enterprise posture than one-shot AI.</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Semantra in the MDM Initiative</a:t>
            </a:r>
            <a:endParaRPr lang="en-US" sz="26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MDM context · why a semantic mapping layer is needed now</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11 </a:t>
            </a:r>
            <a:r>
              <a:rPr lang="en-US" sz="900" dirty="0">
                <a:solidFill>
                  <a:srgbClr val="FFFFFF"/>
                </a:solidFill>
              </a:rPr>
              <a:t>/ </a:t>
            </a:r>
            <a:r>
              <a:rPr lang="en-US" sz="900">
                <a:solidFill>
                  <a:srgbClr val="FFFFFF"/>
                </a:solidFill>
              </a:rPr>
              <a:t>38</a:t>
            </a:r>
            <a:endParaRPr lang="en-US" sz="900" dirty="0"/>
          </a:p>
        </p:txBody>
      </p:sp>
      <p:sp>
        <p:nvSpPr>
          <p:cNvPr id="10" name="Shape 8"/>
          <p:cNvSpPr/>
          <p:nvPr/>
        </p:nvSpPr>
        <p:spPr>
          <a:xfrm>
            <a:off x="457200" y="1417320"/>
            <a:ext cx="4023360" cy="3246120"/>
          </a:xfrm>
          <a:prstGeom prst="rect">
            <a:avLst/>
          </a:prstGeom>
          <a:solidFill>
            <a:srgbClr val="FFFFFF"/>
          </a:solidFill>
          <a:ln w="9525">
            <a:solidFill>
              <a:srgbClr val="D8D3C7"/>
            </a:solidFill>
            <a:prstDash val="solid"/>
          </a:ln>
        </p:spPr>
        <p:txBody>
          <a:bodyPr/>
          <a:lstStyle/>
          <a:p>
            <a:endParaRPr lang="en-US"/>
          </a:p>
        </p:txBody>
      </p:sp>
      <p:sp>
        <p:nvSpPr>
          <p:cNvPr id="11" name="Shape 9"/>
          <p:cNvSpPr/>
          <p:nvPr/>
        </p:nvSpPr>
        <p:spPr>
          <a:xfrm>
            <a:off x="457200" y="1417320"/>
            <a:ext cx="73152" cy="3246120"/>
          </a:xfrm>
          <a:prstGeom prst="rect">
            <a:avLst/>
          </a:prstGeom>
          <a:solidFill>
            <a:srgbClr val="0F2A47"/>
          </a:solidFill>
          <a:ln w="12700">
            <a:solidFill>
              <a:srgbClr val="0F2A47"/>
            </a:solidFill>
            <a:prstDash val="solid"/>
          </a:ln>
        </p:spPr>
        <p:txBody>
          <a:bodyPr/>
          <a:lstStyle/>
          <a:p>
            <a:endParaRPr lang="en-US"/>
          </a:p>
        </p:txBody>
      </p:sp>
      <p:sp>
        <p:nvSpPr>
          <p:cNvPr id="12" name="Text 10"/>
          <p:cNvSpPr/>
          <p:nvPr/>
        </p:nvSpPr>
        <p:spPr>
          <a:xfrm>
            <a:off x="640080" y="1508760"/>
            <a:ext cx="3657600" cy="36576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MDM project landscape today</a:t>
            </a:r>
            <a:endParaRPr lang="en-US" sz="1400" dirty="0"/>
          </a:p>
        </p:txBody>
      </p:sp>
      <p:sp>
        <p:nvSpPr>
          <p:cNvPr id="13" name="Text 11"/>
          <p:cNvSpPr/>
          <p:nvPr/>
        </p:nvSpPr>
        <p:spPr>
          <a:xfrm>
            <a:off x="640080" y="192024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Multiple source systems feeding a future golden record</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Customer, vendor, product domains in scope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No single authoritative canonical model yet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Mapping work spread across analysts, spreadsheets, hub configs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Stewardship &amp; survivorship rules still being defined</a:t>
            </a:r>
            <a:endParaRPr lang="en-US" sz="1200" dirty="0"/>
          </a:p>
        </p:txBody>
      </p:sp>
      <p:sp>
        <p:nvSpPr>
          <p:cNvPr id="14" name="Shape 12"/>
          <p:cNvSpPr/>
          <p:nvPr/>
        </p:nvSpPr>
        <p:spPr>
          <a:xfrm>
            <a:off x="4663440" y="1417320"/>
            <a:ext cx="4023360" cy="3246120"/>
          </a:xfrm>
          <a:prstGeom prst="rect">
            <a:avLst/>
          </a:prstGeom>
          <a:solidFill>
            <a:srgbClr val="FFFFFF"/>
          </a:solidFill>
          <a:ln w="9525">
            <a:solidFill>
              <a:srgbClr val="D8D3C7"/>
            </a:solidFill>
            <a:prstDash val="solid"/>
          </a:ln>
        </p:spPr>
        <p:txBody>
          <a:bodyPr/>
          <a:lstStyle/>
          <a:p>
            <a:endParaRPr lang="en-US"/>
          </a:p>
        </p:txBody>
      </p:sp>
      <p:sp>
        <p:nvSpPr>
          <p:cNvPr id="15" name="Shape 13"/>
          <p:cNvSpPr/>
          <p:nvPr/>
        </p:nvSpPr>
        <p:spPr>
          <a:xfrm>
            <a:off x="4663440" y="1417320"/>
            <a:ext cx="73152" cy="3246120"/>
          </a:xfrm>
          <a:prstGeom prst="rect">
            <a:avLst/>
          </a:prstGeom>
          <a:solidFill>
            <a:srgbClr val="00A896"/>
          </a:solidFill>
          <a:ln w="12700">
            <a:solidFill>
              <a:srgbClr val="00A896"/>
            </a:solidFill>
            <a:prstDash val="solid"/>
          </a:ln>
        </p:spPr>
        <p:txBody>
          <a:bodyPr/>
          <a:lstStyle/>
          <a:p>
            <a:endParaRPr lang="en-US"/>
          </a:p>
        </p:txBody>
      </p:sp>
      <p:sp>
        <p:nvSpPr>
          <p:cNvPr id="16" name="Text 14"/>
          <p:cNvSpPr/>
          <p:nvPr/>
        </p:nvSpPr>
        <p:spPr>
          <a:xfrm>
            <a:off x="4846320" y="1508760"/>
            <a:ext cx="3657600" cy="365760"/>
          </a:xfrm>
          <a:prstGeom prst="rect">
            <a:avLst/>
          </a:prstGeom>
          <a:noFill/>
          <a:ln/>
        </p:spPr>
        <p:txBody>
          <a:bodyPr wrap="square" lIns="0" tIns="0" rIns="0" bIns="0" rtlCol="0" anchor="ctr"/>
          <a:lstStyle/>
          <a:p>
            <a:pPr marL="0" indent="0">
              <a:buNone/>
            </a:pPr>
            <a:r>
              <a:rPr lang="en-US" sz="1400" b="1" dirty="0">
                <a:solidFill>
                  <a:srgbClr val="028090"/>
                </a:solidFill>
                <a:latin typeface="Cambria" pitchFamily="34" charset="0"/>
                <a:ea typeface="Cambria" pitchFamily="34" charset="-122"/>
                <a:cs typeface="Cambria" pitchFamily="34" charset="-120"/>
              </a:rPr>
              <a:t>What Semantra brings to MDM</a:t>
            </a:r>
            <a:endParaRPr lang="en-US" sz="1400" dirty="0"/>
          </a:p>
        </p:txBody>
      </p:sp>
      <p:sp>
        <p:nvSpPr>
          <p:cNvPr id="17" name="Text 15"/>
          <p:cNvSpPr/>
          <p:nvPr/>
        </p:nvSpPr>
        <p:spPr>
          <a:xfrm>
            <a:off x="4846320" y="192024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Source-to-canonical mapping engine (system-neutral)</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Explainable, reviewable mapping decisions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Reusable semantic memory across domains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Governance artifacts feeding MDM hub configuration</a:t>
            </a:r>
            <a:endParaRPr lang="en-US" sz="1200" dirty="0"/>
          </a:p>
          <a:p>
            <a:pPr marL="342900" indent="-342900">
              <a:spcAft>
                <a:spcPts val="600"/>
              </a:spcAft>
              <a:buSzPct val="100000"/>
              <a:buChar char="■"/>
            </a:pPr>
            <a:r>
              <a:rPr lang="en-US" sz="1200">
                <a:solidFill>
                  <a:srgbClr val="1E293B"/>
                </a:solidFill>
                <a:latin typeface="Calibri" pitchFamily="34" charset="0"/>
                <a:ea typeface="Calibri" pitchFamily="34" charset="-122"/>
                <a:cs typeface="Calibri" pitchFamily="34" charset="-120"/>
              </a:rPr>
              <a:t>Searchable </a:t>
            </a:r>
            <a:r>
              <a:rPr lang="en-US" sz="1200" dirty="0">
                <a:solidFill>
                  <a:srgbClr val="1E293B"/>
                </a:solidFill>
                <a:latin typeface="Calibri" pitchFamily="34" charset="0"/>
                <a:ea typeface="Calibri" pitchFamily="34" charset="-122"/>
                <a:cs typeface="Calibri" pitchFamily="34" charset="-120"/>
              </a:rPr>
              <a:t>mapping catalog</a:t>
            </a:r>
            <a:r>
              <a:rPr lang="en-US" sz="1200">
                <a:solidFill>
                  <a:srgbClr val="1E293B"/>
                </a:solidFill>
                <a:latin typeface="Calibri" pitchFamily="34" charset="0"/>
                <a:ea typeface="Calibri" pitchFamily="34" charset="-122"/>
                <a:cs typeface="Calibri" pitchFamily="34" charset="-120"/>
              </a:rPr>
              <a:t> as governed reuse asset</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7">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EA Needs and Current Gaps in the MDM Project</a:t>
            </a:r>
            <a:endParaRPr lang="en-US" sz="26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Where the MDM initiative is structurally exposed today</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12 </a:t>
            </a:r>
            <a:r>
              <a:rPr lang="en-US" sz="900" dirty="0">
                <a:solidFill>
                  <a:srgbClr val="FFFFFF"/>
                </a:solidFill>
              </a:rPr>
              <a:t>/ </a:t>
            </a:r>
            <a:r>
              <a:rPr lang="en-US" sz="900">
                <a:solidFill>
                  <a:srgbClr val="FFFFFF"/>
                </a:solidFill>
              </a:rPr>
              <a:t>38</a:t>
            </a:r>
            <a:endParaRPr lang="en-US" sz="900" dirty="0"/>
          </a:p>
        </p:txBody>
      </p:sp>
      <p:sp>
        <p:nvSpPr>
          <p:cNvPr id="10" name="Shape 8"/>
          <p:cNvSpPr/>
          <p:nvPr/>
        </p:nvSpPr>
        <p:spPr>
          <a:xfrm>
            <a:off x="388620" y="1417320"/>
            <a:ext cx="2697480" cy="1417320"/>
          </a:xfrm>
          <a:prstGeom prst="rect">
            <a:avLst/>
          </a:prstGeom>
          <a:solidFill>
            <a:srgbClr val="FFFFFF"/>
          </a:solidFill>
          <a:ln w="9525">
            <a:solidFill>
              <a:srgbClr val="D8D3C7"/>
            </a:solidFill>
            <a:prstDash val="solid"/>
          </a:ln>
        </p:spPr>
        <p:txBody>
          <a:bodyPr/>
          <a:lstStyle/>
          <a:p>
            <a:endParaRPr lang="en-US"/>
          </a:p>
        </p:txBody>
      </p:sp>
      <p:sp>
        <p:nvSpPr>
          <p:cNvPr id="11" name="Shape 9"/>
          <p:cNvSpPr/>
          <p:nvPr/>
        </p:nvSpPr>
        <p:spPr>
          <a:xfrm>
            <a:off x="388620" y="1417320"/>
            <a:ext cx="73152" cy="1417320"/>
          </a:xfrm>
          <a:prstGeom prst="rect">
            <a:avLst/>
          </a:prstGeom>
          <a:solidFill>
            <a:srgbClr val="F2A65A"/>
          </a:solidFill>
          <a:ln w="12700">
            <a:solidFill>
              <a:srgbClr val="F2A65A"/>
            </a:solidFill>
            <a:prstDash val="solid"/>
          </a:ln>
        </p:spPr>
        <p:txBody>
          <a:bodyPr/>
          <a:lstStyle/>
          <a:p>
            <a:endParaRPr lang="en-US"/>
          </a:p>
        </p:txBody>
      </p:sp>
      <p:sp>
        <p:nvSpPr>
          <p:cNvPr id="12" name="Text 10"/>
          <p:cNvSpPr/>
          <p:nvPr/>
        </p:nvSpPr>
        <p:spPr>
          <a:xfrm>
            <a:off x="571500" y="1508760"/>
            <a:ext cx="2423160" cy="274320"/>
          </a:xfrm>
          <a:prstGeom prst="rect">
            <a:avLst/>
          </a:prstGeom>
          <a:noFill/>
          <a:ln/>
        </p:spPr>
        <p:txBody>
          <a:bodyPr wrap="square" lIns="0" tIns="0" rIns="0" bIns="0" rtlCol="0" anchor="ctr"/>
          <a:lstStyle/>
          <a:p>
            <a:pPr marL="0" indent="0">
              <a:buNone/>
            </a:pPr>
            <a:r>
              <a:rPr lang="en-US" sz="900" b="1" kern="0" spc="200" dirty="0">
                <a:solidFill>
                  <a:srgbClr val="F2A65A"/>
                </a:solidFill>
              </a:rPr>
              <a:t>GAP 01</a:t>
            </a:r>
            <a:endParaRPr lang="en-US" sz="900" dirty="0"/>
          </a:p>
        </p:txBody>
      </p:sp>
      <p:sp>
        <p:nvSpPr>
          <p:cNvPr id="13" name="Text 11"/>
          <p:cNvSpPr/>
          <p:nvPr/>
        </p:nvSpPr>
        <p:spPr>
          <a:xfrm>
            <a:off x="571500" y="1783080"/>
            <a:ext cx="2423160" cy="365760"/>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Canonical authority</a:t>
            </a:r>
            <a:endParaRPr lang="en-US" sz="1300" dirty="0"/>
          </a:p>
        </p:txBody>
      </p:sp>
      <p:sp>
        <p:nvSpPr>
          <p:cNvPr id="14" name="Text 12"/>
          <p:cNvSpPr/>
          <p:nvPr/>
        </p:nvSpPr>
        <p:spPr>
          <a:xfrm>
            <a:off x="571500" y="2148840"/>
            <a:ext cx="2423160" cy="640080"/>
          </a:xfrm>
          <a:prstGeom prst="rect">
            <a:avLst/>
          </a:prstGeom>
          <a:noFill/>
          <a:ln/>
        </p:spPr>
        <p:txBody>
          <a:bodyPr wrap="square" lIns="0" tIns="0" rIns="0" bIns="0" rtlCol="0" anchor="ctr"/>
          <a:lstStyle/>
          <a:p>
            <a:pPr marL="0" indent="0">
              <a:buNone/>
            </a:pPr>
            <a:r>
              <a:rPr lang="en-US" sz="1100" dirty="0">
                <a:solidFill>
                  <a:srgbClr val="1E293B"/>
                </a:solidFill>
              </a:rPr>
              <a:t>No reusable, governed canonical model spanning customer, vendor, product domains</a:t>
            </a:r>
            <a:endParaRPr lang="en-US" sz="1100" dirty="0"/>
          </a:p>
        </p:txBody>
      </p:sp>
      <p:sp>
        <p:nvSpPr>
          <p:cNvPr id="15" name="Shape 13"/>
          <p:cNvSpPr/>
          <p:nvPr/>
        </p:nvSpPr>
        <p:spPr>
          <a:xfrm>
            <a:off x="3223260" y="1417320"/>
            <a:ext cx="2697480" cy="1417320"/>
          </a:xfrm>
          <a:prstGeom prst="rect">
            <a:avLst/>
          </a:prstGeom>
          <a:solidFill>
            <a:srgbClr val="FFFFFF"/>
          </a:solidFill>
          <a:ln w="9525">
            <a:solidFill>
              <a:srgbClr val="D8D3C7"/>
            </a:solidFill>
            <a:prstDash val="solid"/>
          </a:ln>
        </p:spPr>
        <p:txBody>
          <a:bodyPr/>
          <a:lstStyle/>
          <a:p>
            <a:endParaRPr lang="en-US"/>
          </a:p>
        </p:txBody>
      </p:sp>
      <p:sp>
        <p:nvSpPr>
          <p:cNvPr id="16" name="Shape 14"/>
          <p:cNvSpPr/>
          <p:nvPr/>
        </p:nvSpPr>
        <p:spPr>
          <a:xfrm>
            <a:off x="3223260" y="1417320"/>
            <a:ext cx="73152" cy="1417320"/>
          </a:xfrm>
          <a:prstGeom prst="rect">
            <a:avLst/>
          </a:prstGeom>
          <a:solidFill>
            <a:srgbClr val="F2A65A"/>
          </a:solidFill>
          <a:ln w="12700">
            <a:solidFill>
              <a:srgbClr val="F2A65A"/>
            </a:solidFill>
            <a:prstDash val="solid"/>
          </a:ln>
        </p:spPr>
        <p:txBody>
          <a:bodyPr/>
          <a:lstStyle/>
          <a:p>
            <a:endParaRPr lang="en-US"/>
          </a:p>
        </p:txBody>
      </p:sp>
      <p:sp>
        <p:nvSpPr>
          <p:cNvPr id="17" name="Text 15"/>
          <p:cNvSpPr/>
          <p:nvPr/>
        </p:nvSpPr>
        <p:spPr>
          <a:xfrm>
            <a:off x="3406140" y="1508760"/>
            <a:ext cx="2423160" cy="274320"/>
          </a:xfrm>
          <a:prstGeom prst="rect">
            <a:avLst/>
          </a:prstGeom>
          <a:noFill/>
          <a:ln/>
        </p:spPr>
        <p:txBody>
          <a:bodyPr wrap="square" lIns="0" tIns="0" rIns="0" bIns="0" rtlCol="0" anchor="ctr"/>
          <a:lstStyle/>
          <a:p>
            <a:pPr marL="0" indent="0">
              <a:buNone/>
            </a:pPr>
            <a:r>
              <a:rPr lang="en-US" sz="900" b="1" kern="0" spc="200" dirty="0">
                <a:solidFill>
                  <a:srgbClr val="F2A65A"/>
                </a:solidFill>
              </a:rPr>
              <a:t>GAP 02</a:t>
            </a:r>
            <a:endParaRPr lang="en-US" sz="900" dirty="0"/>
          </a:p>
        </p:txBody>
      </p:sp>
      <p:sp>
        <p:nvSpPr>
          <p:cNvPr id="18" name="Text 16"/>
          <p:cNvSpPr/>
          <p:nvPr/>
        </p:nvSpPr>
        <p:spPr>
          <a:xfrm>
            <a:off x="3406140" y="1783080"/>
            <a:ext cx="2423160" cy="365760"/>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Source semantic clarity</a:t>
            </a:r>
            <a:endParaRPr lang="en-US" sz="1300" dirty="0"/>
          </a:p>
        </p:txBody>
      </p:sp>
      <p:sp>
        <p:nvSpPr>
          <p:cNvPr id="19" name="Text 17"/>
          <p:cNvSpPr/>
          <p:nvPr/>
        </p:nvSpPr>
        <p:spPr>
          <a:xfrm>
            <a:off x="3406140" y="2148840"/>
            <a:ext cx="2423160" cy="640080"/>
          </a:xfrm>
          <a:prstGeom prst="rect">
            <a:avLst/>
          </a:prstGeom>
          <a:noFill/>
          <a:ln/>
        </p:spPr>
        <p:txBody>
          <a:bodyPr wrap="square" lIns="0" tIns="0" rIns="0" bIns="0" rtlCol="0" anchor="ctr"/>
          <a:lstStyle/>
          <a:p>
            <a:pPr marL="0" indent="0">
              <a:buNone/>
            </a:pPr>
            <a:r>
              <a:rPr lang="en-US" sz="1100" dirty="0">
                <a:solidFill>
                  <a:srgbClr val="1E293B"/>
                </a:solidFill>
              </a:rPr>
              <a:t>Cryptic field names, inconsistent metadata, no shared interpretation across systems</a:t>
            </a:r>
            <a:endParaRPr lang="en-US" sz="1100" dirty="0"/>
          </a:p>
        </p:txBody>
      </p:sp>
      <p:sp>
        <p:nvSpPr>
          <p:cNvPr id="20" name="Shape 18"/>
          <p:cNvSpPr/>
          <p:nvPr/>
        </p:nvSpPr>
        <p:spPr>
          <a:xfrm>
            <a:off x="6057900" y="1417320"/>
            <a:ext cx="2697480" cy="1417320"/>
          </a:xfrm>
          <a:prstGeom prst="rect">
            <a:avLst/>
          </a:prstGeom>
          <a:solidFill>
            <a:srgbClr val="FFFFFF"/>
          </a:solidFill>
          <a:ln w="9525">
            <a:solidFill>
              <a:srgbClr val="D8D3C7"/>
            </a:solidFill>
            <a:prstDash val="solid"/>
          </a:ln>
        </p:spPr>
        <p:txBody>
          <a:bodyPr/>
          <a:lstStyle/>
          <a:p>
            <a:endParaRPr lang="en-US"/>
          </a:p>
        </p:txBody>
      </p:sp>
      <p:sp>
        <p:nvSpPr>
          <p:cNvPr id="21" name="Shape 19"/>
          <p:cNvSpPr/>
          <p:nvPr/>
        </p:nvSpPr>
        <p:spPr>
          <a:xfrm>
            <a:off x="6057900" y="1417320"/>
            <a:ext cx="73152" cy="1417320"/>
          </a:xfrm>
          <a:prstGeom prst="rect">
            <a:avLst/>
          </a:prstGeom>
          <a:solidFill>
            <a:srgbClr val="F2A65A"/>
          </a:solidFill>
          <a:ln w="12700">
            <a:solidFill>
              <a:srgbClr val="F2A65A"/>
            </a:solidFill>
            <a:prstDash val="solid"/>
          </a:ln>
        </p:spPr>
        <p:txBody>
          <a:bodyPr/>
          <a:lstStyle/>
          <a:p>
            <a:endParaRPr lang="en-US"/>
          </a:p>
        </p:txBody>
      </p:sp>
      <p:sp>
        <p:nvSpPr>
          <p:cNvPr id="22" name="Text 20"/>
          <p:cNvSpPr/>
          <p:nvPr/>
        </p:nvSpPr>
        <p:spPr>
          <a:xfrm>
            <a:off x="6240780" y="1508760"/>
            <a:ext cx="2423160" cy="274320"/>
          </a:xfrm>
          <a:prstGeom prst="rect">
            <a:avLst/>
          </a:prstGeom>
          <a:noFill/>
          <a:ln/>
        </p:spPr>
        <p:txBody>
          <a:bodyPr wrap="square" lIns="0" tIns="0" rIns="0" bIns="0" rtlCol="0" anchor="ctr"/>
          <a:lstStyle/>
          <a:p>
            <a:pPr marL="0" indent="0">
              <a:buNone/>
            </a:pPr>
            <a:r>
              <a:rPr lang="en-US" sz="900" b="1" kern="0" spc="200" dirty="0">
                <a:solidFill>
                  <a:srgbClr val="F2A65A"/>
                </a:solidFill>
              </a:rPr>
              <a:t>GAP 03</a:t>
            </a:r>
            <a:endParaRPr lang="en-US" sz="900" dirty="0"/>
          </a:p>
        </p:txBody>
      </p:sp>
      <p:sp>
        <p:nvSpPr>
          <p:cNvPr id="23" name="Text 21"/>
          <p:cNvSpPr/>
          <p:nvPr/>
        </p:nvSpPr>
        <p:spPr>
          <a:xfrm>
            <a:off x="6240780" y="1783080"/>
            <a:ext cx="2423160" cy="365760"/>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Mapping traceability</a:t>
            </a:r>
            <a:endParaRPr lang="en-US" sz="1300" dirty="0"/>
          </a:p>
        </p:txBody>
      </p:sp>
      <p:sp>
        <p:nvSpPr>
          <p:cNvPr id="24" name="Text 22"/>
          <p:cNvSpPr/>
          <p:nvPr/>
        </p:nvSpPr>
        <p:spPr>
          <a:xfrm>
            <a:off x="6240780" y="2148840"/>
            <a:ext cx="2423160" cy="640080"/>
          </a:xfrm>
          <a:prstGeom prst="rect">
            <a:avLst/>
          </a:prstGeom>
          <a:noFill/>
          <a:ln/>
        </p:spPr>
        <p:txBody>
          <a:bodyPr wrap="square" lIns="0" tIns="0" rIns="0" bIns="0" rtlCol="0" anchor="ctr"/>
          <a:lstStyle/>
          <a:p>
            <a:pPr marL="0" indent="0">
              <a:buNone/>
            </a:pPr>
            <a:r>
              <a:rPr lang="en-US" sz="1100" dirty="0">
                <a:solidFill>
                  <a:srgbClr val="1E293B"/>
                </a:solidFill>
              </a:rPr>
              <a:t>Decisions live in spreadsheets and chats — no audit trail, no diffs, no versioning</a:t>
            </a:r>
            <a:endParaRPr lang="en-US" sz="1100" dirty="0"/>
          </a:p>
        </p:txBody>
      </p:sp>
      <p:sp>
        <p:nvSpPr>
          <p:cNvPr id="25" name="Shape 23"/>
          <p:cNvSpPr/>
          <p:nvPr/>
        </p:nvSpPr>
        <p:spPr>
          <a:xfrm>
            <a:off x="388620" y="2971800"/>
            <a:ext cx="2697480" cy="1417320"/>
          </a:xfrm>
          <a:prstGeom prst="rect">
            <a:avLst/>
          </a:prstGeom>
          <a:solidFill>
            <a:srgbClr val="FFFFFF"/>
          </a:solidFill>
          <a:ln w="9525">
            <a:solidFill>
              <a:srgbClr val="D8D3C7"/>
            </a:solidFill>
            <a:prstDash val="solid"/>
          </a:ln>
        </p:spPr>
        <p:txBody>
          <a:bodyPr/>
          <a:lstStyle/>
          <a:p>
            <a:endParaRPr lang="en-US"/>
          </a:p>
        </p:txBody>
      </p:sp>
      <p:sp>
        <p:nvSpPr>
          <p:cNvPr id="26" name="Shape 24"/>
          <p:cNvSpPr/>
          <p:nvPr/>
        </p:nvSpPr>
        <p:spPr>
          <a:xfrm>
            <a:off x="388620" y="2971800"/>
            <a:ext cx="73152" cy="1417320"/>
          </a:xfrm>
          <a:prstGeom prst="rect">
            <a:avLst/>
          </a:prstGeom>
          <a:solidFill>
            <a:srgbClr val="F2A65A"/>
          </a:solidFill>
          <a:ln w="12700">
            <a:solidFill>
              <a:srgbClr val="F2A65A"/>
            </a:solidFill>
            <a:prstDash val="solid"/>
          </a:ln>
        </p:spPr>
        <p:txBody>
          <a:bodyPr/>
          <a:lstStyle/>
          <a:p>
            <a:endParaRPr lang="en-US"/>
          </a:p>
        </p:txBody>
      </p:sp>
      <p:sp>
        <p:nvSpPr>
          <p:cNvPr id="27" name="Text 25"/>
          <p:cNvSpPr/>
          <p:nvPr/>
        </p:nvSpPr>
        <p:spPr>
          <a:xfrm>
            <a:off x="571500" y="3063240"/>
            <a:ext cx="2423160" cy="274320"/>
          </a:xfrm>
          <a:prstGeom prst="rect">
            <a:avLst/>
          </a:prstGeom>
          <a:noFill/>
          <a:ln/>
        </p:spPr>
        <p:txBody>
          <a:bodyPr wrap="square" lIns="0" tIns="0" rIns="0" bIns="0" rtlCol="0" anchor="ctr"/>
          <a:lstStyle/>
          <a:p>
            <a:pPr marL="0" indent="0">
              <a:buNone/>
            </a:pPr>
            <a:r>
              <a:rPr lang="en-US" sz="900" b="1" kern="0" spc="200" dirty="0">
                <a:solidFill>
                  <a:srgbClr val="F2A65A"/>
                </a:solidFill>
              </a:rPr>
              <a:t>GAP 04</a:t>
            </a:r>
            <a:endParaRPr lang="en-US" sz="900" dirty="0"/>
          </a:p>
        </p:txBody>
      </p:sp>
      <p:sp>
        <p:nvSpPr>
          <p:cNvPr id="28" name="Text 26"/>
          <p:cNvSpPr/>
          <p:nvPr/>
        </p:nvSpPr>
        <p:spPr>
          <a:xfrm>
            <a:off x="571500" y="3337560"/>
            <a:ext cx="2423160" cy="365760"/>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Reuse across domains</a:t>
            </a:r>
            <a:endParaRPr lang="en-US" sz="1300" dirty="0"/>
          </a:p>
        </p:txBody>
      </p:sp>
      <p:sp>
        <p:nvSpPr>
          <p:cNvPr id="29" name="Text 27"/>
          <p:cNvSpPr/>
          <p:nvPr/>
        </p:nvSpPr>
        <p:spPr>
          <a:xfrm>
            <a:off x="571500" y="3703320"/>
            <a:ext cx="2423160" cy="640080"/>
          </a:xfrm>
          <a:prstGeom prst="rect">
            <a:avLst/>
          </a:prstGeom>
          <a:noFill/>
          <a:ln/>
        </p:spPr>
        <p:txBody>
          <a:bodyPr wrap="square" lIns="0" tIns="0" rIns="0" bIns="0" rtlCol="0" anchor="ctr"/>
          <a:lstStyle/>
          <a:p>
            <a:pPr marL="0" indent="0">
              <a:buNone/>
            </a:pPr>
            <a:r>
              <a:rPr lang="en-US" sz="1100" dirty="0">
                <a:solidFill>
                  <a:srgbClr val="1E293B"/>
                </a:solidFill>
              </a:rPr>
              <a:t>Same concepts (e.g. customer.id) re-mapped per domain, project, and source</a:t>
            </a:r>
            <a:endParaRPr lang="en-US" sz="1100" dirty="0"/>
          </a:p>
        </p:txBody>
      </p:sp>
      <p:sp>
        <p:nvSpPr>
          <p:cNvPr id="30" name="Shape 28"/>
          <p:cNvSpPr/>
          <p:nvPr/>
        </p:nvSpPr>
        <p:spPr>
          <a:xfrm>
            <a:off x="3223260" y="2971800"/>
            <a:ext cx="2697480" cy="1417320"/>
          </a:xfrm>
          <a:prstGeom prst="rect">
            <a:avLst/>
          </a:prstGeom>
          <a:solidFill>
            <a:srgbClr val="FFFFFF"/>
          </a:solidFill>
          <a:ln w="9525">
            <a:solidFill>
              <a:srgbClr val="D8D3C7"/>
            </a:solidFill>
            <a:prstDash val="solid"/>
          </a:ln>
        </p:spPr>
        <p:txBody>
          <a:bodyPr/>
          <a:lstStyle/>
          <a:p>
            <a:endParaRPr lang="en-US"/>
          </a:p>
        </p:txBody>
      </p:sp>
      <p:sp>
        <p:nvSpPr>
          <p:cNvPr id="31" name="Shape 29"/>
          <p:cNvSpPr/>
          <p:nvPr/>
        </p:nvSpPr>
        <p:spPr>
          <a:xfrm>
            <a:off x="3223260" y="2971800"/>
            <a:ext cx="73152" cy="1417320"/>
          </a:xfrm>
          <a:prstGeom prst="rect">
            <a:avLst/>
          </a:prstGeom>
          <a:solidFill>
            <a:srgbClr val="F2A65A"/>
          </a:solidFill>
          <a:ln w="12700">
            <a:solidFill>
              <a:srgbClr val="F2A65A"/>
            </a:solidFill>
            <a:prstDash val="solid"/>
          </a:ln>
        </p:spPr>
        <p:txBody>
          <a:bodyPr/>
          <a:lstStyle/>
          <a:p>
            <a:endParaRPr lang="en-US"/>
          </a:p>
        </p:txBody>
      </p:sp>
      <p:sp>
        <p:nvSpPr>
          <p:cNvPr id="32" name="Text 30"/>
          <p:cNvSpPr/>
          <p:nvPr/>
        </p:nvSpPr>
        <p:spPr>
          <a:xfrm>
            <a:off x="3406140" y="3063240"/>
            <a:ext cx="2423160" cy="274320"/>
          </a:xfrm>
          <a:prstGeom prst="rect">
            <a:avLst/>
          </a:prstGeom>
          <a:noFill/>
          <a:ln/>
        </p:spPr>
        <p:txBody>
          <a:bodyPr wrap="square" lIns="0" tIns="0" rIns="0" bIns="0" rtlCol="0" anchor="ctr"/>
          <a:lstStyle/>
          <a:p>
            <a:pPr marL="0" indent="0">
              <a:buNone/>
            </a:pPr>
            <a:r>
              <a:rPr lang="en-US" sz="900" b="1" kern="0" spc="200" dirty="0">
                <a:solidFill>
                  <a:srgbClr val="F2A65A"/>
                </a:solidFill>
              </a:rPr>
              <a:t>GAP 05</a:t>
            </a:r>
            <a:endParaRPr lang="en-US" sz="900" dirty="0"/>
          </a:p>
        </p:txBody>
      </p:sp>
      <p:sp>
        <p:nvSpPr>
          <p:cNvPr id="33" name="Text 31"/>
          <p:cNvSpPr/>
          <p:nvPr/>
        </p:nvSpPr>
        <p:spPr>
          <a:xfrm>
            <a:off x="3406140" y="3337560"/>
            <a:ext cx="2423160" cy="365760"/>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Stewardship inputs</a:t>
            </a:r>
            <a:endParaRPr lang="en-US" sz="1300" dirty="0"/>
          </a:p>
        </p:txBody>
      </p:sp>
      <p:sp>
        <p:nvSpPr>
          <p:cNvPr id="34" name="Text 32"/>
          <p:cNvSpPr/>
          <p:nvPr/>
        </p:nvSpPr>
        <p:spPr>
          <a:xfrm>
            <a:off x="3406140" y="3703320"/>
            <a:ext cx="2423160" cy="640080"/>
          </a:xfrm>
          <a:prstGeom prst="rect">
            <a:avLst/>
          </a:prstGeom>
          <a:noFill/>
          <a:ln/>
        </p:spPr>
        <p:txBody>
          <a:bodyPr wrap="square" lIns="0" tIns="0" rIns="0" bIns="0" rtlCol="0" anchor="ctr"/>
          <a:lstStyle/>
          <a:p>
            <a:pPr marL="0" indent="0">
              <a:buNone/>
            </a:pPr>
            <a:r>
              <a:rPr lang="en-US" sz="1100" dirty="0">
                <a:solidFill>
                  <a:srgbClr val="1E293B"/>
                </a:solidFill>
              </a:rPr>
              <a:t>Survivorship &amp; DQ rules need explicit semantic anchoring, not column heuristics</a:t>
            </a:r>
            <a:endParaRPr lang="en-US" sz="1100" dirty="0"/>
          </a:p>
        </p:txBody>
      </p:sp>
      <p:sp>
        <p:nvSpPr>
          <p:cNvPr id="35" name="Shape 33"/>
          <p:cNvSpPr/>
          <p:nvPr/>
        </p:nvSpPr>
        <p:spPr>
          <a:xfrm>
            <a:off x="6057900" y="2971800"/>
            <a:ext cx="2697480" cy="1417320"/>
          </a:xfrm>
          <a:prstGeom prst="rect">
            <a:avLst/>
          </a:prstGeom>
          <a:solidFill>
            <a:srgbClr val="FFFFFF"/>
          </a:solidFill>
          <a:ln w="9525">
            <a:solidFill>
              <a:srgbClr val="D8D3C7"/>
            </a:solidFill>
            <a:prstDash val="solid"/>
          </a:ln>
        </p:spPr>
        <p:txBody>
          <a:bodyPr/>
          <a:lstStyle/>
          <a:p>
            <a:endParaRPr lang="en-US"/>
          </a:p>
        </p:txBody>
      </p:sp>
      <p:sp>
        <p:nvSpPr>
          <p:cNvPr id="36" name="Shape 34"/>
          <p:cNvSpPr/>
          <p:nvPr/>
        </p:nvSpPr>
        <p:spPr>
          <a:xfrm>
            <a:off x="6057900" y="2971800"/>
            <a:ext cx="73152" cy="1417320"/>
          </a:xfrm>
          <a:prstGeom prst="rect">
            <a:avLst/>
          </a:prstGeom>
          <a:solidFill>
            <a:srgbClr val="F2A65A"/>
          </a:solidFill>
          <a:ln w="12700">
            <a:solidFill>
              <a:srgbClr val="F2A65A"/>
            </a:solidFill>
            <a:prstDash val="solid"/>
          </a:ln>
        </p:spPr>
        <p:txBody>
          <a:bodyPr/>
          <a:lstStyle/>
          <a:p>
            <a:endParaRPr lang="en-US"/>
          </a:p>
        </p:txBody>
      </p:sp>
      <p:sp>
        <p:nvSpPr>
          <p:cNvPr id="37" name="Text 35"/>
          <p:cNvSpPr/>
          <p:nvPr/>
        </p:nvSpPr>
        <p:spPr>
          <a:xfrm>
            <a:off x="6240780" y="3063240"/>
            <a:ext cx="2423160" cy="274320"/>
          </a:xfrm>
          <a:prstGeom prst="rect">
            <a:avLst/>
          </a:prstGeom>
          <a:noFill/>
          <a:ln/>
        </p:spPr>
        <p:txBody>
          <a:bodyPr wrap="square" lIns="0" tIns="0" rIns="0" bIns="0" rtlCol="0" anchor="ctr"/>
          <a:lstStyle/>
          <a:p>
            <a:pPr marL="0" indent="0">
              <a:buNone/>
            </a:pPr>
            <a:r>
              <a:rPr lang="en-US" sz="900" b="1" kern="0" spc="200" dirty="0">
                <a:solidFill>
                  <a:srgbClr val="F2A65A"/>
                </a:solidFill>
              </a:rPr>
              <a:t>GAP 06</a:t>
            </a:r>
            <a:endParaRPr lang="en-US" sz="900" dirty="0"/>
          </a:p>
        </p:txBody>
      </p:sp>
      <p:sp>
        <p:nvSpPr>
          <p:cNvPr id="38" name="Text 36"/>
          <p:cNvSpPr/>
          <p:nvPr/>
        </p:nvSpPr>
        <p:spPr>
          <a:xfrm>
            <a:off x="6240780" y="3337560"/>
            <a:ext cx="2423160" cy="365760"/>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EA visibility</a:t>
            </a:r>
            <a:endParaRPr lang="en-US" sz="1300" dirty="0"/>
          </a:p>
        </p:txBody>
      </p:sp>
      <p:sp>
        <p:nvSpPr>
          <p:cNvPr id="39" name="Text 37"/>
          <p:cNvSpPr/>
          <p:nvPr/>
        </p:nvSpPr>
        <p:spPr>
          <a:xfrm>
            <a:off x="6240780" y="3703320"/>
            <a:ext cx="2423160" cy="640080"/>
          </a:xfrm>
          <a:prstGeom prst="rect">
            <a:avLst/>
          </a:prstGeom>
          <a:noFill/>
          <a:ln/>
        </p:spPr>
        <p:txBody>
          <a:bodyPr wrap="square" lIns="0" tIns="0" rIns="0" bIns="0" rtlCol="0" anchor="ctr"/>
          <a:lstStyle/>
          <a:p>
            <a:pPr marL="0" indent="0">
              <a:buNone/>
            </a:pPr>
            <a:r>
              <a:rPr lang="en-US" sz="1100" dirty="0">
                <a:solidFill>
                  <a:srgbClr val="1E293B"/>
                </a:solidFill>
              </a:rPr>
              <a:t>No searchable view of which sources cover which concepts at what quality level</a:t>
            </a:r>
            <a:endParaRPr lang="en-US" sz="1100" dirty="0"/>
          </a:p>
        </p:txBody>
      </p:sp>
      <p:sp>
        <p:nvSpPr>
          <p:cNvPr id="40" name="Text 38"/>
          <p:cNvSpPr/>
          <p:nvPr/>
        </p:nvSpPr>
        <p:spPr>
          <a:xfrm>
            <a:off x="457200" y="4526280"/>
            <a:ext cx="8229600" cy="274320"/>
          </a:xfrm>
          <a:prstGeom prst="rect">
            <a:avLst/>
          </a:prstGeom>
          <a:noFill/>
          <a:ln/>
        </p:spPr>
        <p:txBody>
          <a:bodyPr wrap="square" lIns="0" tIns="0" rIns="0" bIns="0" rtlCol="0" anchor="ctr"/>
          <a:lstStyle/>
          <a:p>
            <a:pPr marL="0" indent="0" algn="ctr">
              <a:buNone/>
            </a:pPr>
            <a:r>
              <a:rPr lang="en-US" sz="1100" i="1" dirty="0">
                <a:solidFill>
                  <a:srgbClr val="0F2A47"/>
                </a:solidFill>
              </a:rPr>
              <a:t>Each gap is a Semantra capability slot — see next slide.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Mapping Semantra Capabilities to MDM Needs</a:t>
            </a:r>
            <a:endParaRPr lang="en-US" sz="26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Where each capability fills a concrete MDM gap</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13 </a:t>
            </a:r>
            <a:r>
              <a:rPr lang="en-US" sz="900" dirty="0">
                <a:solidFill>
                  <a:srgbClr val="FFFFFF"/>
                </a:solidFill>
              </a:rPr>
              <a:t>/ </a:t>
            </a:r>
            <a:r>
              <a:rPr lang="en-US" sz="900">
                <a:solidFill>
                  <a:srgbClr val="FFFFFF"/>
                </a:solidFill>
              </a:rPr>
              <a:t>38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3989263420"/>
              </p:ext>
            </p:extLst>
          </p:nvPr>
        </p:nvGraphicFramePr>
        <p:xfrm>
          <a:off x="365760" y="1417320"/>
          <a:ext cx="8412480" cy="3200400"/>
        </p:xfrm>
        <a:graphic>
          <a:graphicData uri="http://schemas.openxmlformats.org/drawingml/2006/table">
            <a:tbl>
              <a:tblPr/>
              <a:tblGrid>
                <a:gridCol w="21031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4572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MDM / EA Need</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Semantra Capability</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Outcome</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extLst>
                  <a:ext uri="{0D108BD9-81ED-4DB2-BD59-A6C34878D82A}">
                    <a16:rowId xmlns:a16="http://schemas.microsoft.com/office/drawing/2014/main" val="10000"/>
                  </a:ext>
                </a:extLst>
              </a:tr>
              <a:tr h="457200">
                <a:tc>
                  <a:txBody>
                    <a:bodyPr/>
                    <a:lstStyle/>
                    <a:p>
                      <a:pPr marL="0" indent="0">
                        <a:buNone/>
                      </a:pPr>
                      <a:r>
                        <a:rPr lang="en-US" sz="1100" b="1" dirty="0">
                          <a:solidFill>
                            <a:srgbClr val="0F2A47"/>
                          </a:solidFill>
                          <a:latin typeface="Calibri" pitchFamily="34" charset="0"/>
                          <a:ea typeface="Calibri" pitchFamily="34" charset="-122"/>
                          <a:cs typeface="Calibri" pitchFamily="34" charset="-120"/>
                        </a:rPr>
                        <a:t>Canonical authority</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Canonical glossary runtime + canonical-first mapping</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System-neutral concept layer for the MDM hub</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00" b="1" dirty="0">
                          <a:solidFill>
                            <a:srgbClr val="0F2A47"/>
                          </a:solidFill>
                          <a:latin typeface="Calibri" pitchFamily="34" charset="0"/>
                          <a:ea typeface="Calibri" pitchFamily="34" charset="-122"/>
                          <a:cs typeface="Calibri" pitchFamily="34" charset="-120"/>
                        </a:rPr>
                        <a:t>Source clarity</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Schema profiling + multi-signal scoring + explanations</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Readable evidence per source field</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00" b="1" dirty="0">
                          <a:solidFill>
                            <a:srgbClr val="0F2A47"/>
                          </a:solidFill>
                          <a:latin typeface="Calibri" pitchFamily="34" charset="0"/>
                          <a:ea typeface="Calibri" pitchFamily="34" charset="-122"/>
                          <a:cs typeface="Calibri" pitchFamily="34" charset="-120"/>
                        </a:rPr>
                        <a:t>Mapping traceability</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Mapping sets · audit · diff · status flow</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Versioned, governed mapping decisions</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00" b="1" dirty="0">
                          <a:solidFill>
                            <a:srgbClr val="0F2A47"/>
                          </a:solidFill>
                          <a:latin typeface="Calibri" pitchFamily="34" charset="0"/>
                          <a:ea typeface="Calibri" pitchFamily="34" charset="-122"/>
                          <a:cs typeface="Calibri" pitchFamily="34" charset="-120"/>
                        </a:rPr>
                        <a:t>Reuse across domains</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buNone/>
                      </a:pPr>
                      <a:r>
                        <a:rPr lang="en-US" sz="1100">
                          <a:solidFill>
                            <a:srgbClr val="1E293B"/>
                          </a:solidFill>
                          <a:latin typeface="Calibri" pitchFamily="34" charset="0"/>
                          <a:ea typeface="Calibri" pitchFamily="34" charset="-122"/>
                          <a:cs typeface="Calibri" pitchFamily="34" charset="-120"/>
                        </a:rPr>
                        <a:t>Corrections + reusable rules + mapping catalog</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Decisions reused across customer/vendor/product</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00" b="1" dirty="0">
                          <a:solidFill>
                            <a:srgbClr val="0F2A47"/>
                          </a:solidFill>
                          <a:latin typeface="Calibri" pitchFamily="34" charset="0"/>
                          <a:ea typeface="Calibri" pitchFamily="34" charset="-122"/>
                          <a:cs typeface="Calibri" pitchFamily="34" charset="-120"/>
                        </a:rPr>
                        <a:t>Stewardship inputs</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source → concept → target paths + transformation preview</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DQ &amp; survivorship grounded in semantics</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00" b="1" dirty="0">
                          <a:solidFill>
                            <a:srgbClr val="0F2A47"/>
                          </a:solidFill>
                          <a:latin typeface="Calibri" pitchFamily="34" charset="0"/>
                          <a:ea typeface="Calibri" pitchFamily="34" charset="-122"/>
                          <a:cs typeface="Calibri" pitchFamily="34" charset="-120"/>
                        </a:rPr>
                        <a:t>EA visibility</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buNone/>
                      </a:pPr>
                      <a:r>
                        <a:rPr lang="en-US" sz="1100">
                          <a:solidFill>
                            <a:srgbClr val="1E293B"/>
                          </a:solidFill>
                          <a:latin typeface="Calibri" pitchFamily="34" charset="0"/>
                          <a:ea typeface="Calibri" pitchFamily="34" charset="-122"/>
                          <a:cs typeface="Calibri" pitchFamily="34" charset="-120"/>
                        </a:rPr>
                        <a:t>Canonical coverage view + mapping catalog</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Searchable view of concepts × sources × status</a:t>
                      </a:r>
                      <a:endParaRPr lang="en-US" sz="11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1" name="Text 8"/>
          <p:cNvSpPr/>
          <p:nvPr/>
        </p:nvSpPr>
        <p:spPr>
          <a:xfrm>
            <a:off x="365760" y="4572000"/>
            <a:ext cx="8412480" cy="274320"/>
          </a:xfrm>
          <a:prstGeom prst="rect">
            <a:avLst/>
          </a:prstGeom>
          <a:noFill/>
          <a:ln/>
        </p:spPr>
        <p:txBody>
          <a:bodyPr wrap="square" lIns="0" tIns="0" rIns="0" bIns="0" rtlCol="0" anchor="ctr"/>
          <a:lstStyle/>
          <a:p>
            <a:pPr marL="0" indent="0" algn="ctr">
              <a:buNone/>
            </a:pPr>
            <a:r>
              <a:rPr lang="en-US" sz="1100" i="1" dirty="0">
                <a:solidFill>
                  <a:srgbClr val="0F2A47"/>
                </a:solidFill>
              </a:rPr>
              <a:t>Capabilities are not generic — each one has a direct MDM project counterpart.</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Where Semantra Plugs Into the MDM Lifecycle</a:t>
            </a:r>
            <a:endParaRPr lang="en-US" sz="22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From source onboarding to the golden record — and the catalog above it</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274320" y="1508760"/>
            <a:ext cx="1371600" cy="5029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20040" y="1508760"/>
            <a:ext cx="1280160" cy="502920"/>
          </a:xfrm>
          <a:prstGeom prst="rect">
            <a:avLst/>
          </a:prstGeom>
          <a:noFill/>
          <a:ln/>
        </p:spPr>
        <p:txBody>
          <a:bodyPr wrap="square" lIns="0" tIns="0" rIns="0" bIns="0" rtlCol="0" anchor="ctr"/>
          <a:lstStyle/>
          <a:p>
            <a:pPr marL="0" indent="0" algn="ctr">
              <a:buNone/>
            </a:pPr>
            <a:r>
              <a:rPr lang="en-US" sz="1000" b="1" dirty="0">
                <a:solidFill>
                  <a:srgbClr val="FFFFFF"/>
                </a:solidFill>
              </a:rPr>
              <a:t>Source onboarding</a:t>
            </a:r>
            <a:endParaRPr lang="en-US" sz="1000" dirty="0"/>
          </a:p>
        </p:txBody>
      </p:sp>
      <p:sp>
        <p:nvSpPr>
          <p:cNvPr id="9" name="Text 7"/>
          <p:cNvSpPr/>
          <p:nvPr/>
        </p:nvSpPr>
        <p:spPr>
          <a:xfrm>
            <a:off x="1554480" y="1508760"/>
            <a:ext cx="182880" cy="502920"/>
          </a:xfrm>
          <a:prstGeom prst="rect">
            <a:avLst/>
          </a:prstGeom>
          <a:noFill/>
          <a:ln/>
        </p:spPr>
        <p:txBody>
          <a:bodyPr wrap="square" lIns="0" tIns="0" rIns="0" bIns="0" rtlCol="0" anchor="ctr"/>
          <a:lstStyle/>
          <a:p>
            <a:pPr marL="0" indent="0" algn="ctr">
              <a:buNone/>
            </a:pPr>
            <a:r>
              <a:rPr lang="en-US" sz="1400" dirty="0">
                <a:solidFill>
                  <a:srgbClr val="00A896"/>
                </a:solidFill>
              </a:rPr>
              <a:t>▸</a:t>
            </a:r>
            <a:endParaRPr lang="en-US" sz="1400" dirty="0"/>
          </a:p>
        </p:txBody>
      </p:sp>
      <p:sp>
        <p:nvSpPr>
          <p:cNvPr id="10" name="Shape 8"/>
          <p:cNvSpPr/>
          <p:nvPr/>
        </p:nvSpPr>
        <p:spPr>
          <a:xfrm>
            <a:off x="1691640" y="1508760"/>
            <a:ext cx="1371600" cy="502920"/>
          </a:xfrm>
          <a:prstGeom prst="rect">
            <a:avLst/>
          </a:prstGeom>
          <a:solidFill>
            <a:srgbClr val="0F2A47"/>
          </a:solidFill>
          <a:ln w="12700">
            <a:solidFill>
              <a:srgbClr val="0F2A47"/>
            </a:solidFill>
            <a:prstDash val="solid"/>
          </a:ln>
        </p:spPr>
        <p:txBody>
          <a:bodyPr/>
          <a:lstStyle/>
          <a:p>
            <a:endParaRPr lang="en-US"/>
          </a:p>
        </p:txBody>
      </p:sp>
      <p:sp>
        <p:nvSpPr>
          <p:cNvPr id="11" name="Text 9"/>
          <p:cNvSpPr/>
          <p:nvPr/>
        </p:nvSpPr>
        <p:spPr>
          <a:xfrm>
            <a:off x="1737360" y="1508760"/>
            <a:ext cx="1280160" cy="502920"/>
          </a:xfrm>
          <a:prstGeom prst="rect">
            <a:avLst/>
          </a:prstGeom>
          <a:noFill/>
          <a:ln/>
        </p:spPr>
        <p:txBody>
          <a:bodyPr wrap="square" lIns="0" tIns="0" rIns="0" bIns="0" rtlCol="0" anchor="ctr"/>
          <a:lstStyle/>
          <a:p>
            <a:pPr marL="0" indent="0" algn="ctr">
              <a:buNone/>
            </a:pPr>
            <a:r>
              <a:rPr lang="en-US" sz="1000" b="1" dirty="0">
                <a:solidFill>
                  <a:srgbClr val="FFFFFF"/>
                </a:solidFill>
              </a:rPr>
              <a:t>Profile &amp; inspect</a:t>
            </a:r>
            <a:endParaRPr lang="en-US" sz="1000" dirty="0"/>
          </a:p>
        </p:txBody>
      </p:sp>
      <p:sp>
        <p:nvSpPr>
          <p:cNvPr id="12" name="Text 10"/>
          <p:cNvSpPr/>
          <p:nvPr/>
        </p:nvSpPr>
        <p:spPr>
          <a:xfrm>
            <a:off x="2971800" y="1508760"/>
            <a:ext cx="182880" cy="502920"/>
          </a:xfrm>
          <a:prstGeom prst="rect">
            <a:avLst/>
          </a:prstGeom>
          <a:noFill/>
          <a:ln/>
        </p:spPr>
        <p:txBody>
          <a:bodyPr wrap="square" lIns="0" tIns="0" rIns="0" bIns="0" rtlCol="0" anchor="ctr"/>
          <a:lstStyle/>
          <a:p>
            <a:pPr marL="0" indent="0" algn="ctr">
              <a:buNone/>
            </a:pPr>
            <a:r>
              <a:rPr lang="en-US" sz="1400" dirty="0">
                <a:solidFill>
                  <a:srgbClr val="00A896"/>
                </a:solidFill>
              </a:rPr>
              <a:t>▸</a:t>
            </a:r>
            <a:endParaRPr lang="en-US" sz="1400" dirty="0"/>
          </a:p>
        </p:txBody>
      </p:sp>
      <p:sp>
        <p:nvSpPr>
          <p:cNvPr id="13" name="Shape 11"/>
          <p:cNvSpPr/>
          <p:nvPr/>
        </p:nvSpPr>
        <p:spPr>
          <a:xfrm>
            <a:off x="3108960" y="1508760"/>
            <a:ext cx="1371600" cy="502920"/>
          </a:xfrm>
          <a:prstGeom prst="rect">
            <a:avLst/>
          </a:prstGeom>
          <a:solidFill>
            <a:srgbClr val="0F2A47"/>
          </a:solidFill>
          <a:ln w="12700">
            <a:solidFill>
              <a:srgbClr val="0F2A47"/>
            </a:solidFill>
            <a:prstDash val="solid"/>
          </a:ln>
        </p:spPr>
        <p:txBody>
          <a:bodyPr/>
          <a:lstStyle/>
          <a:p>
            <a:endParaRPr lang="en-US"/>
          </a:p>
        </p:txBody>
      </p:sp>
      <p:sp>
        <p:nvSpPr>
          <p:cNvPr id="14" name="Text 12"/>
          <p:cNvSpPr/>
          <p:nvPr/>
        </p:nvSpPr>
        <p:spPr>
          <a:xfrm>
            <a:off x="3154680" y="1508760"/>
            <a:ext cx="1280160" cy="502920"/>
          </a:xfrm>
          <a:prstGeom prst="rect">
            <a:avLst/>
          </a:prstGeom>
          <a:noFill/>
          <a:ln/>
        </p:spPr>
        <p:txBody>
          <a:bodyPr wrap="square" lIns="0" tIns="0" rIns="0" bIns="0" rtlCol="0" anchor="ctr"/>
          <a:lstStyle/>
          <a:p>
            <a:pPr marL="0" indent="0" algn="ctr">
              <a:buNone/>
            </a:pPr>
            <a:r>
              <a:rPr lang="en-US" sz="1000" b="1" dirty="0">
                <a:solidFill>
                  <a:srgbClr val="FFFFFF"/>
                </a:solidFill>
              </a:rPr>
              <a:t>Canonical alignment</a:t>
            </a:r>
            <a:endParaRPr lang="en-US" sz="1000" dirty="0"/>
          </a:p>
        </p:txBody>
      </p:sp>
      <p:sp>
        <p:nvSpPr>
          <p:cNvPr id="15" name="Text 13"/>
          <p:cNvSpPr/>
          <p:nvPr/>
        </p:nvSpPr>
        <p:spPr>
          <a:xfrm>
            <a:off x="4389120" y="1508760"/>
            <a:ext cx="182880" cy="502920"/>
          </a:xfrm>
          <a:prstGeom prst="rect">
            <a:avLst/>
          </a:prstGeom>
          <a:noFill/>
          <a:ln/>
        </p:spPr>
        <p:txBody>
          <a:bodyPr wrap="square" lIns="0" tIns="0" rIns="0" bIns="0" rtlCol="0" anchor="ctr"/>
          <a:lstStyle/>
          <a:p>
            <a:pPr marL="0" indent="0" algn="ctr">
              <a:buNone/>
            </a:pPr>
            <a:r>
              <a:rPr lang="en-US" sz="1400" dirty="0">
                <a:solidFill>
                  <a:srgbClr val="00A896"/>
                </a:solidFill>
              </a:rPr>
              <a:t>▸</a:t>
            </a:r>
            <a:endParaRPr lang="en-US" sz="1400" dirty="0"/>
          </a:p>
        </p:txBody>
      </p:sp>
      <p:sp>
        <p:nvSpPr>
          <p:cNvPr id="16" name="Shape 14"/>
          <p:cNvSpPr/>
          <p:nvPr/>
        </p:nvSpPr>
        <p:spPr>
          <a:xfrm>
            <a:off x="4526280" y="1508760"/>
            <a:ext cx="1371600" cy="502920"/>
          </a:xfrm>
          <a:prstGeom prst="rect">
            <a:avLst/>
          </a:prstGeom>
          <a:solidFill>
            <a:srgbClr val="0F2A47"/>
          </a:solidFill>
          <a:ln w="12700">
            <a:solidFill>
              <a:srgbClr val="0F2A47"/>
            </a:solidFill>
            <a:prstDash val="solid"/>
          </a:ln>
        </p:spPr>
        <p:txBody>
          <a:bodyPr/>
          <a:lstStyle/>
          <a:p>
            <a:endParaRPr lang="en-US"/>
          </a:p>
        </p:txBody>
      </p:sp>
      <p:sp>
        <p:nvSpPr>
          <p:cNvPr id="17" name="Text 15"/>
          <p:cNvSpPr/>
          <p:nvPr/>
        </p:nvSpPr>
        <p:spPr>
          <a:xfrm>
            <a:off x="4572000" y="1508760"/>
            <a:ext cx="1280160" cy="502920"/>
          </a:xfrm>
          <a:prstGeom prst="rect">
            <a:avLst/>
          </a:prstGeom>
          <a:noFill/>
          <a:ln/>
        </p:spPr>
        <p:txBody>
          <a:bodyPr wrap="square" lIns="0" tIns="0" rIns="0" bIns="0" rtlCol="0" anchor="ctr"/>
          <a:lstStyle/>
          <a:p>
            <a:pPr marL="0" indent="0" algn="ctr">
              <a:buNone/>
            </a:pPr>
            <a:r>
              <a:rPr lang="en-US" sz="1000" b="1" dirty="0">
                <a:solidFill>
                  <a:srgbClr val="FFFFFF"/>
                </a:solidFill>
              </a:rPr>
              <a:t>Match &amp; merge config</a:t>
            </a:r>
            <a:endParaRPr lang="en-US" sz="1000" dirty="0"/>
          </a:p>
        </p:txBody>
      </p:sp>
      <p:sp>
        <p:nvSpPr>
          <p:cNvPr id="18" name="Text 16"/>
          <p:cNvSpPr/>
          <p:nvPr/>
        </p:nvSpPr>
        <p:spPr>
          <a:xfrm>
            <a:off x="5806440" y="1508760"/>
            <a:ext cx="182880" cy="502920"/>
          </a:xfrm>
          <a:prstGeom prst="rect">
            <a:avLst/>
          </a:prstGeom>
          <a:noFill/>
          <a:ln/>
        </p:spPr>
        <p:txBody>
          <a:bodyPr wrap="square" lIns="0" tIns="0" rIns="0" bIns="0" rtlCol="0" anchor="ctr"/>
          <a:lstStyle/>
          <a:p>
            <a:pPr marL="0" indent="0" algn="ctr">
              <a:buNone/>
            </a:pPr>
            <a:r>
              <a:rPr lang="en-US" sz="1400" dirty="0">
                <a:solidFill>
                  <a:srgbClr val="00A896"/>
                </a:solidFill>
              </a:rPr>
              <a:t>▸</a:t>
            </a:r>
            <a:endParaRPr lang="en-US" sz="1400" dirty="0"/>
          </a:p>
        </p:txBody>
      </p:sp>
      <p:sp>
        <p:nvSpPr>
          <p:cNvPr id="19" name="Shape 17"/>
          <p:cNvSpPr/>
          <p:nvPr/>
        </p:nvSpPr>
        <p:spPr>
          <a:xfrm>
            <a:off x="5943600" y="1508760"/>
            <a:ext cx="1371600" cy="502920"/>
          </a:xfrm>
          <a:prstGeom prst="rect">
            <a:avLst/>
          </a:prstGeom>
          <a:solidFill>
            <a:srgbClr val="0F2A47"/>
          </a:solidFill>
          <a:ln w="12700">
            <a:solidFill>
              <a:srgbClr val="0F2A47"/>
            </a:solidFill>
            <a:prstDash val="solid"/>
          </a:ln>
        </p:spPr>
        <p:txBody>
          <a:bodyPr/>
          <a:lstStyle/>
          <a:p>
            <a:endParaRPr lang="en-US"/>
          </a:p>
        </p:txBody>
      </p:sp>
      <p:sp>
        <p:nvSpPr>
          <p:cNvPr id="20" name="Text 18"/>
          <p:cNvSpPr/>
          <p:nvPr/>
        </p:nvSpPr>
        <p:spPr>
          <a:xfrm>
            <a:off x="5989320" y="1508760"/>
            <a:ext cx="1280160" cy="502920"/>
          </a:xfrm>
          <a:prstGeom prst="rect">
            <a:avLst/>
          </a:prstGeom>
          <a:noFill/>
          <a:ln/>
        </p:spPr>
        <p:txBody>
          <a:bodyPr wrap="square" lIns="0" tIns="0" rIns="0" bIns="0" rtlCol="0" anchor="ctr"/>
          <a:lstStyle/>
          <a:p>
            <a:pPr marL="0" indent="0" algn="ctr">
              <a:buNone/>
            </a:pPr>
            <a:r>
              <a:rPr lang="en-US" sz="1000" b="1" dirty="0">
                <a:solidFill>
                  <a:srgbClr val="FFFFFF"/>
                </a:solidFill>
              </a:rPr>
              <a:t>Stewardship &amp; DQ</a:t>
            </a:r>
            <a:endParaRPr lang="en-US" sz="1000" dirty="0"/>
          </a:p>
        </p:txBody>
      </p:sp>
      <p:sp>
        <p:nvSpPr>
          <p:cNvPr id="21" name="Text 19"/>
          <p:cNvSpPr/>
          <p:nvPr/>
        </p:nvSpPr>
        <p:spPr>
          <a:xfrm>
            <a:off x="7223760" y="1508760"/>
            <a:ext cx="182880" cy="502920"/>
          </a:xfrm>
          <a:prstGeom prst="rect">
            <a:avLst/>
          </a:prstGeom>
          <a:noFill/>
          <a:ln/>
        </p:spPr>
        <p:txBody>
          <a:bodyPr wrap="square" lIns="0" tIns="0" rIns="0" bIns="0" rtlCol="0" anchor="ctr"/>
          <a:lstStyle/>
          <a:p>
            <a:pPr marL="0" indent="0" algn="ctr">
              <a:buNone/>
            </a:pPr>
            <a:r>
              <a:rPr lang="en-US" sz="1400" dirty="0">
                <a:solidFill>
                  <a:srgbClr val="00A896"/>
                </a:solidFill>
              </a:rPr>
              <a:t>▸</a:t>
            </a:r>
            <a:endParaRPr lang="en-US" sz="1400" dirty="0"/>
          </a:p>
        </p:txBody>
      </p:sp>
      <p:sp>
        <p:nvSpPr>
          <p:cNvPr id="22" name="Shape 20"/>
          <p:cNvSpPr/>
          <p:nvPr/>
        </p:nvSpPr>
        <p:spPr>
          <a:xfrm>
            <a:off x="7360920" y="1508760"/>
            <a:ext cx="1371600" cy="502920"/>
          </a:xfrm>
          <a:prstGeom prst="rect">
            <a:avLst/>
          </a:prstGeom>
          <a:solidFill>
            <a:srgbClr val="0F2A47"/>
          </a:solidFill>
          <a:ln w="12700">
            <a:solidFill>
              <a:srgbClr val="0F2A47"/>
            </a:solidFill>
            <a:prstDash val="solid"/>
          </a:ln>
        </p:spPr>
        <p:txBody>
          <a:bodyPr/>
          <a:lstStyle/>
          <a:p>
            <a:endParaRPr lang="en-US"/>
          </a:p>
        </p:txBody>
      </p:sp>
      <p:sp>
        <p:nvSpPr>
          <p:cNvPr id="23" name="Text 21"/>
          <p:cNvSpPr/>
          <p:nvPr/>
        </p:nvSpPr>
        <p:spPr>
          <a:xfrm>
            <a:off x="7406640" y="1508760"/>
            <a:ext cx="1280160" cy="502920"/>
          </a:xfrm>
          <a:prstGeom prst="rect">
            <a:avLst/>
          </a:prstGeom>
          <a:noFill/>
          <a:ln/>
        </p:spPr>
        <p:txBody>
          <a:bodyPr wrap="square" lIns="0" tIns="0" rIns="0" bIns="0" rtlCol="0" anchor="ctr"/>
          <a:lstStyle/>
          <a:p>
            <a:pPr marL="0" indent="0" algn="ctr">
              <a:buNone/>
            </a:pPr>
            <a:r>
              <a:rPr lang="en-US" sz="1000" b="1" dirty="0">
                <a:solidFill>
                  <a:srgbClr val="FFFFFF"/>
                </a:solidFill>
              </a:rPr>
              <a:t>Golden record + EA view</a:t>
            </a:r>
            <a:endParaRPr lang="en-US" sz="1000" dirty="0"/>
          </a:p>
        </p:txBody>
      </p:sp>
      <p:sp>
        <p:nvSpPr>
          <p:cNvPr id="24" name="Text 22"/>
          <p:cNvSpPr/>
          <p:nvPr/>
        </p:nvSpPr>
        <p:spPr>
          <a:xfrm>
            <a:off x="274320" y="1234440"/>
            <a:ext cx="3657600" cy="228600"/>
          </a:xfrm>
          <a:prstGeom prst="rect">
            <a:avLst/>
          </a:prstGeom>
          <a:noFill/>
          <a:ln/>
        </p:spPr>
        <p:txBody>
          <a:bodyPr wrap="square" lIns="0" tIns="0" rIns="0" bIns="0" rtlCol="0" anchor="ctr"/>
          <a:lstStyle/>
          <a:p>
            <a:pPr marL="0" indent="0">
              <a:buNone/>
            </a:pPr>
            <a:r>
              <a:rPr lang="en-US" sz="1000" kern="0" spc="200" dirty="0">
                <a:solidFill>
                  <a:srgbClr val="64748B"/>
                </a:solidFill>
              </a:rPr>
              <a:t>MDM lifecycle</a:t>
            </a:r>
            <a:endParaRPr lang="en-US" sz="1000" dirty="0"/>
          </a:p>
        </p:txBody>
      </p:sp>
      <p:sp>
        <p:nvSpPr>
          <p:cNvPr id="25" name="Text 23"/>
          <p:cNvSpPr/>
          <p:nvPr/>
        </p:nvSpPr>
        <p:spPr>
          <a:xfrm>
            <a:off x="274320" y="2194560"/>
            <a:ext cx="3657600" cy="228600"/>
          </a:xfrm>
          <a:prstGeom prst="rect">
            <a:avLst/>
          </a:prstGeom>
          <a:noFill/>
          <a:ln/>
        </p:spPr>
        <p:txBody>
          <a:bodyPr wrap="square" lIns="0" tIns="0" rIns="0" bIns="0" rtlCol="0" anchor="ctr"/>
          <a:lstStyle/>
          <a:p>
            <a:pPr marL="0" indent="0">
              <a:buNone/>
            </a:pPr>
            <a:r>
              <a:rPr lang="en-US" sz="1000" kern="0" spc="200" dirty="0">
                <a:solidFill>
                  <a:srgbClr val="028090"/>
                </a:solidFill>
              </a:rPr>
              <a:t>Semantra contribution</a:t>
            </a:r>
            <a:endParaRPr lang="en-US" sz="1000" dirty="0"/>
          </a:p>
        </p:txBody>
      </p:sp>
      <p:sp>
        <p:nvSpPr>
          <p:cNvPr id="26" name="Shape 24"/>
          <p:cNvSpPr/>
          <p:nvPr/>
        </p:nvSpPr>
        <p:spPr>
          <a:xfrm>
            <a:off x="960120" y="2011680"/>
            <a:ext cx="0" cy="457200"/>
          </a:xfrm>
          <a:prstGeom prst="line">
            <a:avLst/>
          </a:prstGeom>
          <a:noFill/>
          <a:ln w="12700">
            <a:solidFill>
              <a:srgbClr val="00A896"/>
            </a:solidFill>
            <a:prstDash val="solid"/>
            <a:tailEnd type="triangle"/>
          </a:ln>
        </p:spPr>
        <p:txBody>
          <a:bodyPr/>
          <a:lstStyle/>
          <a:p>
            <a:endParaRPr lang="en-US"/>
          </a:p>
        </p:txBody>
      </p:sp>
      <p:sp>
        <p:nvSpPr>
          <p:cNvPr id="27" name="Shape 25"/>
          <p:cNvSpPr/>
          <p:nvPr/>
        </p:nvSpPr>
        <p:spPr>
          <a:xfrm>
            <a:off x="274320" y="2468880"/>
            <a:ext cx="1371600" cy="1280160"/>
          </a:xfrm>
          <a:prstGeom prst="rect">
            <a:avLst/>
          </a:prstGeom>
          <a:solidFill>
            <a:srgbClr val="FFFFFF"/>
          </a:solidFill>
          <a:ln w="9525">
            <a:solidFill>
              <a:srgbClr val="D8D3C7"/>
            </a:solidFill>
            <a:prstDash val="solid"/>
          </a:ln>
        </p:spPr>
        <p:txBody>
          <a:bodyPr/>
          <a:lstStyle/>
          <a:p>
            <a:endParaRPr lang="en-US"/>
          </a:p>
        </p:txBody>
      </p:sp>
      <p:sp>
        <p:nvSpPr>
          <p:cNvPr id="28" name="Shape 26"/>
          <p:cNvSpPr/>
          <p:nvPr/>
        </p:nvSpPr>
        <p:spPr>
          <a:xfrm>
            <a:off x="274320" y="2468880"/>
            <a:ext cx="73152" cy="1280160"/>
          </a:xfrm>
          <a:prstGeom prst="rect">
            <a:avLst/>
          </a:prstGeom>
          <a:solidFill>
            <a:srgbClr val="00A896"/>
          </a:solidFill>
          <a:ln w="12700">
            <a:solidFill>
              <a:srgbClr val="00A896"/>
            </a:solidFill>
            <a:prstDash val="solid"/>
          </a:ln>
        </p:spPr>
        <p:txBody>
          <a:bodyPr/>
          <a:lstStyle/>
          <a:p>
            <a:endParaRPr lang="en-US"/>
          </a:p>
        </p:txBody>
      </p:sp>
      <p:sp>
        <p:nvSpPr>
          <p:cNvPr id="29" name="Text 27"/>
          <p:cNvSpPr/>
          <p:nvPr/>
        </p:nvSpPr>
        <p:spPr>
          <a:xfrm>
            <a:off x="365760" y="2606040"/>
            <a:ext cx="1188720" cy="1097280"/>
          </a:xfrm>
          <a:prstGeom prst="rect">
            <a:avLst/>
          </a:prstGeom>
          <a:noFill/>
          <a:ln/>
        </p:spPr>
        <p:txBody>
          <a:bodyPr wrap="square" lIns="0" tIns="0" rIns="0" bIns="0" rtlCol="0" anchor="t"/>
          <a:lstStyle/>
          <a:p>
            <a:pPr marL="0" indent="0">
              <a:buNone/>
            </a:pPr>
            <a:r>
              <a:rPr lang="en-US" sz="1000" dirty="0">
                <a:solidFill>
                  <a:srgbClr val="1E293B"/>
                </a:solidFill>
              </a:rPr>
              <a:t>Ingest CSV / JSON / SQL / schema specs</a:t>
            </a:r>
            <a:endParaRPr lang="en-US" sz="1000" dirty="0"/>
          </a:p>
        </p:txBody>
      </p:sp>
      <p:sp>
        <p:nvSpPr>
          <p:cNvPr id="30" name="Shape 28"/>
          <p:cNvSpPr/>
          <p:nvPr/>
        </p:nvSpPr>
        <p:spPr>
          <a:xfrm>
            <a:off x="2377440" y="2011680"/>
            <a:ext cx="0" cy="457200"/>
          </a:xfrm>
          <a:prstGeom prst="line">
            <a:avLst/>
          </a:prstGeom>
          <a:noFill/>
          <a:ln w="12700">
            <a:solidFill>
              <a:srgbClr val="00A896"/>
            </a:solidFill>
            <a:prstDash val="solid"/>
            <a:tailEnd type="triangle"/>
          </a:ln>
        </p:spPr>
        <p:txBody>
          <a:bodyPr/>
          <a:lstStyle/>
          <a:p>
            <a:endParaRPr lang="en-US"/>
          </a:p>
        </p:txBody>
      </p:sp>
      <p:sp>
        <p:nvSpPr>
          <p:cNvPr id="31" name="Shape 29"/>
          <p:cNvSpPr/>
          <p:nvPr/>
        </p:nvSpPr>
        <p:spPr>
          <a:xfrm>
            <a:off x="1691640" y="2468880"/>
            <a:ext cx="1371600" cy="1280160"/>
          </a:xfrm>
          <a:prstGeom prst="rect">
            <a:avLst/>
          </a:prstGeom>
          <a:solidFill>
            <a:srgbClr val="FFFFFF"/>
          </a:solidFill>
          <a:ln w="9525">
            <a:solidFill>
              <a:srgbClr val="D8D3C7"/>
            </a:solidFill>
            <a:prstDash val="solid"/>
          </a:ln>
        </p:spPr>
        <p:txBody>
          <a:bodyPr/>
          <a:lstStyle/>
          <a:p>
            <a:endParaRPr lang="en-US"/>
          </a:p>
        </p:txBody>
      </p:sp>
      <p:sp>
        <p:nvSpPr>
          <p:cNvPr id="32" name="Shape 30"/>
          <p:cNvSpPr/>
          <p:nvPr/>
        </p:nvSpPr>
        <p:spPr>
          <a:xfrm>
            <a:off x="1691640" y="2468880"/>
            <a:ext cx="73152" cy="1280160"/>
          </a:xfrm>
          <a:prstGeom prst="rect">
            <a:avLst/>
          </a:prstGeom>
          <a:solidFill>
            <a:srgbClr val="00A896"/>
          </a:solidFill>
          <a:ln w="12700">
            <a:solidFill>
              <a:srgbClr val="00A896"/>
            </a:solidFill>
            <a:prstDash val="solid"/>
          </a:ln>
        </p:spPr>
        <p:txBody>
          <a:bodyPr/>
          <a:lstStyle/>
          <a:p>
            <a:endParaRPr lang="en-US"/>
          </a:p>
        </p:txBody>
      </p:sp>
      <p:sp>
        <p:nvSpPr>
          <p:cNvPr id="33" name="Text 31"/>
          <p:cNvSpPr/>
          <p:nvPr/>
        </p:nvSpPr>
        <p:spPr>
          <a:xfrm>
            <a:off x="1783080" y="2606040"/>
            <a:ext cx="1188720" cy="1097280"/>
          </a:xfrm>
          <a:prstGeom prst="rect">
            <a:avLst/>
          </a:prstGeom>
          <a:noFill/>
          <a:ln/>
        </p:spPr>
        <p:txBody>
          <a:bodyPr wrap="square" lIns="0" tIns="0" rIns="0" bIns="0" rtlCol="0" anchor="t"/>
          <a:lstStyle/>
          <a:p>
            <a:pPr marL="0" indent="0">
              <a:buNone/>
            </a:pPr>
            <a:r>
              <a:rPr lang="en-US" sz="1000" dirty="0">
                <a:solidFill>
                  <a:srgbClr val="1E293B"/>
                </a:solidFill>
              </a:rPr>
              <a:t>SchemaProfile + multi-signal ranking</a:t>
            </a:r>
            <a:endParaRPr lang="en-US" sz="1000" dirty="0"/>
          </a:p>
        </p:txBody>
      </p:sp>
      <p:sp>
        <p:nvSpPr>
          <p:cNvPr id="34" name="Shape 32"/>
          <p:cNvSpPr/>
          <p:nvPr/>
        </p:nvSpPr>
        <p:spPr>
          <a:xfrm>
            <a:off x="3794760" y="2011680"/>
            <a:ext cx="0" cy="457200"/>
          </a:xfrm>
          <a:prstGeom prst="line">
            <a:avLst/>
          </a:prstGeom>
          <a:noFill/>
          <a:ln w="12700">
            <a:solidFill>
              <a:srgbClr val="00A896"/>
            </a:solidFill>
            <a:prstDash val="solid"/>
            <a:tailEnd type="triangle"/>
          </a:ln>
        </p:spPr>
        <p:txBody>
          <a:bodyPr/>
          <a:lstStyle/>
          <a:p>
            <a:endParaRPr lang="en-US"/>
          </a:p>
        </p:txBody>
      </p:sp>
      <p:sp>
        <p:nvSpPr>
          <p:cNvPr id="35" name="Shape 33"/>
          <p:cNvSpPr/>
          <p:nvPr/>
        </p:nvSpPr>
        <p:spPr>
          <a:xfrm>
            <a:off x="3108960" y="2468880"/>
            <a:ext cx="1371600" cy="1280160"/>
          </a:xfrm>
          <a:prstGeom prst="rect">
            <a:avLst/>
          </a:prstGeom>
          <a:solidFill>
            <a:srgbClr val="FFFFFF"/>
          </a:solidFill>
          <a:ln w="9525">
            <a:solidFill>
              <a:srgbClr val="D8D3C7"/>
            </a:solidFill>
            <a:prstDash val="solid"/>
          </a:ln>
        </p:spPr>
        <p:txBody>
          <a:bodyPr/>
          <a:lstStyle/>
          <a:p>
            <a:endParaRPr lang="en-US"/>
          </a:p>
        </p:txBody>
      </p:sp>
      <p:sp>
        <p:nvSpPr>
          <p:cNvPr id="36" name="Shape 34"/>
          <p:cNvSpPr/>
          <p:nvPr/>
        </p:nvSpPr>
        <p:spPr>
          <a:xfrm>
            <a:off x="3108960" y="2468880"/>
            <a:ext cx="73152" cy="1280160"/>
          </a:xfrm>
          <a:prstGeom prst="rect">
            <a:avLst/>
          </a:prstGeom>
          <a:solidFill>
            <a:srgbClr val="00A896"/>
          </a:solidFill>
          <a:ln w="12700">
            <a:solidFill>
              <a:srgbClr val="00A896"/>
            </a:solidFill>
            <a:prstDash val="solid"/>
          </a:ln>
        </p:spPr>
        <p:txBody>
          <a:bodyPr/>
          <a:lstStyle/>
          <a:p>
            <a:endParaRPr lang="en-US"/>
          </a:p>
        </p:txBody>
      </p:sp>
      <p:sp>
        <p:nvSpPr>
          <p:cNvPr id="37" name="Text 35"/>
          <p:cNvSpPr/>
          <p:nvPr/>
        </p:nvSpPr>
        <p:spPr>
          <a:xfrm>
            <a:off x="3200400" y="2606040"/>
            <a:ext cx="1188720" cy="1097280"/>
          </a:xfrm>
          <a:prstGeom prst="rect">
            <a:avLst/>
          </a:prstGeom>
          <a:noFill/>
          <a:ln/>
        </p:spPr>
        <p:txBody>
          <a:bodyPr wrap="square" lIns="0" tIns="0" rIns="0" bIns="0" rtlCol="0" anchor="t"/>
          <a:lstStyle/>
          <a:p>
            <a:pPr marL="0" indent="0">
              <a:buNone/>
            </a:pPr>
            <a:r>
              <a:rPr lang="en-US" sz="1000" dirty="0">
                <a:solidFill>
                  <a:srgbClr val="1E293B"/>
                </a:solidFill>
              </a:rPr>
              <a:t>Source → canonical concept mapping</a:t>
            </a:r>
            <a:endParaRPr lang="en-US" sz="1000" dirty="0"/>
          </a:p>
        </p:txBody>
      </p:sp>
      <p:sp>
        <p:nvSpPr>
          <p:cNvPr id="38" name="Shape 36"/>
          <p:cNvSpPr/>
          <p:nvPr/>
        </p:nvSpPr>
        <p:spPr>
          <a:xfrm>
            <a:off x="5212080" y="2011680"/>
            <a:ext cx="0" cy="457200"/>
          </a:xfrm>
          <a:prstGeom prst="line">
            <a:avLst/>
          </a:prstGeom>
          <a:noFill/>
          <a:ln w="12700">
            <a:solidFill>
              <a:srgbClr val="00A896"/>
            </a:solidFill>
            <a:prstDash val="solid"/>
            <a:tailEnd type="triangle"/>
          </a:ln>
        </p:spPr>
        <p:txBody>
          <a:bodyPr/>
          <a:lstStyle/>
          <a:p>
            <a:endParaRPr lang="en-US"/>
          </a:p>
        </p:txBody>
      </p:sp>
      <p:sp>
        <p:nvSpPr>
          <p:cNvPr id="39" name="Shape 37"/>
          <p:cNvSpPr/>
          <p:nvPr/>
        </p:nvSpPr>
        <p:spPr>
          <a:xfrm>
            <a:off x="4526280" y="2468880"/>
            <a:ext cx="1371600" cy="1280160"/>
          </a:xfrm>
          <a:prstGeom prst="rect">
            <a:avLst/>
          </a:prstGeom>
          <a:solidFill>
            <a:srgbClr val="FFFFFF"/>
          </a:solidFill>
          <a:ln w="9525">
            <a:solidFill>
              <a:srgbClr val="D8D3C7"/>
            </a:solidFill>
            <a:prstDash val="solid"/>
          </a:ln>
        </p:spPr>
        <p:txBody>
          <a:bodyPr/>
          <a:lstStyle/>
          <a:p>
            <a:endParaRPr lang="en-US"/>
          </a:p>
        </p:txBody>
      </p:sp>
      <p:sp>
        <p:nvSpPr>
          <p:cNvPr id="40" name="Shape 38"/>
          <p:cNvSpPr/>
          <p:nvPr/>
        </p:nvSpPr>
        <p:spPr>
          <a:xfrm>
            <a:off x="4526280" y="2468880"/>
            <a:ext cx="73152" cy="1280160"/>
          </a:xfrm>
          <a:prstGeom prst="rect">
            <a:avLst/>
          </a:prstGeom>
          <a:solidFill>
            <a:srgbClr val="00A896"/>
          </a:solidFill>
          <a:ln w="12700">
            <a:solidFill>
              <a:srgbClr val="00A896"/>
            </a:solidFill>
            <a:prstDash val="solid"/>
          </a:ln>
        </p:spPr>
        <p:txBody>
          <a:bodyPr/>
          <a:lstStyle/>
          <a:p>
            <a:endParaRPr lang="en-US"/>
          </a:p>
        </p:txBody>
      </p:sp>
      <p:sp>
        <p:nvSpPr>
          <p:cNvPr id="41" name="Text 39"/>
          <p:cNvSpPr/>
          <p:nvPr/>
        </p:nvSpPr>
        <p:spPr>
          <a:xfrm>
            <a:off x="4617720" y="2606040"/>
            <a:ext cx="1188720" cy="1097280"/>
          </a:xfrm>
          <a:prstGeom prst="rect">
            <a:avLst/>
          </a:prstGeom>
          <a:noFill/>
          <a:ln/>
        </p:spPr>
        <p:txBody>
          <a:bodyPr wrap="square" lIns="0" tIns="0" rIns="0" bIns="0" rtlCol="0" anchor="t"/>
          <a:lstStyle/>
          <a:p>
            <a:pPr marL="0" indent="0">
              <a:buNone/>
            </a:pPr>
            <a:r>
              <a:rPr lang="en-US" sz="1000" dirty="0">
                <a:solidFill>
                  <a:srgbClr val="1E293B"/>
                </a:solidFill>
              </a:rPr>
              <a:t>Reviewed pairs feed match keys</a:t>
            </a:r>
            <a:endParaRPr lang="en-US" sz="1000" dirty="0"/>
          </a:p>
        </p:txBody>
      </p:sp>
      <p:sp>
        <p:nvSpPr>
          <p:cNvPr id="42" name="Shape 40"/>
          <p:cNvSpPr/>
          <p:nvPr/>
        </p:nvSpPr>
        <p:spPr>
          <a:xfrm>
            <a:off x="6629400" y="2011680"/>
            <a:ext cx="0" cy="457200"/>
          </a:xfrm>
          <a:prstGeom prst="line">
            <a:avLst/>
          </a:prstGeom>
          <a:noFill/>
          <a:ln w="12700">
            <a:solidFill>
              <a:srgbClr val="00A896"/>
            </a:solidFill>
            <a:prstDash val="solid"/>
            <a:tailEnd type="triangle"/>
          </a:ln>
        </p:spPr>
        <p:txBody>
          <a:bodyPr/>
          <a:lstStyle/>
          <a:p>
            <a:endParaRPr lang="en-US"/>
          </a:p>
        </p:txBody>
      </p:sp>
      <p:sp>
        <p:nvSpPr>
          <p:cNvPr id="43" name="Shape 41"/>
          <p:cNvSpPr/>
          <p:nvPr/>
        </p:nvSpPr>
        <p:spPr>
          <a:xfrm>
            <a:off x="5943600" y="2468880"/>
            <a:ext cx="1371600" cy="1280160"/>
          </a:xfrm>
          <a:prstGeom prst="rect">
            <a:avLst/>
          </a:prstGeom>
          <a:solidFill>
            <a:srgbClr val="FFFFFF"/>
          </a:solidFill>
          <a:ln w="9525">
            <a:solidFill>
              <a:srgbClr val="D8D3C7"/>
            </a:solidFill>
            <a:prstDash val="solid"/>
          </a:ln>
        </p:spPr>
        <p:txBody>
          <a:bodyPr/>
          <a:lstStyle/>
          <a:p>
            <a:endParaRPr lang="en-US"/>
          </a:p>
        </p:txBody>
      </p:sp>
      <p:sp>
        <p:nvSpPr>
          <p:cNvPr id="44" name="Shape 42"/>
          <p:cNvSpPr/>
          <p:nvPr/>
        </p:nvSpPr>
        <p:spPr>
          <a:xfrm>
            <a:off x="5943600" y="2468880"/>
            <a:ext cx="73152" cy="1280160"/>
          </a:xfrm>
          <a:prstGeom prst="rect">
            <a:avLst/>
          </a:prstGeom>
          <a:solidFill>
            <a:srgbClr val="00A896"/>
          </a:solidFill>
          <a:ln w="12700">
            <a:solidFill>
              <a:srgbClr val="00A896"/>
            </a:solidFill>
            <a:prstDash val="solid"/>
          </a:ln>
        </p:spPr>
        <p:txBody>
          <a:bodyPr/>
          <a:lstStyle/>
          <a:p>
            <a:endParaRPr lang="en-US"/>
          </a:p>
        </p:txBody>
      </p:sp>
      <p:sp>
        <p:nvSpPr>
          <p:cNvPr id="45" name="Text 43"/>
          <p:cNvSpPr/>
          <p:nvPr/>
        </p:nvSpPr>
        <p:spPr>
          <a:xfrm>
            <a:off x="6035040" y="2606040"/>
            <a:ext cx="1188720" cy="1097280"/>
          </a:xfrm>
          <a:prstGeom prst="rect">
            <a:avLst/>
          </a:prstGeom>
          <a:noFill/>
          <a:ln/>
        </p:spPr>
        <p:txBody>
          <a:bodyPr wrap="square" lIns="0" tIns="0" rIns="0" bIns="0" rtlCol="0" anchor="t"/>
          <a:lstStyle/>
          <a:p>
            <a:pPr marL="0" indent="0">
              <a:buNone/>
            </a:pPr>
            <a:r>
              <a:rPr lang="en-US" sz="1000" dirty="0">
                <a:solidFill>
                  <a:srgbClr val="1E293B"/>
                </a:solidFill>
              </a:rPr>
              <a:t>Transformations + correction rules</a:t>
            </a:r>
            <a:endParaRPr lang="en-US" sz="1000" dirty="0"/>
          </a:p>
        </p:txBody>
      </p:sp>
      <p:sp>
        <p:nvSpPr>
          <p:cNvPr id="46" name="Shape 44"/>
          <p:cNvSpPr/>
          <p:nvPr/>
        </p:nvSpPr>
        <p:spPr>
          <a:xfrm>
            <a:off x="8046720" y="2011680"/>
            <a:ext cx="0" cy="457200"/>
          </a:xfrm>
          <a:prstGeom prst="line">
            <a:avLst/>
          </a:prstGeom>
          <a:noFill/>
          <a:ln w="12700">
            <a:solidFill>
              <a:srgbClr val="00A896"/>
            </a:solidFill>
            <a:prstDash val="solid"/>
            <a:tailEnd type="triangle"/>
          </a:ln>
        </p:spPr>
        <p:txBody>
          <a:bodyPr/>
          <a:lstStyle/>
          <a:p>
            <a:endParaRPr lang="en-US"/>
          </a:p>
        </p:txBody>
      </p:sp>
      <p:sp>
        <p:nvSpPr>
          <p:cNvPr id="47" name="Shape 45"/>
          <p:cNvSpPr/>
          <p:nvPr/>
        </p:nvSpPr>
        <p:spPr>
          <a:xfrm>
            <a:off x="7360920" y="2468880"/>
            <a:ext cx="1371600" cy="1280160"/>
          </a:xfrm>
          <a:prstGeom prst="rect">
            <a:avLst/>
          </a:prstGeom>
          <a:solidFill>
            <a:srgbClr val="FFFFFF"/>
          </a:solidFill>
          <a:ln w="9525">
            <a:solidFill>
              <a:srgbClr val="D8D3C7"/>
            </a:solidFill>
            <a:prstDash val="solid"/>
          </a:ln>
        </p:spPr>
        <p:txBody>
          <a:bodyPr/>
          <a:lstStyle/>
          <a:p>
            <a:endParaRPr lang="en-US"/>
          </a:p>
        </p:txBody>
      </p:sp>
      <p:sp>
        <p:nvSpPr>
          <p:cNvPr id="48" name="Shape 46"/>
          <p:cNvSpPr/>
          <p:nvPr/>
        </p:nvSpPr>
        <p:spPr>
          <a:xfrm>
            <a:off x="7360920" y="2468880"/>
            <a:ext cx="73152" cy="1280160"/>
          </a:xfrm>
          <a:prstGeom prst="rect">
            <a:avLst/>
          </a:prstGeom>
          <a:solidFill>
            <a:srgbClr val="F2A65A"/>
          </a:solidFill>
          <a:ln w="12700">
            <a:solidFill>
              <a:srgbClr val="F2A65A"/>
            </a:solidFill>
            <a:prstDash val="solid"/>
          </a:ln>
        </p:spPr>
        <p:txBody>
          <a:bodyPr/>
          <a:lstStyle/>
          <a:p>
            <a:endParaRPr lang="en-US"/>
          </a:p>
        </p:txBody>
      </p:sp>
      <p:sp>
        <p:nvSpPr>
          <p:cNvPr id="49" name="Text 47"/>
          <p:cNvSpPr/>
          <p:nvPr/>
        </p:nvSpPr>
        <p:spPr>
          <a:xfrm>
            <a:off x="7452360" y="2606040"/>
            <a:ext cx="1188720" cy="1097280"/>
          </a:xfrm>
          <a:prstGeom prst="rect">
            <a:avLst/>
          </a:prstGeom>
          <a:noFill/>
          <a:ln/>
        </p:spPr>
        <p:txBody>
          <a:bodyPr wrap="square" lIns="0" tIns="0" rIns="0" bIns="0" rtlCol="0" anchor="t"/>
          <a:lstStyle/>
          <a:p>
            <a:pPr marL="0" indent="0">
              <a:buNone/>
            </a:pPr>
            <a:r>
              <a:rPr lang="en-US" sz="1000" dirty="0">
                <a:solidFill>
                  <a:srgbClr val="1E293B"/>
                </a:solidFill>
              </a:rPr>
              <a:t>Approved mapping sets land in catalog</a:t>
            </a:r>
            <a:endParaRPr lang="en-US" sz="1000" dirty="0"/>
          </a:p>
        </p:txBody>
      </p:sp>
      <p:sp>
        <p:nvSpPr>
          <p:cNvPr id="50" name="Shape 48"/>
          <p:cNvSpPr/>
          <p:nvPr/>
        </p:nvSpPr>
        <p:spPr>
          <a:xfrm>
            <a:off x="274320" y="3886200"/>
            <a:ext cx="8595360" cy="502920"/>
          </a:xfrm>
          <a:prstGeom prst="rect">
            <a:avLst/>
          </a:prstGeom>
          <a:solidFill>
            <a:srgbClr val="081A2E"/>
          </a:solidFill>
          <a:ln w="12700">
            <a:solidFill>
              <a:srgbClr val="081A2E"/>
            </a:solidFill>
            <a:prstDash val="solid"/>
          </a:ln>
        </p:spPr>
        <p:txBody>
          <a:bodyPr/>
          <a:lstStyle/>
          <a:p>
            <a:endParaRPr lang="en-US"/>
          </a:p>
        </p:txBody>
      </p:sp>
      <p:sp>
        <p:nvSpPr>
          <p:cNvPr id="51" name="Shape 49"/>
          <p:cNvSpPr/>
          <p:nvPr/>
        </p:nvSpPr>
        <p:spPr>
          <a:xfrm>
            <a:off x="274320" y="3886200"/>
            <a:ext cx="73152" cy="502920"/>
          </a:xfrm>
          <a:prstGeom prst="rect">
            <a:avLst/>
          </a:prstGeom>
          <a:solidFill>
            <a:srgbClr val="F2A65A"/>
          </a:solidFill>
          <a:ln w="12700">
            <a:solidFill>
              <a:srgbClr val="F2A65A"/>
            </a:solidFill>
            <a:prstDash val="solid"/>
          </a:ln>
        </p:spPr>
        <p:txBody>
          <a:bodyPr/>
          <a:lstStyle/>
          <a:p>
            <a:endParaRPr lang="en-US"/>
          </a:p>
        </p:txBody>
      </p:sp>
      <p:sp>
        <p:nvSpPr>
          <p:cNvPr id="52" name="Text 50"/>
          <p:cNvSpPr/>
          <p:nvPr/>
        </p:nvSpPr>
        <p:spPr>
          <a:xfrm>
            <a:off x="457200" y="3886200"/>
            <a:ext cx="3108960" cy="502920"/>
          </a:xfrm>
          <a:prstGeom prst="rect">
            <a:avLst/>
          </a:prstGeom>
          <a:noFill/>
          <a:ln/>
        </p:spPr>
        <p:txBody>
          <a:bodyPr wrap="square" lIns="0" tIns="0" rIns="0" bIns="0" rtlCol="0" anchor="ctr"/>
          <a:lstStyle/>
          <a:p>
            <a:pPr marL="0" indent="0">
              <a:buNone/>
            </a:pPr>
            <a:r>
              <a:rPr lang="en-US" sz="1300" b="1" dirty="0">
                <a:solidFill>
                  <a:srgbClr val="F2A65A"/>
                </a:solidFill>
                <a:latin typeface="Cambria" pitchFamily="34" charset="0"/>
                <a:ea typeface="Cambria" pitchFamily="34" charset="-122"/>
                <a:cs typeface="Cambria" pitchFamily="34" charset="-120"/>
              </a:rPr>
              <a:t>Mapping Catalog (delivered)</a:t>
            </a:r>
            <a:endParaRPr lang="en-US" sz="1300" dirty="0"/>
          </a:p>
        </p:txBody>
      </p:sp>
      <p:sp>
        <p:nvSpPr>
          <p:cNvPr id="53" name="Text 51"/>
          <p:cNvSpPr/>
          <p:nvPr/>
        </p:nvSpPr>
        <p:spPr>
          <a:xfrm>
            <a:off x="3611880" y="3886200"/>
            <a:ext cx="5212080" cy="502920"/>
          </a:xfrm>
          <a:prstGeom prst="rect">
            <a:avLst/>
          </a:prstGeom>
          <a:noFill/>
          <a:ln/>
        </p:spPr>
        <p:txBody>
          <a:bodyPr wrap="square" lIns="0" tIns="0" rIns="0" bIns="0" rtlCol="0" anchor="ctr"/>
          <a:lstStyle/>
          <a:p>
            <a:pPr marL="0" indent="0">
              <a:buNone/>
            </a:pPr>
            <a:r>
              <a:rPr lang="en-US" sz="1000" i="1" dirty="0">
                <a:solidFill>
                  <a:srgbClr val="FFFFFF"/>
                </a:solidFill>
              </a:rPr>
              <a:t>Approved mappings become searchable, reusable assets — feeding EA, PMO, and the next MDM-adjacent project</a:t>
            </a:r>
            <a:endParaRPr lang="en-US" sz="1000" dirty="0"/>
          </a:p>
        </p:txBody>
      </p:sp>
      <p:sp>
        <p:nvSpPr>
          <p:cNvPr id="54" name="Shape 52"/>
          <p:cNvSpPr/>
          <p:nvPr/>
        </p:nvSpPr>
        <p:spPr>
          <a:xfrm>
            <a:off x="274320" y="4480560"/>
            <a:ext cx="8595360" cy="365760"/>
          </a:xfrm>
          <a:prstGeom prst="rect">
            <a:avLst/>
          </a:prstGeom>
          <a:solidFill>
            <a:srgbClr val="0F2A47"/>
          </a:solidFill>
          <a:ln w="12700">
            <a:solidFill>
              <a:srgbClr val="0F2A47"/>
            </a:solidFill>
            <a:prstDash val="solid"/>
          </a:ln>
        </p:spPr>
        <p:txBody>
          <a:bodyPr/>
          <a:lstStyle/>
          <a:p>
            <a:endParaRPr lang="en-US"/>
          </a:p>
        </p:txBody>
      </p:sp>
      <p:sp>
        <p:nvSpPr>
          <p:cNvPr id="55" name="Text 53"/>
          <p:cNvSpPr/>
          <p:nvPr/>
        </p:nvSpPr>
        <p:spPr>
          <a:xfrm>
            <a:off x="274320" y="4480560"/>
            <a:ext cx="8595360" cy="365760"/>
          </a:xfrm>
          <a:prstGeom prst="rect">
            <a:avLst/>
          </a:prstGeom>
          <a:noFill/>
          <a:ln/>
        </p:spPr>
        <p:txBody>
          <a:bodyPr wrap="square" lIns="0" tIns="0" rIns="0" bIns="0" rtlCol="0" anchor="ctr"/>
          <a:lstStyle/>
          <a:p>
            <a:pPr marL="0" indent="0" algn="ctr">
              <a:buNone/>
            </a:pPr>
            <a:r>
              <a:rPr lang="en-US" sz="1100" i="1" dirty="0">
                <a:solidFill>
                  <a:srgbClr val="FFFFFF"/>
                </a:solidFill>
              </a:rPr>
              <a:t>Semantra is the semantic spine of the MDM pipeline — the catalog is the layer that compounds it across programs.</a:t>
            </a:r>
            <a:endParaRPr lang="en-US" sz="1100" dirty="0"/>
          </a:p>
        </p:txBody>
      </p:sp>
      <p:sp>
        <p:nvSpPr>
          <p:cNvPr id="56" name="Shape 54"/>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57" name="Text 55"/>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58" name="Text 56"/>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dirty="0">
                <a:solidFill>
                  <a:srgbClr val="FFFFFF"/>
                </a:solidFill>
              </a:rPr>
              <a:t>14 / 38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0">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Concrete Value for the MDM Project</a:t>
            </a:r>
            <a:endParaRPr lang="en-US" sz="26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What Semantra changes about the MDM delivery economics</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15 </a:t>
            </a:r>
            <a:r>
              <a:rPr lang="en-US" sz="900" dirty="0">
                <a:solidFill>
                  <a:srgbClr val="FFFFFF"/>
                </a:solidFill>
              </a:rPr>
              <a:t>/ </a:t>
            </a:r>
            <a:r>
              <a:rPr lang="en-US" sz="900">
                <a:solidFill>
                  <a:srgbClr val="FFFFFF"/>
                </a:solidFill>
              </a:rPr>
              <a:t>38</a:t>
            </a:r>
            <a:endParaRPr lang="en-US" sz="900" dirty="0"/>
          </a:p>
        </p:txBody>
      </p:sp>
      <p:sp>
        <p:nvSpPr>
          <p:cNvPr id="10" name="Shape 8"/>
          <p:cNvSpPr/>
          <p:nvPr/>
        </p:nvSpPr>
        <p:spPr>
          <a:xfrm>
            <a:off x="342900" y="1463040"/>
            <a:ext cx="2011680" cy="2194560"/>
          </a:xfrm>
          <a:prstGeom prst="rect">
            <a:avLst/>
          </a:prstGeom>
          <a:solidFill>
            <a:srgbClr val="FFFFFF"/>
          </a:solidFill>
          <a:ln w="9525">
            <a:solidFill>
              <a:srgbClr val="D8D3C7"/>
            </a:solidFill>
            <a:prstDash val="solid"/>
          </a:ln>
        </p:spPr>
        <p:txBody>
          <a:bodyPr/>
          <a:lstStyle/>
          <a:p>
            <a:endParaRPr lang="en-US"/>
          </a:p>
        </p:txBody>
      </p:sp>
      <p:sp>
        <p:nvSpPr>
          <p:cNvPr id="11" name="Shape 9"/>
          <p:cNvSpPr/>
          <p:nvPr/>
        </p:nvSpPr>
        <p:spPr>
          <a:xfrm>
            <a:off x="342900" y="1463040"/>
            <a:ext cx="73152" cy="2194560"/>
          </a:xfrm>
          <a:prstGeom prst="rect">
            <a:avLst/>
          </a:prstGeom>
          <a:solidFill>
            <a:srgbClr val="00A896"/>
          </a:solidFill>
          <a:ln w="12700">
            <a:solidFill>
              <a:srgbClr val="00A896"/>
            </a:solidFill>
            <a:prstDash val="solid"/>
          </a:ln>
        </p:spPr>
        <p:txBody>
          <a:bodyPr/>
          <a:lstStyle/>
          <a:p>
            <a:endParaRPr lang="en-US"/>
          </a:p>
        </p:txBody>
      </p:sp>
      <p:sp>
        <p:nvSpPr>
          <p:cNvPr id="12" name="Text 10"/>
          <p:cNvSpPr/>
          <p:nvPr/>
        </p:nvSpPr>
        <p:spPr>
          <a:xfrm>
            <a:off x="480060" y="1691640"/>
            <a:ext cx="1737360" cy="777240"/>
          </a:xfrm>
          <a:prstGeom prst="rect">
            <a:avLst/>
          </a:prstGeom>
          <a:noFill/>
          <a:ln/>
        </p:spPr>
        <p:txBody>
          <a:bodyPr wrap="square" lIns="0" tIns="0" rIns="0" bIns="0" rtlCol="0" anchor="ctr"/>
          <a:lstStyle/>
          <a:p>
            <a:pPr marL="0" indent="0">
              <a:buNone/>
            </a:pPr>
            <a:r>
              <a:rPr lang="en-US" sz="2400" b="1" dirty="0">
                <a:solidFill>
                  <a:srgbClr val="00A896"/>
                </a:solidFill>
                <a:latin typeface="Cambria" pitchFamily="34" charset="0"/>
                <a:ea typeface="Cambria" pitchFamily="34" charset="-122"/>
                <a:cs typeface="Cambria" pitchFamily="34" charset="-120"/>
              </a:rPr>
              <a:t>↓ rework</a:t>
            </a:r>
            <a:endParaRPr lang="en-US" sz="2400" dirty="0"/>
          </a:p>
        </p:txBody>
      </p:sp>
      <p:sp>
        <p:nvSpPr>
          <p:cNvPr id="13" name="Shape 11"/>
          <p:cNvSpPr/>
          <p:nvPr/>
        </p:nvSpPr>
        <p:spPr>
          <a:xfrm>
            <a:off x="480060" y="2560320"/>
            <a:ext cx="548640" cy="0"/>
          </a:xfrm>
          <a:prstGeom prst="line">
            <a:avLst/>
          </a:prstGeom>
          <a:noFill/>
          <a:ln w="19050">
            <a:solidFill>
              <a:srgbClr val="00A896"/>
            </a:solidFill>
            <a:prstDash val="solid"/>
          </a:ln>
        </p:spPr>
        <p:txBody>
          <a:bodyPr/>
          <a:lstStyle/>
          <a:p>
            <a:endParaRPr lang="en-US"/>
          </a:p>
        </p:txBody>
      </p:sp>
      <p:sp>
        <p:nvSpPr>
          <p:cNvPr id="14" name="Text 12"/>
          <p:cNvSpPr/>
          <p:nvPr/>
        </p:nvSpPr>
        <p:spPr>
          <a:xfrm>
            <a:off x="480060" y="2697480"/>
            <a:ext cx="1737360" cy="914400"/>
          </a:xfrm>
          <a:prstGeom prst="rect">
            <a:avLst/>
          </a:prstGeom>
          <a:noFill/>
          <a:ln/>
        </p:spPr>
        <p:txBody>
          <a:bodyPr wrap="square" lIns="0" tIns="0" rIns="0" bIns="0" rtlCol="0" anchor="t"/>
          <a:lstStyle/>
          <a:p>
            <a:pPr marL="0" indent="0">
              <a:buNone/>
            </a:pPr>
            <a:r>
              <a:rPr lang="en-US" sz="1100" dirty="0">
                <a:solidFill>
                  <a:srgbClr val="1E293B"/>
                </a:solidFill>
              </a:rPr>
              <a:t>Mappings are reviewed once, reused across domains</a:t>
            </a:r>
            <a:endParaRPr lang="en-US" sz="1100" dirty="0"/>
          </a:p>
        </p:txBody>
      </p:sp>
      <p:sp>
        <p:nvSpPr>
          <p:cNvPr id="15" name="Shape 13"/>
          <p:cNvSpPr/>
          <p:nvPr/>
        </p:nvSpPr>
        <p:spPr>
          <a:xfrm>
            <a:off x="2491740" y="1463040"/>
            <a:ext cx="2011680" cy="2194560"/>
          </a:xfrm>
          <a:prstGeom prst="rect">
            <a:avLst/>
          </a:prstGeom>
          <a:solidFill>
            <a:srgbClr val="FFFFFF"/>
          </a:solidFill>
          <a:ln w="9525">
            <a:solidFill>
              <a:srgbClr val="D8D3C7"/>
            </a:solidFill>
            <a:prstDash val="solid"/>
          </a:ln>
        </p:spPr>
        <p:txBody>
          <a:bodyPr/>
          <a:lstStyle/>
          <a:p>
            <a:endParaRPr lang="en-US"/>
          </a:p>
        </p:txBody>
      </p:sp>
      <p:sp>
        <p:nvSpPr>
          <p:cNvPr id="16" name="Shape 14"/>
          <p:cNvSpPr/>
          <p:nvPr/>
        </p:nvSpPr>
        <p:spPr>
          <a:xfrm>
            <a:off x="2491740" y="1463040"/>
            <a:ext cx="73152" cy="2194560"/>
          </a:xfrm>
          <a:prstGeom prst="rect">
            <a:avLst/>
          </a:prstGeom>
          <a:solidFill>
            <a:srgbClr val="0F2A47"/>
          </a:solidFill>
          <a:ln w="12700">
            <a:solidFill>
              <a:srgbClr val="0F2A47"/>
            </a:solidFill>
            <a:prstDash val="solid"/>
          </a:ln>
        </p:spPr>
        <p:txBody>
          <a:bodyPr/>
          <a:lstStyle/>
          <a:p>
            <a:endParaRPr lang="en-US"/>
          </a:p>
        </p:txBody>
      </p:sp>
      <p:sp>
        <p:nvSpPr>
          <p:cNvPr id="17" name="Text 15"/>
          <p:cNvSpPr/>
          <p:nvPr/>
        </p:nvSpPr>
        <p:spPr>
          <a:xfrm>
            <a:off x="2646485" y="1709928"/>
            <a:ext cx="1874520" cy="777240"/>
          </a:xfrm>
          <a:prstGeom prst="rect">
            <a:avLst/>
          </a:prstGeom>
          <a:noFill/>
          <a:ln/>
        </p:spPr>
        <p:txBody>
          <a:bodyPr wrap="square" lIns="0" tIns="0" rIns="0" bIns="0" rtlCol="0" anchor="ctr"/>
          <a:lstStyle/>
          <a:p>
            <a:pPr marL="0" indent="0">
              <a:buNone/>
            </a:pPr>
            <a:r>
              <a:rPr lang="en-US" sz="2400" b="1" dirty="0">
                <a:solidFill>
                  <a:srgbClr val="0F2A47"/>
                </a:solidFill>
                <a:latin typeface="Cambria" pitchFamily="34" charset="0"/>
                <a:ea typeface="Cambria" pitchFamily="34" charset="-122"/>
                <a:cs typeface="Cambria" pitchFamily="34" charset="-120"/>
              </a:rPr>
              <a:t>↑traceability</a:t>
            </a:r>
            <a:endParaRPr lang="en-US" sz="2400" dirty="0"/>
          </a:p>
        </p:txBody>
      </p:sp>
      <p:sp>
        <p:nvSpPr>
          <p:cNvPr id="18" name="Shape 16"/>
          <p:cNvSpPr/>
          <p:nvPr/>
        </p:nvSpPr>
        <p:spPr>
          <a:xfrm>
            <a:off x="2628900" y="2560320"/>
            <a:ext cx="548640" cy="0"/>
          </a:xfrm>
          <a:prstGeom prst="line">
            <a:avLst/>
          </a:prstGeom>
          <a:noFill/>
          <a:ln w="19050">
            <a:solidFill>
              <a:srgbClr val="0F2A47"/>
            </a:solidFill>
            <a:prstDash val="solid"/>
          </a:ln>
        </p:spPr>
        <p:txBody>
          <a:bodyPr/>
          <a:lstStyle/>
          <a:p>
            <a:endParaRPr lang="en-US"/>
          </a:p>
        </p:txBody>
      </p:sp>
      <p:sp>
        <p:nvSpPr>
          <p:cNvPr id="19" name="Text 17"/>
          <p:cNvSpPr/>
          <p:nvPr/>
        </p:nvSpPr>
        <p:spPr>
          <a:xfrm>
            <a:off x="2628900" y="2697480"/>
            <a:ext cx="1737360" cy="914400"/>
          </a:xfrm>
          <a:prstGeom prst="rect">
            <a:avLst/>
          </a:prstGeom>
          <a:noFill/>
          <a:ln/>
        </p:spPr>
        <p:txBody>
          <a:bodyPr wrap="square" lIns="0" tIns="0" rIns="0" bIns="0" rtlCol="0" anchor="t"/>
          <a:lstStyle/>
          <a:p>
            <a:pPr marL="0" indent="0">
              <a:buNone/>
            </a:pPr>
            <a:r>
              <a:rPr lang="en-US" sz="1100" dirty="0">
                <a:solidFill>
                  <a:srgbClr val="1E293B"/>
                </a:solidFill>
              </a:rPr>
              <a:t>Every mapping carries explanations, audit, version</a:t>
            </a:r>
            <a:endParaRPr lang="en-US" sz="1100" dirty="0"/>
          </a:p>
        </p:txBody>
      </p:sp>
      <p:sp>
        <p:nvSpPr>
          <p:cNvPr id="20" name="Shape 18"/>
          <p:cNvSpPr/>
          <p:nvPr/>
        </p:nvSpPr>
        <p:spPr>
          <a:xfrm>
            <a:off x="4640580" y="1463040"/>
            <a:ext cx="2011680" cy="2194560"/>
          </a:xfrm>
          <a:prstGeom prst="rect">
            <a:avLst/>
          </a:prstGeom>
          <a:solidFill>
            <a:srgbClr val="FFFFFF"/>
          </a:solidFill>
          <a:ln w="9525">
            <a:solidFill>
              <a:srgbClr val="D8D3C7"/>
            </a:solidFill>
            <a:prstDash val="solid"/>
          </a:ln>
        </p:spPr>
        <p:txBody>
          <a:bodyPr/>
          <a:lstStyle/>
          <a:p>
            <a:endParaRPr lang="en-US"/>
          </a:p>
        </p:txBody>
      </p:sp>
      <p:sp>
        <p:nvSpPr>
          <p:cNvPr id="21" name="Shape 19"/>
          <p:cNvSpPr/>
          <p:nvPr/>
        </p:nvSpPr>
        <p:spPr>
          <a:xfrm>
            <a:off x="4640580" y="1463040"/>
            <a:ext cx="73152" cy="2194560"/>
          </a:xfrm>
          <a:prstGeom prst="rect">
            <a:avLst/>
          </a:prstGeom>
          <a:solidFill>
            <a:srgbClr val="028090"/>
          </a:solidFill>
          <a:ln w="12700">
            <a:solidFill>
              <a:srgbClr val="028090"/>
            </a:solidFill>
            <a:prstDash val="solid"/>
          </a:ln>
        </p:spPr>
        <p:txBody>
          <a:bodyPr/>
          <a:lstStyle/>
          <a:p>
            <a:endParaRPr lang="en-US"/>
          </a:p>
        </p:txBody>
      </p:sp>
      <p:sp>
        <p:nvSpPr>
          <p:cNvPr id="22" name="Text 20"/>
          <p:cNvSpPr/>
          <p:nvPr/>
        </p:nvSpPr>
        <p:spPr>
          <a:xfrm>
            <a:off x="4777740" y="1691640"/>
            <a:ext cx="1737360" cy="777240"/>
          </a:xfrm>
          <a:prstGeom prst="rect">
            <a:avLst/>
          </a:prstGeom>
          <a:noFill/>
          <a:ln/>
        </p:spPr>
        <p:txBody>
          <a:bodyPr wrap="square" lIns="0" tIns="0" rIns="0" bIns="0"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 reuse</a:t>
            </a:r>
            <a:endParaRPr lang="en-US" sz="2400" dirty="0"/>
          </a:p>
        </p:txBody>
      </p:sp>
      <p:sp>
        <p:nvSpPr>
          <p:cNvPr id="23" name="Shape 21"/>
          <p:cNvSpPr/>
          <p:nvPr/>
        </p:nvSpPr>
        <p:spPr>
          <a:xfrm>
            <a:off x="4777740" y="2560320"/>
            <a:ext cx="548640" cy="0"/>
          </a:xfrm>
          <a:prstGeom prst="line">
            <a:avLst/>
          </a:prstGeom>
          <a:noFill/>
          <a:ln w="19050">
            <a:solidFill>
              <a:srgbClr val="028090"/>
            </a:solidFill>
            <a:prstDash val="solid"/>
          </a:ln>
        </p:spPr>
        <p:txBody>
          <a:bodyPr/>
          <a:lstStyle/>
          <a:p>
            <a:endParaRPr lang="en-US"/>
          </a:p>
        </p:txBody>
      </p:sp>
      <p:sp>
        <p:nvSpPr>
          <p:cNvPr id="24" name="Text 22"/>
          <p:cNvSpPr/>
          <p:nvPr/>
        </p:nvSpPr>
        <p:spPr>
          <a:xfrm>
            <a:off x="4777740" y="2697480"/>
            <a:ext cx="1737360" cy="914400"/>
          </a:xfrm>
          <a:prstGeom prst="rect">
            <a:avLst/>
          </a:prstGeom>
          <a:noFill/>
          <a:ln/>
        </p:spPr>
        <p:txBody>
          <a:bodyPr wrap="square" lIns="0" tIns="0" rIns="0" bIns="0" rtlCol="0" anchor="t"/>
          <a:lstStyle/>
          <a:p>
            <a:pPr marL="0" indent="0">
              <a:buNone/>
            </a:pPr>
            <a:r>
              <a:rPr lang="en-US" sz="1100" dirty="0">
                <a:solidFill>
                  <a:srgbClr val="1E293B"/>
                </a:solidFill>
              </a:rPr>
              <a:t>Customer/vendor/product mappings share canonical concepts</a:t>
            </a:r>
            <a:endParaRPr lang="en-US" sz="1100" dirty="0"/>
          </a:p>
        </p:txBody>
      </p:sp>
      <p:sp>
        <p:nvSpPr>
          <p:cNvPr id="25" name="Shape 23"/>
          <p:cNvSpPr/>
          <p:nvPr/>
        </p:nvSpPr>
        <p:spPr>
          <a:xfrm>
            <a:off x="6789420" y="1463040"/>
            <a:ext cx="2011680" cy="2194560"/>
          </a:xfrm>
          <a:prstGeom prst="rect">
            <a:avLst/>
          </a:prstGeom>
          <a:solidFill>
            <a:srgbClr val="FFFFFF"/>
          </a:solidFill>
          <a:ln w="9525">
            <a:solidFill>
              <a:srgbClr val="D8D3C7"/>
            </a:solidFill>
            <a:prstDash val="solid"/>
          </a:ln>
        </p:spPr>
        <p:txBody>
          <a:bodyPr/>
          <a:lstStyle/>
          <a:p>
            <a:endParaRPr lang="en-US"/>
          </a:p>
        </p:txBody>
      </p:sp>
      <p:sp>
        <p:nvSpPr>
          <p:cNvPr id="26" name="Shape 24"/>
          <p:cNvSpPr/>
          <p:nvPr/>
        </p:nvSpPr>
        <p:spPr>
          <a:xfrm>
            <a:off x="6789420" y="1463040"/>
            <a:ext cx="73152" cy="2194560"/>
          </a:xfrm>
          <a:prstGeom prst="rect">
            <a:avLst/>
          </a:prstGeom>
          <a:solidFill>
            <a:srgbClr val="F2A65A"/>
          </a:solidFill>
          <a:ln w="12700">
            <a:solidFill>
              <a:srgbClr val="F2A65A"/>
            </a:solidFill>
            <a:prstDash val="solid"/>
          </a:ln>
        </p:spPr>
        <p:txBody>
          <a:bodyPr/>
          <a:lstStyle/>
          <a:p>
            <a:endParaRPr lang="en-US"/>
          </a:p>
        </p:txBody>
      </p:sp>
      <p:sp>
        <p:nvSpPr>
          <p:cNvPr id="27" name="Text 25"/>
          <p:cNvSpPr/>
          <p:nvPr/>
        </p:nvSpPr>
        <p:spPr>
          <a:xfrm>
            <a:off x="6926580" y="1691640"/>
            <a:ext cx="1737360" cy="777240"/>
          </a:xfrm>
          <a:prstGeom prst="rect">
            <a:avLst/>
          </a:prstGeom>
          <a:noFill/>
          <a:ln/>
        </p:spPr>
        <p:txBody>
          <a:bodyPr wrap="square" lIns="0" tIns="0" rIns="0" bIns="0" rtlCol="0" anchor="ctr"/>
          <a:lstStyle/>
          <a:p>
            <a:pPr marL="0" indent="0">
              <a:buNone/>
            </a:pPr>
            <a:r>
              <a:rPr lang="en-US" sz="2400" b="1" dirty="0">
                <a:solidFill>
                  <a:srgbClr val="F2A65A"/>
                </a:solidFill>
                <a:latin typeface="Cambria" pitchFamily="34" charset="0"/>
                <a:ea typeface="Cambria" pitchFamily="34" charset="-122"/>
                <a:cs typeface="Cambria" pitchFamily="34" charset="-120"/>
              </a:rPr>
              <a:t>↓ ambiguity</a:t>
            </a:r>
            <a:endParaRPr lang="en-US" sz="2400" dirty="0"/>
          </a:p>
        </p:txBody>
      </p:sp>
      <p:sp>
        <p:nvSpPr>
          <p:cNvPr id="28" name="Shape 26"/>
          <p:cNvSpPr/>
          <p:nvPr/>
        </p:nvSpPr>
        <p:spPr>
          <a:xfrm>
            <a:off x="6926580" y="2560320"/>
            <a:ext cx="548640" cy="0"/>
          </a:xfrm>
          <a:prstGeom prst="line">
            <a:avLst/>
          </a:prstGeom>
          <a:noFill/>
          <a:ln w="19050">
            <a:solidFill>
              <a:srgbClr val="F2A65A"/>
            </a:solidFill>
            <a:prstDash val="solid"/>
          </a:ln>
        </p:spPr>
        <p:txBody>
          <a:bodyPr/>
          <a:lstStyle/>
          <a:p>
            <a:endParaRPr lang="en-US"/>
          </a:p>
        </p:txBody>
      </p:sp>
      <p:sp>
        <p:nvSpPr>
          <p:cNvPr id="29" name="Text 27"/>
          <p:cNvSpPr/>
          <p:nvPr/>
        </p:nvSpPr>
        <p:spPr>
          <a:xfrm>
            <a:off x="6926580" y="2697480"/>
            <a:ext cx="1737360" cy="914400"/>
          </a:xfrm>
          <a:prstGeom prst="rect">
            <a:avLst/>
          </a:prstGeom>
          <a:noFill/>
          <a:ln/>
        </p:spPr>
        <p:txBody>
          <a:bodyPr wrap="square" lIns="0" tIns="0" rIns="0" bIns="0" rtlCol="0" anchor="t"/>
          <a:lstStyle/>
          <a:p>
            <a:pPr marL="0" indent="0">
              <a:buNone/>
            </a:pPr>
            <a:r>
              <a:rPr lang="en-US" sz="1100" dirty="0">
                <a:solidFill>
                  <a:srgbClr val="1E293B"/>
                </a:solidFill>
              </a:rPr>
              <a:t>Bounded LLM returns no_match instead of forced answers</a:t>
            </a:r>
            <a:endParaRPr lang="en-US" sz="1100" dirty="0"/>
          </a:p>
        </p:txBody>
      </p:sp>
      <p:sp>
        <p:nvSpPr>
          <p:cNvPr id="30" name="Shape 28"/>
          <p:cNvSpPr/>
          <p:nvPr/>
        </p:nvSpPr>
        <p:spPr>
          <a:xfrm>
            <a:off x="297180" y="3931920"/>
            <a:ext cx="2788920" cy="594360"/>
          </a:xfrm>
          <a:prstGeom prst="rect">
            <a:avLst/>
          </a:prstGeom>
          <a:solidFill>
            <a:srgbClr val="0F2A47"/>
          </a:solidFill>
          <a:ln w="12700">
            <a:solidFill>
              <a:srgbClr val="0F2A47"/>
            </a:solidFill>
            <a:prstDash val="solid"/>
          </a:ln>
        </p:spPr>
        <p:txBody>
          <a:bodyPr/>
          <a:lstStyle/>
          <a:p>
            <a:endParaRPr lang="en-US"/>
          </a:p>
        </p:txBody>
      </p:sp>
      <p:sp>
        <p:nvSpPr>
          <p:cNvPr id="31" name="Text 29"/>
          <p:cNvSpPr/>
          <p:nvPr/>
        </p:nvSpPr>
        <p:spPr>
          <a:xfrm>
            <a:off x="434340" y="3931920"/>
            <a:ext cx="1005840" cy="594360"/>
          </a:xfrm>
          <a:prstGeom prst="rect">
            <a:avLst/>
          </a:prstGeom>
          <a:noFill/>
          <a:ln/>
        </p:spPr>
        <p:txBody>
          <a:bodyPr wrap="square" lIns="0" tIns="0" rIns="0" bIns="0" rtlCol="0" anchor="ctr"/>
          <a:lstStyle/>
          <a:p>
            <a:pPr marL="0" indent="0">
              <a:buNone/>
            </a:pPr>
            <a:r>
              <a:rPr lang="en-US" sz="1100" b="1" dirty="0">
                <a:solidFill>
                  <a:srgbClr val="00A896"/>
                </a:solidFill>
              </a:rPr>
              <a:t>MDM team</a:t>
            </a:r>
            <a:endParaRPr lang="en-US" sz="1100" dirty="0"/>
          </a:p>
        </p:txBody>
      </p:sp>
      <p:sp>
        <p:nvSpPr>
          <p:cNvPr id="32" name="Shape 30"/>
          <p:cNvSpPr/>
          <p:nvPr/>
        </p:nvSpPr>
        <p:spPr>
          <a:xfrm>
            <a:off x="1440180" y="4023360"/>
            <a:ext cx="0" cy="411480"/>
          </a:xfrm>
          <a:prstGeom prst="line">
            <a:avLst/>
          </a:prstGeom>
          <a:noFill/>
          <a:ln w="10160">
            <a:solidFill>
              <a:srgbClr val="00A896"/>
            </a:solidFill>
            <a:prstDash val="solid"/>
          </a:ln>
        </p:spPr>
        <p:txBody>
          <a:bodyPr/>
          <a:lstStyle/>
          <a:p>
            <a:endParaRPr lang="en-US"/>
          </a:p>
        </p:txBody>
      </p:sp>
      <p:sp>
        <p:nvSpPr>
          <p:cNvPr id="33" name="Text 31"/>
          <p:cNvSpPr/>
          <p:nvPr/>
        </p:nvSpPr>
        <p:spPr>
          <a:xfrm>
            <a:off x="1531620" y="3931920"/>
            <a:ext cx="1463040" cy="594360"/>
          </a:xfrm>
          <a:prstGeom prst="rect">
            <a:avLst/>
          </a:prstGeom>
          <a:noFill/>
          <a:ln/>
        </p:spPr>
        <p:txBody>
          <a:bodyPr wrap="square" lIns="0" tIns="0" rIns="0" bIns="0" rtlCol="0" anchor="ctr"/>
          <a:lstStyle/>
          <a:p>
            <a:pPr marL="0" indent="0">
              <a:buNone/>
            </a:pPr>
            <a:r>
              <a:rPr lang="en-US" sz="1000" dirty="0">
                <a:solidFill>
                  <a:srgbClr val="FFFFFF"/>
                </a:solidFill>
              </a:rPr>
              <a:t>Faster source onboarding &amp; cleaner match keys</a:t>
            </a:r>
            <a:endParaRPr lang="en-US" sz="1000" dirty="0"/>
          </a:p>
        </p:txBody>
      </p:sp>
      <p:sp>
        <p:nvSpPr>
          <p:cNvPr id="34" name="Shape 32"/>
          <p:cNvSpPr/>
          <p:nvPr/>
        </p:nvSpPr>
        <p:spPr>
          <a:xfrm>
            <a:off x="3177540" y="3931920"/>
            <a:ext cx="2788920" cy="594360"/>
          </a:xfrm>
          <a:prstGeom prst="rect">
            <a:avLst/>
          </a:prstGeom>
          <a:solidFill>
            <a:srgbClr val="0F2A47"/>
          </a:solidFill>
          <a:ln w="12700">
            <a:solidFill>
              <a:srgbClr val="0F2A47"/>
            </a:solidFill>
            <a:prstDash val="solid"/>
          </a:ln>
        </p:spPr>
        <p:txBody>
          <a:bodyPr/>
          <a:lstStyle/>
          <a:p>
            <a:endParaRPr lang="en-US"/>
          </a:p>
        </p:txBody>
      </p:sp>
      <p:sp>
        <p:nvSpPr>
          <p:cNvPr id="35" name="Text 33"/>
          <p:cNvSpPr/>
          <p:nvPr/>
        </p:nvSpPr>
        <p:spPr>
          <a:xfrm>
            <a:off x="3314700" y="3931920"/>
            <a:ext cx="1005840" cy="594360"/>
          </a:xfrm>
          <a:prstGeom prst="rect">
            <a:avLst/>
          </a:prstGeom>
          <a:noFill/>
          <a:ln/>
        </p:spPr>
        <p:txBody>
          <a:bodyPr wrap="square" lIns="0" tIns="0" rIns="0" bIns="0" rtlCol="0" anchor="ctr"/>
          <a:lstStyle/>
          <a:p>
            <a:pPr marL="0" indent="0">
              <a:buNone/>
            </a:pPr>
            <a:r>
              <a:rPr lang="en-US" sz="1100" b="1" dirty="0">
                <a:solidFill>
                  <a:srgbClr val="00A896"/>
                </a:solidFill>
              </a:rPr>
              <a:t>EA</a:t>
            </a:r>
            <a:endParaRPr lang="en-US" sz="1100" dirty="0"/>
          </a:p>
        </p:txBody>
      </p:sp>
      <p:sp>
        <p:nvSpPr>
          <p:cNvPr id="36" name="Shape 34"/>
          <p:cNvSpPr/>
          <p:nvPr/>
        </p:nvSpPr>
        <p:spPr>
          <a:xfrm>
            <a:off x="4320540" y="4023360"/>
            <a:ext cx="0" cy="411480"/>
          </a:xfrm>
          <a:prstGeom prst="line">
            <a:avLst/>
          </a:prstGeom>
          <a:noFill/>
          <a:ln w="10160">
            <a:solidFill>
              <a:srgbClr val="00A896"/>
            </a:solidFill>
            <a:prstDash val="solid"/>
          </a:ln>
        </p:spPr>
        <p:txBody>
          <a:bodyPr/>
          <a:lstStyle/>
          <a:p>
            <a:endParaRPr lang="en-US"/>
          </a:p>
        </p:txBody>
      </p:sp>
      <p:sp>
        <p:nvSpPr>
          <p:cNvPr id="37" name="Text 35"/>
          <p:cNvSpPr/>
          <p:nvPr/>
        </p:nvSpPr>
        <p:spPr>
          <a:xfrm>
            <a:off x="4411980" y="3931920"/>
            <a:ext cx="1463040" cy="594360"/>
          </a:xfrm>
          <a:prstGeom prst="rect">
            <a:avLst/>
          </a:prstGeom>
          <a:noFill/>
          <a:ln/>
        </p:spPr>
        <p:txBody>
          <a:bodyPr wrap="square" lIns="0" tIns="0" rIns="0" bIns="0" rtlCol="0" anchor="ctr"/>
          <a:lstStyle/>
          <a:p>
            <a:pPr marL="0" indent="0">
              <a:buNone/>
            </a:pPr>
            <a:r>
              <a:rPr lang="en-US" sz="1000" dirty="0">
                <a:solidFill>
                  <a:srgbClr val="FFFFFF"/>
                </a:solidFill>
              </a:rPr>
              <a:t>Authoritative canonical model with coverage signals</a:t>
            </a:r>
            <a:endParaRPr lang="en-US" sz="1000" dirty="0"/>
          </a:p>
        </p:txBody>
      </p:sp>
      <p:sp>
        <p:nvSpPr>
          <p:cNvPr id="38" name="Shape 36"/>
          <p:cNvSpPr/>
          <p:nvPr/>
        </p:nvSpPr>
        <p:spPr>
          <a:xfrm>
            <a:off x="6057900" y="3931920"/>
            <a:ext cx="2788920" cy="594360"/>
          </a:xfrm>
          <a:prstGeom prst="rect">
            <a:avLst/>
          </a:prstGeom>
          <a:solidFill>
            <a:srgbClr val="0F2A47"/>
          </a:solidFill>
          <a:ln w="12700">
            <a:solidFill>
              <a:srgbClr val="0F2A47"/>
            </a:solidFill>
            <a:prstDash val="solid"/>
          </a:ln>
        </p:spPr>
        <p:txBody>
          <a:bodyPr/>
          <a:lstStyle/>
          <a:p>
            <a:endParaRPr lang="en-US"/>
          </a:p>
        </p:txBody>
      </p:sp>
      <p:sp>
        <p:nvSpPr>
          <p:cNvPr id="39" name="Text 37"/>
          <p:cNvSpPr/>
          <p:nvPr/>
        </p:nvSpPr>
        <p:spPr>
          <a:xfrm>
            <a:off x="6195060" y="3931920"/>
            <a:ext cx="1005840" cy="594360"/>
          </a:xfrm>
          <a:prstGeom prst="rect">
            <a:avLst/>
          </a:prstGeom>
          <a:noFill/>
          <a:ln/>
        </p:spPr>
        <p:txBody>
          <a:bodyPr wrap="square" lIns="0" tIns="0" rIns="0" bIns="0" rtlCol="0" anchor="ctr"/>
          <a:lstStyle/>
          <a:p>
            <a:pPr marL="0" indent="0">
              <a:buNone/>
            </a:pPr>
            <a:r>
              <a:rPr lang="en-US" sz="1100" b="1" dirty="0">
                <a:solidFill>
                  <a:srgbClr val="00A896"/>
                </a:solidFill>
              </a:rPr>
              <a:t>PMO</a:t>
            </a:r>
            <a:endParaRPr lang="en-US" sz="1100" dirty="0"/>
          </a:p>
        </p:txBody>
      </p:sp>
      <p:sp>
        <p:nvSpPr>
          <p:cNvPr id="40" name="Shape 38"/>
          <p:cNvSpPr/>
          <p:nvPr/>
        </p:nvSpPr>
        <p:spPr>
          <a:xfrm>
            <a:off x="7200900" y="4023360"/>
            <a:ext cx="0" cy="411480"/>
          </a:xfrm>
          <a:prstGeom prst="line">
            <a:avLst/>
          </a:prstGeom>
          <a:noFill/>
          <a:ln w="10160">
            <a:solidFill>
              <a:srgbClr val="00A896"/>
            </a:solidFill>
            <a:prstDash val="solid"/>
          </a:ln>
        </p:spPr>
        <p:txBody>
          <a:bodyPr/>
          <a:lstStyle/>
          <a:p>
            <a:endParaRPr lang="en-US"/>
          </a:p>
        </p:txBody>
      </p:sp>
      <p:sp>
        <p:nvSpPr>
          <p:cNvPr id="41" name="Text 39"/>
          <p:cNvSpPr/>
          <p:nvPr/>
        </p:nvSpPr>
        <p:spPr>
          <a:xfrm>
            <a:off x="7292340" y="3931920"/>
            <a:ext cx="1463040" cy="594360"/>
          </a:xfrm>
          <a:prstGeom prst="rect">
            <a:avLst/>
          </a:prstGeom>
          <a:noFill/>
          <a:ln/>
        </p:spPr>
        <p:txBody>
          <a:bodyPr wrap="square" lIns="0" tIns="0" rIns="0" bIns="0" rtlCol="0" anchor="ctr"/>
          <a:lstStyle/>
          <a:p>
            <a:pPr marL="0" indent="0">
              <a:buNone/>
            </a:pPr>
            <a:r>
              <a:rPr lang="en-US" sz="1000" dirty="0">
                <a:solidFill>
                  <a:srgbClr val="FFFFFF"/>
                </a:solidFill>
              </a:rPr>
              <a:t>Reusable governed assets across the program portfolio</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1">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Integrating Semantra Into MDM Delivery</a:t>
            </a:r>
            <a:endParaRPr lang="en-US" sz="26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Phased adoption tied to the current initiative</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16 </a:t>
            </a:r>
            <a:r>
              <a:rPr lang="en-US" sz="900" dirty="0">
                <a:solidFill>
                  <a:srgbClr val="FFFFFF"/>
                </a:solidFill>
              </a:rPr>
              <a:t>/ </a:t>
            </a:r>
            <a:r>
              <a:rPr lang="en-US" sz="900">
                <a:solidFill>
                  <a:srgbClr val="FFFFFF"/>
                </a:solidFill>
              </a:rPr>
              <a:t>38</a:t>
            </a:r>
            <a:endParaRPr lang="en-US" sz="900" dirty="0"/>
          </a:p>
        </p:txBody>
      </p:sp>
      <p:sp>
        <p:nvSpPr>
          <p:cNvPr id="10" name="Shape 8"/>
          <p:cNvSpPr/>
          <p:nvPr/>
        </p:nvSpPr>
        <p:spPr>
          <a:xfrm>
            <a:off x="361188" y="1417320"/>
            <a:ext cx="2697480" cy="502920"/>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498348" y="1417320"/>
            <a:ext cx="2423160" cy="5029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Phase 1 · Pilot</a:t>
            </a:r>
            <a:endParaRPr lang="en-US" sz="1400" dirty="0"/>
          </a:p>
        </p:txBody>
      </p:sp>
      <p:sp>
        <p:nvSpPr>
          <p:cNvPr id="12" name="Shape 10"/>
          <p:cNvSpPr/>
          <p:nvPr/>
        </p:nvSpPr>
        <p:spPr>
          <a:xfrm>
            <a:off x="361188" y="1920240"/>
            <a:ext cx="2697480" cy="2651760"/>
          </a:xfrm>
          <a:prstGeom prst="rect">
            <a:avLst/>
          </a:prstGeom>
          <a:solidFill>
            <a:srgbClr val="FFFFFF"/>
          </a:solidFill>
          <a:ln w="9525">
            <a:solidFill>
              <a:srgbClr val="D8D3C7"/>
            </a:solidFill>
            <a:prstDash val="solid"/>
          </a:ln>
        </p:spPr>
        <p:txBody>
          <a:bodyPr/>
          <a:lstStyle/>
          <a:p>
            <a:endParaRPr lang="en-US"/>
          </a:p>
        </p:txBody>
      </p:sp>
      <p:sp>
        <p:nvSpPr>
          <p:cNvPr id="13" name="Text 11"/>
          <p:cNvSpPr/>
          <p:nvPr/>
        </p:nvSpPr>
        <p:spPr>
          <a:xfrm>
            <a:off x="544068" y="2011680"/>
            <a:ext cx="2423160" cy="274320"/>
          </a:xfrm>
          <a:prstGeom prst="rect">
            <a:avLst/>
          </a:prstGeom>
          <a:noFill/>
          <a:ln/>
        </p:spPr>
        <p:txBody>
          <a:bodyPr wrap="square" lIns="0" tIns="0" rIns="0" bIns="0" rtlCol="0" anchor="ctr"/>
          <a:lstStyle/>
          <a:p>
            <a:pPr marL="0" indent="0">
              <a:buNone/>
            </a:pPr>
            <a:r>
              <a:rPr lang="en-US" sz="1000" i="1" kern="0" spc="100" dirty="0">
                <a:solidFill>
                  <a:srgbClr val="028090"/>
                </a:solidFill>
              </a:rPr>
              <a:t>Within current MDM scope</a:t>
            </a:r>
            <a:endParaRPr lang="en-US" sz="1000" dirty="0"/>
          </a:p>
        </p:txBody>
      </p:sp>
      <p:sp>
        <p:nvSpPr>
          <p:cNvPr id="14" name="Text 12"/>
          <p:cNvSpPr/>
          <p:nvPr/>
        </p:nvSpPr>
        <p:spPr>
          <a:xfrm>
            <a:off x="544068" y="2331720"/>
            <a:ext cx="2423160" cy="21488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Onboard 2 source systems via schema-spec ingestion</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Define canonical concepts for one domain (e.g. customer)</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Generate ranked mappings + reviewed mapping set v1</a:t>
            </a:r>
            <a:endParaRPr lang="en-US" sz="1100" dirty="0"/>
          </a:p>
        </p:txBody>
      </p:sp>
      <p:sp>
        <p:nvSpPr>
          <p:cNvPr id="15" name="Shape 13"/>
          <p:cNvSpPr/>
          <p:nvPr/>
        </p:nvSpPr>
        <p:spPr>
          <a:xfrm>
            <a:off x="3223260" y="1417320"/>
            <a:ext cx="2697480" cy="502920"/>
          </a:xfrm>
          <a:prstGeom prst="rect">
            <a:avLst/>
          </a:prstGeom>
          <a:solidFill>
            <a:srgbClr val="0F2A47"/>
          </a:solidFill>
          <a:ln w="12700">
            <a:solidFill>
              <a:srgbClr val="0F2A47"/>
            </a:solidFill>
            <a:prstDash val="solid"/>
          </a:ln>
        </p:spPr>
        <p:txBody>
          <a:bodyPr/>
          <a:lstStyle/>
          <a:p>
            <a:endParaRPr lang="en-US"/>
          </a:p>
        </p:txBody>
      </p:sp>
      <p:sp>
        <p:nvSpPr>
          <p:cNvPr id="16" name="Text 14"/>
          <p:cNvSpPr/>
          <p:nvPr/>
        </p:nvSpPr>
        <p:spPr>
          <a:xfrm>
            <a:off x="3360420" y="1417320"/>
            <a:ext cx="2423160" cy="5029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Phase 2 · Scale</a:t>
            </a:r>
            <a:endParaRPr lang="en-US" sz="1400" dirty="0"/>
          </a:p>
        </p:txBody>
      </p:sp>
      <p:sp>
        <p:nvSpPr>
          <p:cNvPr id="17" name="Shape 15"/>
          <p:cNvSpPr/>
          <p:nvPr/>
        </p:nvSpPr>
        <p:spPr>
          <a:xfrm>
            <a:off x="3223260" y="1920240"/>
            <a:ext cx="2697480" cy="2651760"/>
          </a:xfrm>
          <a:prstGeom prst="rect">
            <a:avLst/>
          </a:prstGeom>
          <a:solidFill>
            <a:srgbClr val="FFFFFF"/>
          </a:solidFill>
          <a:ln w="9525">
            <a:solidFill>
              <a:srgbClr val="D8D3C7"/>
            </a:solidFill>
            <a:prstDash val="solid"/>
          </a:ln>
        </p:spPr>
        <p:txBody>
          <a:bodyPr/>
          <a:lstStyle/>
          <a:p>
            <a:endParaRPr lang="en-US"/>
          </a:p>
        </p:txBody>
      </p:sp>
      <p:sp>
        <p:nvSpPr>
          <p:cNvPr id="18" name="Text 16"/>
          <p:cNvSpPr/>
          <p:nvPr/>
        </p:nvSpPr>
        <p:spPr>
          <a:xfrm>
            <a:off x="3406140" y="2011680"/>
            <a:ext cx="2423160" cy="274320"/>
          </a:xfrm>
          <a:prstGeom prst="rect">
            <a:avLst/>
          </a:prstGeom>
          <a:noFill/>
          <a:ln/>
        </p:spPr>
        <p:txBody>
          <a:bodyPr wrap="square" lIns="0" tIns="0" rIns="0" bIns="0" rtlCol="0" anchor="ctr"/>
          <a:lstStyle/>
          <a:p>
            <a:pPr marL="0" indent="0">
              <a:buNone/>
            </a:pPr>
            <a:r>
              <a:rPr lang="en-US" sz="1000" i="1" kern="0" spc="100" dirty="0">
                <a:solidFill>
                  <a:srgbClr val="0F2A47"/>
                </a:solidFill>
              </a:rPr>
              <a:t>Across MDM domains</a:t>
            </a:r>
            <a:endParaRPr lang="en-US" sz="1000" dirty="0"/>
          </a:p>
        </p:txBody>
      </p:sp>
      <p:sp>
        <p:nvSpPr>
          <p:cNvPr id="19" name="Text 17"/>
          <p:cNvSpPr/>
          <p:nvPr/>
        </p:nvSpPr>
        <p:spPr>
          <a:xfrm>
            <a:off x="3406140" y="2331720"/>
            <a:ext cx="2423160" cy="21488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Extend canonical glossary to vendor &amp; product</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Feed reviewed pairs into MDM match-and-merge config</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Activate corrections / reusable rules across domains</a:t>
            </a:r>
            <a:endParaRPr lang="en-US" sz="1100" dirty="0"/>
          </a:p>
        </p:txBody>
      </p:sp>
      <p:sp>
        <p:nvSpPr>
          <p:cNvPr id="20" name="Shape 18"/>
          <p:cNvSpPr/>
          <p:nvPr/>
        </p:nvSpPr>
        <p:spPr>
          <a:xfrm>
            <a:off x="6085332" y="1417320"/>
            <a:ext cx="2697480" cy="502920"/>
          </a:xfrm>
          <a:prstGeom prst="rect">
            <a:avLst/>
          </a:prstGeom>
          <a:solidFill>
            <a:srgbClr val="F2A65A"/>
          </a:solidFill>
          <a:ln w="12700">
            <a:solidFill>
              <a:srgbClr val="F2A65A"/>
            </a:solidFill>
            <a:prstDash val="solid"/>
          </a:ln>
        </p:spPr>
        <p:txBody>
          <a:bodyPr/>
          <a:lstStyle/>
          <a:p>
            <a:endParaRPr lang="en-US"/>
          </a:p>
        </p:txBody>
      </p:sp>
      <p:sp>
        <p:nvSpPr>
          <p:cNvPr id="21" name="Text 19"/>
          <p:cNvSpPr/>
          <p:nvPr/>
        </p:nvSpPr>
        <p:spPr>
          <a:xfrm>
            <a:off x="6222492" y="1417320"/>
            <a:ext cx="2423160" cy="5029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Phase 3 · EA capability</a:t>
            </a:r>
            <a:endParaRPr lang="en-US" sz="1400" dirty="0"/>
          </a:p>
        </p:txBody>
      </p:sp>
      <p:sp>
        <p:nvSpPr>
          <p:cNvPr id="22" name="Shape 20"/>
          <p:cNvSpPr/>
          <p:nvPr/>
        </p:nvSpPr>
        <p:spPr>
          <a:xfrm>
            <a:off x="6085332" y="1920240"/>
            <a:ext cx="2697480" cy="2651760"/>
          </a:xfrm>
          <a:prstGeom prst="rect">
            <a:avLst/>
          </a:prstGeom>
          <a:solidFill>
            <a:srgbClr val="FFFFFF"/>
          </a:solidFill>
          <a:ln w="9525">
            <a:solidFill>
              <a:srgbClr val="D8D3C7"/>
            </a:solidFill>
            <a:prstDash val="solid"/>
          </a:ln>
        </p:spPr>
        <p:txBody>
          <a:bodyPr/>
          <a:lstStyle/>
          <a:p>
            <a:endParaRPr lang="en-US"/>
          </a:p>
        </p:txBody>
      </p:sp>
      <p:sp>
        <p:nvSpPr>
          <p:cNvPr id="23" name="Text 21"/>
          <p:cNvSpPr/>
          <p:nvPr/>
        </p:nvSpPr>
        <p:spPr>
          <a:xfrm>
            <a:off x="6268212" y="2011680"/>
            <a:ext cx="2423160" cy="274320"/>
          </a:xfrm>
          <a:prstGeom prst="rect">
            <a:avLst/>
          </a:prstGeom>
          <a:noFill/>
          <a:ln/>
        </p:spPr>
        <p:txBody>
          <a:bodyPr wrap="square" lIns="0" tIns="0" rIns="0" bIns="0" rtlCol="0" anchor="ctr"/>
          <a:lstStyle/>
          <a:p>
            <a:pPr marL="0" indent="0">
              <a:buNone/>
            </a:pPr>
            <a:r>
              <a:rPr lang="en-US" sz="1000" i="1" kern="0" spc="100" dirty="0">
                <a:solidFill>
                  <a:srgbClr val="F2A65A"/>
                </a:solidFill>
              </a:rPr>
              <a:t>Beyond the MDM project</a:t>
            </a:r>
            <a:endParaRPr lang="en-US" sz="1000" dirty="0"/>
          </a:p>
        </p:txBody>
      </p:sp>
      <p:sp>
        <p:nvSpPr>
          <p:cNvPr id="24" name="Text 22"/>
          <p:cNvSpPr/>
          <p:nvPr/>
        </p:nvSpPr>
        <p:spPr>
          <a:xfrm>
            <a:off x="6268212" y="2331720"/>
            <a:ext cx="2423160" cy="21488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Publish mapping catalog to EA &amp; PMO</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Reuse canonical model in adjacent integrations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Position Semantra as PMO service-catalog capability</a:t>
            </a:r>
            <a:endParaRPr lang="en-US" sz="1100" dirty="0"/>
          </a:p>
        </p:txBody>
      </p:sp>
      <p:sp>
        <p:nvSpPr>
          <p:cNvPr id="25" name="Shape 23"/>
          <p:cNvSpPr/>
          <p:nvPr/>
        </p:nvSpPr>
        <p:spPr>
          <a:xfrm>
            <a:off x="457200" y="4663440"/>
            <a:ext cx="8229600" cy="0"/>
          </a:xfrm>
          <a:prstGeom prst="line">
            <a:avLst/>
          </a:prstGeom>
          <a:noFill/>
          <a:ln w="25400">
            <a:solidFill>
              <a:srgbClr val="00A896"/>
            </a:solidFill>
            <a:prstDash val="solid"/>
            <a:tailEnd type="triangle"/>
          </a:ln>
        </p:spPr>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3">
    <p:bg>
      <p:bgPr>
        <a:solidFill>
          <a:srgbClr val="081A2E"/>
        </a:solidFill>
        <a:effectLst/>
      </p:bgPr>
    </p:bg>
    <p:spTree>
      <p:nvGrpSpPr>
        <p:cNvPr id="1" name=""/>
        <p:cNvGrpSpPr/>
        <p:nvPr/>
      </p:nvGrpSpPr>
      <p:grpSpPr>
        <a:xfrm>
          <a:off x="0" y="0"/>
          <a:ext cx="0" cy="0"/>
          <a:chOff x="0" y="0"/>
          <a:chExt cx="0" cy="0"/>
        </a:xfrm>
      </p:grpSpPr>
      <p:sp>
        <p:nvSpPr>
          <p:cNvPr id="2" name="Shape 0"/>
          <p:cNvSpPr/>
          <p:nvPr/>
        </p:nvSpPr>
        <p:spPr>
          <a:xfrm>
            <a:off x="548640" y="4206240"/>
            <a:ext cx="1463040" cy="411480"/>
          </a:xfrm>
          <a:prstGeom prst="ellipse">
            <a:avLst/>
          </a:prstGeom>
          <a:solidFill>
            <a:srgbClr val="00A896"/>
          </a:solidFill>
          <a:ln w="12700">
            <a:solidFill>
              <a:srgbClr val="00A896"/>
            </a:solidFill>
            <a:prstDash val="solid"/>
          </a:ln>
        </p:spPr>
        <p:txBody>
          <a:bodyPr/>
          <a:lstStyle/>
          <a:p>
            <a:endParaRPr lang="en-US"/>
          </a:p>
        </p:txBody>
      </p:sp>
      <p:sp>
        <p:nvSpPr>
          <p:cNvPr id="3" name="Text 1"/>
          <p:cNvSpPr/>
          <p:nvPr/>
        </p:nvSpPr>
        <p:spPr>
          <a:xfrm>
            <a:off x="548640" y="4206240"/>
            <a:ext cx="1463040" cy="411480"/>
          </a:xfrm>
          <a:prstGeom prst="rect">
            <a:avLst/>
          </a:prstGeom>
          <a:noFill/>
          <a:ln/>
        </p:spPr>
        <p:txBody>
          <a:bodyPr wrap="square" lIns="0" tIns="0" rIns="0" bIns="0" rtlCol="0" anchor="ctr"/>
          <a:lstStyle/>
          <a:p>
            <a:pPr marL="0" indent="0" algn="ctr">
              <a:buNone/>
            </a:pPr>
            <a:r>
              <a:rPr lang="en-US" sz="1200" b="1" dirty="0">
                <a:solidFill>
                  <a:srgbClr val="081A2E"/>
                </a:solidFill>
              </a:rPr>
              <a:t>Source</a:t>
            </a:r>
            <a:endParaRPr lang="en-US" sz="1200" dirty="0"/>
          </a:p>
        </p:txBody>
      </p:sp>
      <p:sp>
        <p:nvSpPr>
          <p:cNvPr id="4" name="Shape 2"/>
          <p:cNvSpPr/>
          <p:nvPr/>
        </p:nvSpPr>
        <p:spPr>
          <a:xfrm>
            <a:off x="3840480" y="4206240"/>
            <a:ext cx="1463040" cy="411480"/>
          </a:xfrm>
          <a:prstGeom prst="ellipse">
            <a:avLst/>
          </a:prstGeom>
          <a:solidFill>
            <a:srgbClr val="00A896"/>
          </a:solidFill>
          <a:ln w="12700">
            <a:solidFill>
              <a:srgbClr val="00A896"/>
            </a:solidFill>
            <a:prstDash val="solid"/>
          </a:ln>
        </p:spPr>
        <p:txBody>
          <a:bodyPr/>
          <a:lstStyle/>
          <a:p>
            <a:endParaRPr lang="en-US"/>
          </a:p>
        </p:txBody>
      </p:sp>
      <p:sp>
        <p:nvSpPr>
          <p:cNvPr id="5" name="Text 3"/>
          <p:cNvSpPr/>
          <p:nvPr/>
        </p:nvSpPr>
        <p:spPr>
          <a:xfrm>
            <a:off x="3840480" y="4206240"/>
            <a:ext cx="1463040" cy="411480"/>
          </a:xfrm>
          <a:prstGeom prst="rect">
            <a:avLst/>
          </a:prstGeom>
          <a:noFill/>
          <a:ln/>
        </p:spPr>
        <p:txBody>
          <a:bodyPr wrap="square" lIns="0" tIns="0" rIns="0" bIns="0" rtlCol="0" anchor="ctr"/>
          <a:lstStyle/>
          <a:p>
            <a:pPr marL="0" indent="0" algn="ctr">
              <a:buNone/>
            </a:pPr>
            <a:r>
              <a:rPr lang="en-US" sz="1200" b="1" dirty="0">
                <a:solidFill>
                  <a:srgbClr val="081A2E"/>
                </a:solidFill>
              </a:rPr>
              <a:t>Concept</a:t>
            </a:r>
            <a:endParaRPr lang="en-US" sz="1200" dirty="0"/>
          </a:p>
        </p:txBody>
      </p:sp>
      <p:sp>
        <p:nvSpPr>
          <p:cNvPr id="6" name="Shape 4"/>
          <p:cNvSpPr/>
          <p:nvPr/>
        </p:nvSpPr>
        <p:spPr>
          <a:xfrm>
            <a:off x="7132320" y="4206240"/>
            <a:ext cx="1463040" cy="411480"/>
          </a:xfrm>
          <a:prstGeom prst="ellipse">
            <a:avLst/>
          </a:prstGeom>
          <a:solidFill>
            <a:srgbClr val="00A896"/>
          </a:solidFill>
          <a:ln w="12700">
            <a:solidFill>
              <a:srgbClr val="00A896"/>
            </a:solidFill>
            <a:prstDash val="solid"/>
          </a:ln>
        </p:spPr>
        <p:txBody>
          <a:bodyPr/>
          <a:lstStyle/>
          <a:p>
            <a:endParaRPr lang="en-US"/>
          </a:p>
        </p:txBody>
      </p:sp>
      <p:sp>
        <p:nvSpPr>
          <p:cNvPr id="7" name="Text 5"/>
          <p:cNvSpPr/>
          <p:nvPr/>
        </p:nvSpPr>
        <p:spPr>
          <a:xfrm>
            <a:off x="7132320" y="4206240"/>
            <a:ext cx="1463040" cy="411480"/>
          </a:xfrm>
          <a:prstGeom prst="rect">
            <a:avLst/>
          </a:prstGeom>
          <a:noFill/>
          <a:ln/>
        </p:spPr>
        <p:txBody>
          <a:bodyPr wrap="square" lIns="0" tIns="0" rIns="0" bIns="0" rtlCol="0" anchor="ctr"/>
          <a:lstStyle/>
          <a:p>
            <a:pPr marL="0" indent="0" algn="ctr">
              <a:buNone/>
            </a:pPr>
            <a:r>
              <a:rPr lang="en-US" sz="1200" b="1" dirty="0">
                <a:solidFill>
                  <a:srgbClr val="081A2E"/>
                </a:solidFill>
              </a:rPr>
              <a:t>Target</a:t>
            </a:r>
            <a:endParaRPr lang="en-US" sz="1200" dirty="0"/>
          </a:p>
        </p:txBody>
      </p:sp>
      <p:sp>
        <p:nvSpPr>
          <p:cNvPr id="8" name="Text 6"/>
          <p:cNvSpPr/>
          <p:nvPr/>
        </p:nvSpPr>
        <p:spPr>
          <a:xfrm>
            <a:off x="2011680" y="4206240"/>
            <a:ext cx="1828800" cy="411480"/>
          </a:xfrm>
          <a:prstGeom prst="rect">
            <a:avLst/>
          </a:prstGeom>
          <a:noFill/>
          <a:ln/>
        </p:spPr>
        <p:txBody>
          <a:bodyPr wrap="square" lIns="0" tIns="0" rIns="0" bIns="0" rtlCol="0" anchor="ctr"/>
          <a:lstStyle/>
          <a:p>
            <a:pPr marL="0" indent="0" algn="ctr">
              <a:buNone/>
            </a:pPr>
            <a:r>
              <a:rPr lang="en-US" sz="2200" dirty="0">
                <a:solidFill>
                  <a:srgbClr val="FFFFFF"/>
                </a:solidFill>
              </a:rPr>
              <a:t>→</a:t>
            </a:r>
            <a:endParaRPr lang="en-US" sz="2200" dirty="0"/>
          </a:p>
        </p:txBody>
      </p:sp>
      <p:sp>
        <p:nvSpPr>
          <p:cNvPr id="9" name="Text 7"/>
          <p:cNvSpPr/>
          <p:nvPr/>
        </p:nvSpPr>
        <p:spPr>
          <a:xfrm>
            <a:off x="5303520" y="4206240"/>
            <a:ext cx="1828800" cy="411480"/>
          </a:xfrm>
          <a:prstGeom prst="rect">
            <a:avLst/>
          </a:prstGeom>
          <a:noFill/>
          <a:ln/>
        </p:spPr>
        <p:txBody>
          <a:bodyPr wrap="square" lIns="0" tIns="0" rIns="0" bIns="0" rtlCol="0" anchor="ctr"/>
          <a:lstStyle/>
          <a:p>
            <a:pPr marL="0" indent="0" algn="ctr">
              <a:buNone/>
            </a:pPr>
            <a:r>
              <a:rPr lang="en-US" sz="2200" dirty="0">
                <a:solidFill>
                  <a:srgbClr val="FFFFFF"/>
                </a:solidFill>
              </a:rPr>
              <a:t>→</a:t>
            </a:r>
            <a:endParaRPr lang="en-US" sz="2200" dirty="0"/>
          </a:p>
        </p:txBody>
      </p:sp>
      <p:sp>
        <p:nvSpPr>
          <p:cNvPr id="10" name="Text 8"/>
          <p:cNvSpPr/>
          <p:nvPr/>
        </p:nvSpPr>
        <p:spPr>
          <a:xfrm>
            <a:off x="548640" y="640080"/>
            <a:ext cx="8229600" cy="365760"/>
          </a:xfrm>
          <a:prstGeom prst="rect">
            <a:avLst/>
          </a:prstGeom>
          <a:noFill/>
          <a:ln/>
        </p:spPr>
        <p:txBody>
          <a:bodyPr wrap="square" lIns="0" tIns="0" rIns="0" bIns="0" rtlCol="0" anchor="ctr"/>
          <a:lstStyle/>
          <a:p>
            <a:pPr marL="0" indent="0">
              <a:buNone/>
            </a:pPr>
            <a:r>
              <a:rPr lang="en-US" sz="1100" b="1" kern="0" spc="800">
                <a:solidFill>
                  <a:srgbClr val="00A896"/>
                </a:solidFill>
              </a:rPr>
              <a:t>RECAP</a:t>
            </a:r>
            <a:endParaRPr lang="en-US" sz="1100" dirty="0"/>
          </a:p>
        </p:txBody>
      </p:sp>
      <p:sp>
        <p:nvSpPr>
          <p:cNvPr id="11" name="Text 9"/>
          <p:cNvSpPr/>
          <p:nvPr/>
        </p:nvSpPr>
        <p:spPr>
          <a:xfrm>
            <a:off x="548640" y="1097280"/>
            <a:ext cx="8229600" cy="1645920"/>
          </a:xfrm>
          <a:prstGeom prst="rect">
            <a:avLst/>
          </a:prstGeom>
          <a:noFill/>
          <a:ln/>
        </p:spPr>
        <p:txBody>
          <a:bodyPr wrap="square" lIns="0" tIns="0" rIns="0" bIns="0" rtlCol="0" anchor="ctr"/>
          <a:lstStyle/>
          <a:p>
            <a:pPr marL="0" indent="0">
              <a:buNone/>
            </a:pPr>
            <a:r>
              <a:rPr lang="en-US" sz="3600" b="1">
                <a:solidFill>
                  <a:srgbClr val="FFFFFF"/>
                </a:solidFill>
                <a:latin typeface="Cambria" pitchFamily="34" charset="0"/>
                <a:ea typeface="Cambria" pitchFamily="34" charset="-122"/>
                <a:cs typeface="Cambria" pitchFamily="34" charset="-120"/>
              </a:rPr>
              <a:t>End of the operational story</a:t>
            </a:r>
            <a:endParaRPr lang="en-US" sz="3600"/>
          </a:p>
          <a:p>
            <a:pPr marL="0" indent="0">
              <a:buNone/>
            </a:pPr>
            <a:r>
              <a:rPr lang="en-US" sz="3600" b="1">
                <a:solidFill>
                  <a:srgbClr val="FFFFFF"/>
                </a:solidFill>
                <a:latin typeface="Cambria" pitchFamily="34" charset="0"/>
                <a:ea typeface="Cambria" pitchFamily="34" charset="-122"/>
                <a:cs typeface="Cambria" pitchFamily="34" charset="-120"/>
              </a:rPr>
              <a:t>Mapping </a:t>
            </a:r>
            <a:r>
              <a:rPr lang="en-US" sz="3600" b="1" dirty="0">
                <a:solidFill>
                  <a:srgbClr val="FFFFFF"/>
                </a:solidFill>
                <a:latin typeface="Cambria" pitchFamily="34" charset="0"/>
                <a:ea typeface="Cambria" pitchFamily="34" charset="-122"/>
                <a:cs typeface="Cambria" pitchFamily="34" charset="-120"/>
              </a:rPr>
              <a:t>effort</a:t>
            </a:r>
            <a:r>
              <a:rPr lang="en-US" sz="3600" b="1">
                <a:solidFill>
                  <a:srgbClr val="FFFFFF"/>
                </a:solidFill>
                <a:latin typeface="Cambria" pitchFamily="34" charset="0"/>
                <a:ea typeface="Cambria" pitchFamily="34" charset="-122"/>
                <a:cs typeface="Cambria" pitchFamily="34" charset="-120"/>
              </a:rPr>
              <a:t> →</a:t>
            </a:r>
            <a:r>
              <a:rPr lang="en-US" sz="3600" b="1" dirty="0">
                <a:solidFill>
                  <a:srgbClr val="FFFFFF"/>
                </a:solidFill>
                <a:latin typeface="Cambria" pitchFamily="34" charset="0"/>
                <a:ea typeface="Cambria" pitchFamily="34" charset="-122"/>
                <a:cs typeface="Cambria" pitchFamily="34" charset="-120"/>
              </a:rPr>
              <a:t> reusable semantic capability.</a:t>
            </a:r>
            <a:endParaRPr lang="en-US" sz="3600" dirty="0"/>
          </a:p>
        </p:txBody>
      </p:sp>
      <p:sp>
        <p:nvSpPr>
          <p:cNvPr id="12" name="Shape 10"/>
          <p:cNvSpPr/>
          <p:nvPr/>
        </p:nvSpPr>
        <p:spPr>
          <a:xfrm>
            <a:off x="548640" y="2880360"/>
            <a:ext cx="1828800" cy="0"/>
          </a:xfrm>
          <a:prstGeom prst="line">
            <a:avLst/>
          </a:prstGeom>
          <a:noFill/>
          <a:ln w="25400">
            <a:solidFill>
              <a:srgbClr val="00A896"/>
            </a:solidFill>
            <a:prstDash val="solid"/>
          </a:ln>
        </p:spPr>
        <p:txBody>
          <a:bodyPr/>
          <a:lstStyle/>
          <a:p>
            <a:endParaRPr lang="en-US"/>
          </a:p>
        </p:txBody>
      </p:sp>
      <p:sp>
        <p:nvSpPr>
          <p:cNvPr id="13" name="Shape 11"/>
          <p:cNvSpPr/>
          <p:nvPr/>
        </p:nvSpPr>
        <p:spPr>
          <a:xfrm>
            <a:off x="548640" y="3108960"/>
            <a:ext cx="2468880" cy="594360"/>
          </a:xfrm>
          <a:prstGeom prst="rect">
            <a:avLst/>
          </a:prstGeom>
          <a:solidFill>
            <a:srgbClr val="081A2E"/>
          </a:solidFill>
          <a:ln w="12700">
            <a:solidFill>
              <a:srgbClr val="00A896"/>
            </a:solidFill>
            <a:prstDash val="solid"/>
          </a:ln>
        </p:spPr>
        <p:txBody>
          <a:bodyPr/>
          <a:lstStyle/>
          <a:p>
            <a:endParaRPr lang="en-US"/>
          </a:p>
        </p:txBody>
      </p:sp>
      <p:sp>
        <p:nvSpPr>
          <p:cNvPr id="14" name="Text 12"/>
          <p:cNvSpPr/>
          <p:nvPr/>
        </p:nvSpPr>
        <p:spPr>
          <a:xfrm>
            <a:off x="548640" y="3108960"/>
            <a:ext cx="2468880" cy="594360"/>
          </a:xfrm>
          <a:prstGeom prst="rect">
            <a:avLst/>
          </a:prstGeom>
          <a:noFill/>
          <a:ln/>
        </p:spPr>
        <p:txBody>
          <a:bodyPr wrap="square" lIns="0" tIns="0" rIns="0" bIns="0" rtlCol="0" anchor="ctr"/>
          <a:lstStyle/>
          <a:p>
            <a:pPr marL="0" indent="0" algn="ctr">
              <a:buNone/>
            </a:pPr>
            <a:r>
              <a:rPr lang="en-US" sz="1800" b="1" dirty="0">
                <a:solidFill>
                  <a:srgbClr val="00A896"/>
                </a:solidFill>
                <a:latin typeface="Cambria" pitchFamily="34" charset="0"/>
                <a:ea typeface="Cambria" pitchFamily="34" charset="-122"/>
                <a:cs typeface="Cambria" pitchFamily="34" charset="-120"/>
              </a:rPr>
              <a:t>Explainable</a:t>
            </a:r>
            <a:endParaRPr lang="en-US" sz="1800" dirty="0"/>
          </a:p>
        </p:txBody>
      </p:sp>
      <p:sp>
        <p:nvSpPr>
          <p:cNvPr id="15" name="Shape 13"/>
          <p:cNvSpPr/>
          <p:nvPr/>
        </p:nvSpPr>
        <p:spPr>
          <a:xfrm>
            <a:off x="3291840" y="3108960"/>
            <a:ext cx="2468880" cy="594360"/>
          </a:xfrm>
          <a:prstGeom prst="rect">
            <a:avLst/>
          </a:prstGeom>
          <a:solidFill>
            <a:srgbClr val="081A2E"/>
          </a:solidFill>
          <a:ln w="12700">
            <a:solidFill>
              <a:srgbClr val="00A896"/>
            </a:solidFill>
            <a:prstDash val="solid"/>
          </a:ln>
        </p:spPr>
        <p:txBody>
          <a:bodyPr/>
          <a:lstStyle/>
          <a:p>
            <a:endParaRPr lang="en-US"/>
          </a:p>
        </p:txBody>
      </p:sp>
      <p:sp>
        <p:nvSpPr>
          <p:cNvPr id="16" name="Text 14"/>
          <p:cNvSpPr/>
          <p:nvPr/>
        </p:nvSpPr>
        <p:spPr>
          <a:xfrm>
            <a:off x="3291840" y="3108960"/>
            <a:ext cx="2468880" cy="594360"/>
          </a:xfrm>
          <a:prstGeom prst="rect">
            <a:avLst/>
          </a:prstGeom>
          <a:noFill/>
          <a:ln/>
        </p:spPr>
        <p:txBody>
          <a:bodyPr wrap="square" lIns="0" tIns="0" rIns="0" bIns="0" rtlCol="0" anchor="ctr"/>
          <a:lstStyle/>
          <a:p>
            <a:pPr marL="0" indent="0" algn="ctr">
              <a:buNone/>
            </a:pPr>
            <a:r>
              <a:rPr lang="en-US" sz="1800" b="1" dirty="0">
                <a:solidFill>
                  <a:srgbClr val="00A896"/>
                </a:solidFill>
                <a:latin typeface="Cambria" pitchFamily="34" charset="0"/>
                <a:ea typeface="Cambria" pitchFamily="34" charset="-122"/>
                <a:cs typeface="Cambria" pitchFamily="34" charset="-120"/>
              </a:rPr>
              <a:t>Reviewable</a:t>
            </a:r>
            <a:endParaRPr lang="en-US" sz="1800" dirty="0"/>
          </a:p>
        </p:txBody>
      </p:sp>
      <p:sp>
        <p:nvSpPr>
          <p:cNvPr id="17" name="Shape 15"/>
          <p:cNvSpPr/>
          <p:nvPr/>
        </p:nvSpPr>
        <p:spPr>
          <a:xfrm>
            <a:off x="6035040" y="3108960"/>
            <a:ext cx="2468880" cy="594360"/>
          </a:xfrm>
          <a:prstGeom prst="rect">
            <a:avLst/>
          </a:prstGeom>
          <a:solidFill>
            <a:srgbClr val="081A2E"/>
          </a:solidFill>
          <a:ln w="12700">
            <a:solidFill>
              <a:srgbClr val="00A896"/>
            </a:solidFill>
            <a:prstDash val="solid"/>
          </a:ln>
        </p:spPr>
        <p:txBody>
          <a:bodyPr/>
          <a:lstStyle/>
          <a:p>
            <a:endParaRPr lang="en-US"/>
          </a:p>
        </p:txBody>
      </p:sp>
      <p:sp>
        <p:nvSpPr>
          <p:cNvPr id="18" name="Text 16"/>
          <p:cNvSpPr/>
          <p:nvPr/>
        </p:nvSpPr>
        <p:spPr>
          <a:xfrm>
            <a:off x="6035040" y="3108960"/>
            <a:ext cx="2468880" cy="594360"/>
          </a:xfrm>
          <a:prstGeom prst="rect">
            <a:avLst/>
          </a:prstGeom>
          <a:noFill/>
          <a:ln/>
        </p:spPr>
        <p:txBody>
          <a:bodyPr wrap="square" lIns="0" tIns="0" rIns="0" bIns="0" rtlCol="0" anchor="ctr"/>
          <a:lstStyle/>
          <a:p>
            <a:pPr marL="0" indent="0" algn="ctr">
              <a:buNone/>
            </a:pPr>
            <a:r>
              <a:rPr lang="en-US" sz="1800" b="1" dirty="0">
                <a:solidFill>
                  <a:srgbClr val="00A896"/>
                </a:solidFill>
                <a:latin typeface="Cambria" pitchFamily="34" charset="0"/>
                <a:ea typeface="Cambria" pitchFamily="34" charset="-122"/>
                <a:cs typeface="Cambria" pitchFamily="34" charset="-120"/>
              </a:rPr>
              <a:t>Reusable</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
    <p:bg>
      <p:bgPr>
        <a:solidFill>
          <a:srgbClr val="081A2E"/>
        </a:solidFill>
        <a:effectLst/>
      </p:bgPr>
    </p:bg>
    <p:spTree>
      <p:nvGrpSpPr>
        <p:cNvPr id="1" name=""/>
        <p:cNvGrpSpPr/>
        <p:nvPr/>
      </p:nvGrpSpPr>
      <p:grpSpPr>
        <a:xfrm>
          <a:off x="0" y="0"/>
          <a:ext cx="0" cy="0"/>
          <a:chOff x="0" y="0"/>
          <a:chExt cx="0" cy="0"/>
        </a:xfrm>
      </p:grpSpPr>
      <p:sp>
        <p:nvSpPr>
          <p:cNvPr id="2" name="Shape 0"/>
          <p:cNvSpPr/>
          <p:nvPr/>
        </p:nvSpPr>
        <p:spPr>
          <a:xfrm>
            <a:off x="5943600" y="457200"/>
            <a:ext cx="0" cy="4206240"/>
          </a:xfrm>
          <a:prstGeom prst="line">
            <a:avLst/>
          </a:prstGeom>
          <a:noFill/>
          <a:ln w="6350">
            <a:solidFill>
              <a:srgbClr val="00A896">
                <a:alpha val="30000"/>
              </a:srgbClr>
            </a:solidFill>
            <a:prstDash val="solid"/>
          </a:ln>
        </p:spPr>
        <p:txBody>
          <a:bodyPr/>
          <a:lstStyle/>
          <a:p>
            <a:endParaRPr lang="en-US"/>
          </a:p>
        </p:txBody>
      </p:sp>
      <p:sp>
        <p:nvSpPr>
          <p:cNvPr id="3" name="Shape 1"/>
          <p:cNvSpPr/>
          <p:nvPr/>
        </p:nvSpPr>
        <p:spPr>
          <a:xfrm>
            <a:off x="6080760" y="457200"/>
            <a:ext cx="0" cy="4206240"/>
          </a:xfrm>
          <a:prstGeom prst="line">
            <a:avLst/>
          </a:prstGeom>
          <a:noFill/>
          <a:ln w="6350">
            <a:solidFill>
              <a:srgbClr val="00A896">
                <a:alpha val="38000"/>
              </a:srgbClr>
            </a:solidFill>
            <a:prstDash val="solid"/>
          </a:ln>
        </p:spPr>
        <p:txBody>
          <a:bodyPr/>
          <a:lstStyle/>
          <a:p>
            <a:endParaRPr lang="en-US"/>
          </a:p>
        </p:txBody>
      </p:sp>
      <p:sp>
        <p:nvSpPr>
          <p:cNvPr id="4" name="Shape 2"/>
          <p:cNvSpPr/>
          <p:nvPr/>
        </p:nvSpPr>
        <p:spPr>
          <a:xfrm>
            <a:off x="6217920" y="457200"/>
            <a:ext cx="0" cy="4206240"/>
          </a:xfrm>
          <a:prstGeom prst="line">
            <a:avLst/>
          </a:prstGeom>
          <a:noFill/>
          <a:ln w="6350">
            <a:solidFill>
              <a:srgbClr val="00A896">
                <a:alpha val="46000"/>
              </a:srgbClr>
            </a:solidFill>
            <a:prstDash val="solid"/>
          </a:ln>
        </p:spPr>
        <p:txBody>
          <a:bodyPr/>
          <a:lstStyle/>
          <a:p>
            <a:endParaRPr lang="en-US"/>
          </a:p>
        </p:txBody>
      </p:sp>
      <p:sp>
        <p:nvSpPr>
          <p:cNvPr id="5" name="Shape 3"/>
          <p:cNvSpPr/>
          <p:nvPr/>
        </p:nvSpPr>
        <p:spPr>
          <a:xfrm>
            <a:off x="6355080" y="457200"/>
            <a:ext cx="0" cy="4206240"/>
          </a:xfrm>
          <a:prstGeom prst="line">
            <a:avLst/>
          </a:prstGeom>
          <a:noFill/>
          <a:ln w="6350">
            <a:solidFill>
              <a:srgbClr val="00A896">
                <a:alpha val="54000"/>
              </a:srgbClr>
            </a:solidFill>
            <a:prstDash val="solid"/>
          </a:ln>
        </p:spPr>
        <p:txBody>
          <a:bodyPr/>
          <a:lstStyle/>
          <a:p>
            <a:endParaRPr lang="en-US"/>
          </a:p>
        </p:txBody>
      </p:sp>
      <p:sp>
        <p:nvSpPr>
          <p:cNvPr id="6" name="Shape 4"/>
          <p:cNvSpPr/>
          <p:nvPr/>
        </p:nvSpPr>
        <p:spPr>
          <a:xfrm>
            <a:off x="6492240" y="457200"/>
            <a:ext cx="0" cy="4206240"/>
          </a:xfrm>
          <a:prstGeom prst="line">
            <a:avLst/>
          </a:prstGeom>
          <a:noFill/>
          <a:ln w="6350">
            <a:solidFill>
              <a:srgbClr val="00A896">
                <a:alpha val="62000"/>
              </a:srgbClr>
            </a:solidFill>
            <a:prstDash val="solid"/>
          </a:ln>
        </p:spPr>
        <p:txBody>
          <a:bodyPr/>
          <a:lstStyle/>
          <a:p>
            <a:endParaRPr lang="en-US"/>
          </a:p>
        </p:txBody>
      </p:sp>
      <p:sp>
        <p:nvSpPr>
          <p:cNvPr id="7" name="Shape 5"/>
          <p:cNvSpPr/>
          <p:nvPr/>
        </p:nvSpPr>
        <p:spPr>
          <a:xfrm>
            <a:off x="6629400" y="457200"/>
            <a:ext cx="0" cy="4206240"/>
          </a:xfrm>
          <a:prstGeom prst="line">
            <a:avLst/>
          </a:prstGeom>
          <a:noFill/>
          <a:ln w="6350">
            <a:solidFill>
              <a:srgbClr val="00A896">
                <a:alpha val="70000"/>
              </a:srgbClr>
            </a:solidFill>
            <a:prstDash val="solid"/>
          </a:ln>
        </p:spPr>
        <p:txBody>
          <a:bodyPr/>
          <a:lstStyle/>
          <a:p>
            <a:endParaRPr lang="en-US"/>
          </a:p>
        </p:txBody>
      </p:sp>
      <p:sp>
        <p:nvSpPr>
          <p:cNvPr id="8" name="Text 6"/>
          <p:cNvSpPr/>
          <p:nvPr/>
        </p:nvSpPr>
        <p:spPr>
          <a:xfrm>
            <a:off x="548640" y="822960"/>
            <a:ext cx="8229600" cy="365760"/>
          </a:xfrm>
          <a:prstGeom prst="rect">
            <a:avLst/>
          </a:prstGeom>
          <a:noFill/>
          <a:ln/>
        </p:spPr>
        <p:txBody>
          <a:bodyPr wrap="square" lIns="0" tIns="0" rIns="0" bIns="0" rtlCol="0" anchor="ctr"/>
          <a:lstStyle/>
          <a:p>
            <a:pPr marL="0" indent="0">
              <a:buNone/>
            </a:pPr>
            <a:r>
              <a:rPr lang="en-US" sz="1100" b="1" kern="0" spc="800" dirty="0">
                <a:solidFill>
                  <a:srgbClr val="00A896"/>
                </a:solidFill>
              </a:rPr>
              <a:t>APPENDIX  ·  TECHNICAL DEEP-DIVE</a:t>
            </a:r>
            <a:endParaRPr lang="en-US" sz="1100" dirty="0"/>
          </a:p>
        </p:txBody>
      </p:sp>
      <p:sp>
        <p:nvSpPr>
          <p:cNvPr id="9" name="Text 7"/>
          <p:cNvSpPr/>
          <p:nvPr/>
        </p:nvSpPr>
        <p:spPr>
          <a:xfrm>
            <a:off x="548640" y="1280160"/>
            <a:ext cx="8229600" cy="82296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Technical Appendix</a:t>
            </a:r>
            <a:endParaRPr lang="en-US" sz="3800" dirty="0"/>
          </a:p>
        </p:txBody>
      </p:sp>
      <p:sp>
        <p:nvSpPr>
          <p:cNvPr id="10" name="Text 8"/>
          <p:cNvSpPr/>
          <p:nvPr/>
        </p:nvSpPr>
        <p:spPr>
          <a:xfrm>
            <a:off x="548640" y="2057400"/>
            <a:ext cx="8229600" cy="91440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Signals, Scoring, Canonical Mapping &amp; Catalog</a:t>
            </a:r>
            <a:endParaRPr lang="en-US" sz="3800" dirty="0"/>
          </a:p>
        </p:txBody>
      </p:sp>
      <p:sp>
        <p:nvSpPr>
          <p:cNvPr id="11" name="Shape 9"/>
          <p:cNvSpPr/>
          <p:nvPr/>
        </p:nvSpPr>
        <p:spPr>
          <a:xfrm>
            <a:off x="548640" y="3108960"/>
            <a:ext cx="1828800" cy="0"/>
          </a:xfrm>
          <a:prstGeom prst="line">
            <a:avLst/>
          </a:prstGeom>
          <a:noFill/>
          <a:ln w="25400">
            <a:solidFill>
              <a:srgbClr val="00A896"/>
            </a:solidFill>
            <a:prstDash val="solid"/>
          </a:ln>
        </p:spPr>
        <p:txBody>
          <a:bodyPr/>
          <a:lstStyle/>
          <a:p>
            <a:endParaRPr lang="en-US"/>
          </a:p>
        </p:txBody>
      </p:sp>
      <p:sp>
        <p:nvSpPr>
          <p:cNvPr id="12" name="Text 10"/>
          <p:cNvSpPr/>
          <p:nvPr/>
        </p:nvSpPr>
        <p:spPr>
          <a:xfrm>
            <a:off x="548640" y="3291840"/>
            <a:ext cx="5486400" cy="731520"/>
          </a:xfrm>
          <a:prstGeom prst="rect">
            <a:avLst/>
          </a:prstGeom>
          <a:noFill/>
          <a:ln/>
        </p:spPr>
        <p:txBody>
          <a:bodyPr wrap="square" lIns="0" tIns="0" rIns="0" bIns="0" rtlCol="0" anchor="ctr"/>
          <a:lstStyle/>
          <a:p>
            <a:pPr marL="0" indent="0">
              <a:buNone/>
            </a:pPr>
            <a:r>
              <a:rPr lang="en-US" sz="1400" i="1" dirty="0">
                <a:solidFill>
                  <a:srgbClr val="CADCFC"/>
                </a:solidFill>
              </a:rPr>
              <a:t>Optional technical block — </a:t>
            </a:r>
            <a:r>
              <a:rPr lang="en-US" sz="1400" i="1">
                <a:solidFill>
                  <a:srgbClr val="CADCFC"/>
                </a:solidFill>
              </a:rPr>
              <a:t>architecture, schema profiling</a:t>
            </a:r>
            <a:r>
              <a:rPr lang="en-US" sz="1400" i="1" dirty="0">
                <a:solidFill>
                  <a:srgbClr val="CADCFC"/>
                </a:solidFill>
              </a:rPr>
              <a:t>, </a:t>
            </a:r>
            <a:r>
              <a:rPr lang="en-US" sz="1400" i="1">
                <a:solidFill>
                  <a:srgbClr val="CADCFC"/>
                </a:solidFill>
              </a:rPr>
              <a:t>multi-signal scoring</a:t>
            </a:r>
            <a:r>
              <a:rPr lang="en-US" sz="1400" i="1" dirty="0">
                <a:solidFill>
                  <a:srgbClr val="CADCFC"/>
                </a:solidFill>
              </a:rPr>
              <a:t>, bounded</a:t>
            </a:r>
            <a:r>
              <a:rPr lang="en-US" sz="1400" i="1">
                <a:solidFill>
                  <a:srgbClr val="CADCFC"/>
                </a:solidFill>
              </a:rPr>
              <a:t> LLM</a:t>
            </a:r>
            <a:r>
              <a:rPr lang="en-US" sz="1400" i="1" dirty="0">
                <a:solidFill>
                  <a:srgbClr val="CADCFC"/>
                </a:solidFill>
              </a:rPr>
              <a:t>, canonical </a:t>
            </a:r>
            <a:r>
              <a:rPr lang="en-US" sz="1400" i="1">
                <a:solidFill>
                  <a:srgbClr val="CADCFC"/>
                </a:solidFill>
              </a:rPr>
              <a:t>mapping</a:t>
            </a:r>
            <a:r>
              <a:rPr lang="en-US" sz="1400" i="1" dirty="0">
                <a:solidFill>
                  <a:srgbClr val="CADCFC"/>
                </a:solidFill>
              </a:rPr>
              <a:t>, and the </a:t>
            </a:r>
            <a:r>
              <a:rPr lang="en-US" sz="1400" i="1">
                <a:solidFill>
                  <a:srgbClr val="CADCFC"/>
                </a:solidFill>
              </a:rPr>
              <a:t>delivered</a:t>
            </a:r>
            <a:r>
              <a:rPr lang="en-US" sz="1400" i="1" dirty="0">
                <a:solidFill>
                  <a:srgbClr val="CADCFC"/>
                </a:solidFill>
              </a:rPr>
              <a:t> catalog.</a:t>
            </a:r>
            <a:endParaRPr lang="en-US" sz="1400" dirty="0"/>
          </a:p>
        </p:txBody>
      </p:sp>
      <p:sp>
        <p:nvSpPr>
          <p:cNvPr id="13" name="Text 11"/>
          <p:cNvSpPr/>
          <p:nvPr/>
        </p:nvSpPr>
        <p:spPr>
          <a:xfrm>
            <a:off x="548640" y="4160520"/>
            <a:ext cx="8229600" cy="365760"/>
          </a:xfrm>
          <a:prstGeom prst="rect">
            <a:avLst/>
          </a:prstGeom>
          <a:noFill/>
          <a:ln/>
        </p:spPr>
        <p:txBody>
          <a:bodyPr wrap="square" lIns="0" tIns="0" rIns="0" bIns="0" rtlCol="0" anchor="ctr"/>
          <a:lstStyle/>
          <a:p>
            <a:pPr marL="0" indent="0">
              <a:buNone/>
            </a:pPr>
            <a:r>
              <a:rPr lang="en-US" sz="1200" kern="0" spc="200">
                <a:solidFill>
                  <a:srgbClr val="00A896"/>
                </a:solidFill>
              </a:rPr>
              <a:t>8 </a:t>
            </a:r>
            <a:r>
              <a:rPr lang="en-US" sz="1200" kern="0" spc="200" dirty="0">
                <a:solidFill>
                  <a:srgbClr val="00A896"/>
                </a:solidFill>
              </a:rPr>
              <a:t>slides  ·  </a:t>
            </a:r>
            <a:r>
              <a:rPr lang="en-US" sz="1200" kern="0" spc="200">
                <a:solidFill>
                  <a:srgbClr val="00A896"/>
                </a:solidFill>
              </a:rPr>
              <a:t>Architecture, signals, canonical, catalog</a:t>
            </a:r>
            <a:endParaRPr lang="en-US" sz="1200" dirty="0"/>
          </a:p>
        </p:txBody>
      </p:sp>
      <p:sp>
        <p:nvSpPr>
          <p:cNvPr id="14" name="Shape 12"/>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15" name="Text 13"/>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16" name="Text 14"/>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18 </a:t>
            </a:r>
            <a:r>
              <a:rPr lang="en-US" sz="900" dirty="0">
                <a:solidFill>
                  <a:srgbClr val="FFFFFF"/>
                </a:solidFill>
              </a:rPr>
              <a:t>/ </a:t>
            </a:r>
            <a:r>
              <a:rPr lang="en-US" sz="900">
                <a:solidFill>
                  <a:srgbClr val="FFFFFF"/>
                </a:solidFill>
              </a:rPr>
              <a:t>38</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6">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Architecture: Layered FastAPI + Modular Streamlit</a:t>
            </a:r>
            <a:endParaRPr lang="en-US" sz="24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Technical shape — separation of concerns from UI to storage</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19 </a:t>
            </a:r>
            <a:r>
              <a:rPr lang="en-US" sz="900" dirty="0">
                <a:solidFill>
                  <a:srgbClr val="FFFFFF"/>
                </a:solidFill>
              </a:rPr>
              <a:t>/ </a:t>
            </a:r>
            <a:r>
              <a:rPr lang="en-US" sz="900">
                <a:solidFill>
                  <a:srgbClr val="FFFFFF"/>
                </a:solidFill>
              </a:rPr>
              <a:t>38</a:t>
            </a:r>
            <a:endParaRPr lang="en-US" sz="900" dirty="0"/>
          </a:p>
        </p:txBody>
      </p:sp>
      <p:sp>
        <p:nvSpPr>
          <p:cNvPr id="10" name="Shape 8"/>
          <p:cNvSpPr/>
          <p:nvPr/>
        </p:nvSpPr>
        <p:spPr>
          <a:xfrm>
            <a:off x="457200" y="1417320"/>
            <a:ext cx="8229600" cy="411480"/>
          </a:xfrm>
          <a:prstGeom prst="rect">
            <a:avLst/>
          </a:prstGeom>
          <a:solidFill>
            <a:srgbClr val="00A896"/>
          </a:solidFill>
          <a:ln w="12700">
            <a:solidFill>
              <a:srgbClr val="00A896"/>
            </a:solidFill>
            <a:prstDash val="solid"/>
          </a:ln>
        </p:spPr>
        <p:txBody>
          <a:bodyPr/>
          <a:lstStyle/>
          <a:p>
            <a:endParaRPr lang="en-US"/>
          </a:p>
        </p:txBody>
      </p:sp>
      <p:sp>
        <p:nvSpPr>
          <p:cNvPr id="11" name="Text 9"/>
          <p:cNvSpPr/>
          <p:nvPr/>
        </p:nvSpPr>
        <p:spPr>
          <a:xfrm>
            <a:off x="594360" y="1417320"/>
            <a:ext cx="2377440" cy="41148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Streamlit UI Layer</a:t>
            </a:r>
            <a:endParaRPr lang="en-US" sz="1200" dirty="0"/>
          </a:p>
        </p:txBody>
      </p:sp>
      <p:sp>
        <p:nvSpPr>
          <p:cNvPr id="12" name="Shape 10"/>
          <p:cNvSpPr/>
          <p:nvPr/>
        </p:nvSpPr>
        <p:spPr>
          <a:xfrm>
            <a:off x="3063240" y="1481328"/>
            <a:ext cx="0" cy="283464"/>
          </a:xfrm>
          <a:prstGeom prst="line">
            <a:avLst/>
          </a:prstGeom>
          <a:noFill/>
          <a:ln w="12700">
            <a:solidFill>
              <a:srgbClr val="FFFFFF">
                <a:alpha val="50000"/>
              </a:srgbClr>
            </a:solidFill>
            <a:prstDash val="solid"/>
          </a:ln>
        </p:spPr>
        <p:txBody>
          <a:bodyPr/>
          <a:lstStyle/>
          <a:p>
            <a:endParaRPr lang="en-US"/>
          </a:p>
        </p:txBody>
      </p:sp>
      <p:sp>
        <p:nvSpPr>
          <p:cNvPr id="13" name="Text 11"/>
          <p:cNvSpPr/>
          <p:nvPr/>
        </p:nvSpPr>
        <p:spPr>
          <a:xfrm>
            <a:off x="3200400" y="1417320"/>
            <a:ext cx="5349240" cy="411480"/>
          </a:xfrm>
          <a:prstGeom prst="rect">
            <a:avLst/>
          </a:prstGeom>
          <a:noFill/>
          <a:ln/>
        </p:spPr>
        <p:txBody>
          <a:bodyPr wrap="square" lIns="0" tIns="0" rIns="0" bIns="0" rtlCol="0" anchor="ctr"/>
          <a:lstStyle/>
          <a:p>
            <a:pPr marL="0" indent="0">
              <a:buNone/>
            </a:pPr>
            <a:r>
              <a:rPr lang="en-US" sz="1000" dirty="0">
                <a:solidFill>
                  <a:srgbClr val="FFFFFF"/>
                </a:solidFill>
              </a:rPr>
              <a:t>streamlit_app.py + streamlit_ui/* · workspace, decisions, admin, benchmarks</a:t>
            </a:r>
            <a:endParaRPr lang="en-US" sz="1000" dirty="0"/>
          </a:p>
        </p:txBody>
      </p:sp>
      <p:sp>
        <p:nvSpPr>
          <p:cNvPr id="14" name="Shape 12"/>
          <p:cNvSpPr/>
          <p:nvPr/>
        </p:nvSpPr>
        <p:spPr>
          <a:xfrm>
            <a:off x="457200" y="1874520"/>
            <a:ext cx="8229600" cy="411480"/>
          </a:xfrm>
          <a:prstGeom prst="rect">
            <a:avLst/>
          </a:prstGeom>
          <a:solidFill>
            <a:srgbClr val="028090"/>
          </a:solidFill>
          <a:ln w="12700">
            <a:solidFill>
              <a:srgbClr val="028090"/>
            </a:solidFill>
            <a:prstDash val="solid"/>
          </a:ln>
        </p:spPr>
        <p:txBody>
          <a:bodyPr/>
          <a:lstStyle/>
          <a:p>
            <a:endParaRPr lang="en-US"/>
          </a:p>
        </p:txBody>
      </p:sp>
      <p:sp>
        <p:nvSpPr>
          <p:cNvPr id="15" name="Text 13"/>
          <p:cNvSpPr/>
          <p:nvPr/>
        </p:nvSpPr>
        <p:spPr>
          <a:xfrm>
            <a:off x="594360" y="1874520"/>
            <a:ext cx="2377440" cy="41148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API Layer</a:t>
            </a:r>
            <a:endParaRPr lang="en-US" sz="1200" dirty="0"/>
          </a:p>
        </p:txBody>
      </p:sp>
      <p:sp>
        <p:nvSpPr>
          <p:cNvPr id="16" name="Shape 14"/>
          <p:cNvSpPr/>
          <p:nvPr/>
        </p:nvSpPr>
        <p:spPr>
          <a:xfrm>
            <a:off x="3063240" y="1938528"/>
            <a:ext cx="0" cy="283464"/>
          </a:xfrm>
          <a:prstGeom prst="line">
            <a:avLst/>
          </a:prstGeom>
          <a:noFill/>
          <a:ln w="12700">
            <a:solidFill>
              <a:srgbClr val="FFFFFF">
                <a:alpha val="50000"/>
              </a:srgbClr>
            </a:solidFill>
            <a:prstDash val="solid"/>
          </a:ln>
        </p:spPr>
        <p:txBody>
          <a:bodyPr/>
          <a:lstStyle/>
          <a:p>
            <a:endParaRPr lang="en-US"/>
          </a:p>
        </p:txBody>
      </p:sp>
      <p:sp>
        <p:nvSpPr>
          <p:cNvPr id="17" name="Text 15"/>
          <p:cNvSpPr/>
          <p:nvPr/>
        </p:nvSpPr>
        <p:spPr>
          <a:xfrm>
            <a:off x="3200400" y="1874520"/>
            <a:ext cx="5349240" cy="411480"/>
          </a:xfrm>
          <a:prstGeom prst="rect">
            <a:avLst/>
          </a:prstGeom>
          <a:noFill/>
          <a:ln/>
        </p:spPr>
        <p:txBody>
          <a:bodyPr wrap="square" lIns="0" tIns="0" rIns="0" bIns="0" rtlCol="0" anchor="ctr"/>
          <a:lstStyle/>
          <a:p>
            <a:pPr marL="0" indent="0">
              <a:buNone/>
            </a:pPr>
            <a:r>
              <a:rPr lang="en-US" sz="1000" dirty="0">
                <a:solidFill>
                  <a:srgbClr val="FFFFFF"/>
                </a:solidFill>
              </a:rPr>
              <a:t>FastAPI routers: mapping, observability, evaluation, knowledge, upload</a:t>
            </a:r>
            <a:endParaRPr lang="en-US" sz="1000" dirty="0"/>
          </a:p>
        </p:txBody>
      </p:sp>
      <p:sp>
        <p:nvSpPr>
          <p:cNvPr id="18" name="Shape 16"/>
          <p:cNvSpPr/>
          <p:nvPr/>
        </p:nvSpPr>
        <p:spPr>
          <a:xfrm>
            <a:off x="457200" y="2331720"/>
            <a:ext cx="8229600" cy="411480"/>
          </a:xfrm>
          <a:prstGeom prst="rect">
            <a:avLst/>
          </a:prstGeom>
          <a:solidFill>
            <a:srgbClr val="0F2A47"/>
          </a:solidFill>
          <a:ln w="12700">
            <a:solidFill>
              <a:srgbClr val="0F2A47"/>
            </a:solidFill>
            <a:prstDash val="solid"/>
          </a:ln>
        </p:spPr>
        <p:txBody>
          <a:bodyPr/>
          <a:lstStyle/>
          <a:p>
            <a:endParaRPr lang="en-US"/>
          </a:p>
        </p:txBody>
      </p:sp>
      <p:sp>
        <p:nvSpPr>
          <p:cNvPr id="19" name="Text 17"/>
          <p:cNvSpPr/>
          <p:nvPr/>
        </p:nvSpPr>
        <p:spPr>
          <a:xfrm>
            <a:off x="594360" y="2331720"/>
            <a:ext cx="2377440" cy="41148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Service Layer</a:t>
            </a:r>
            <a:endParaRPr lang="en-US" sz="1200" dirty="0"/>
          </a:p>
        </p:txBody>
      </p:sp>
      <p:sp>
        <p:nvSpPr>
          <p:cNvPr id="20" name="Shape 18"/>
          <p:cNvSpPr/>
          <p:nvPr/>
        </p:nvSpPr>
        <p:spPr>
          <a:xfrm>
            <a:off x="3063240" y="2395728"/>
            <a:ext cx="0" cy="283464"/>
          </a:xfrm>
          <a:prstGeom prst="line">
            <a:avLst/>
          </a:prstGeom>
          <a:noFill/>
          <a:ln w="12700">
            <a:solidFill>
              <a:srgbClr val="FFFFFF">
                <a:alpha val="50000"/>
              </a:srgbClr>
            </a:solidFill>
            <a:prstDash val="solid"/>
          </a:ln>
        </p:spPr>
        <p:txBody>
          <a:bodyPr/>
          <a:lstStyle/>
          <a:p>
            <a:endParaRPr lang="en-US"/>
          </a:p>
        </p:txBody>
      </p:sp>
      <p:sp>
        <p:nvSpPr>
          <p:cNvPr id="21" name="Text 19"/>
          <p:cNvSpPr/>
          <p:nvPr/>
        </p:nvSpPr>
        <p:spPr>
          <a:xfrm>
            <a:off x="3200400" y="2331720"/>
            <a:ext cx="5349240" cy="411480"/>
          </a:xfrm>
          <a:prstGeom prst="rect">
            <a:avLst/>
          </a:prstGeom>
          <a:noFill/>
          <a:ln/>
        </p:spPr>
        <p:txBody>
          <a:bodyPr wrap="square" lIns="0" tIns="0" rIns="0" bIns="0" rtlCol="0" anchor="ctr"/>
          <a:lstStyle/>
          <a:p>
            <a:pPr marL="0" indent="0">
              <a:buNone/>
            </a:pPr>
            <a:r>
              <a:rPr lang="en-US" sz="1000" dirty="0">
                <a:solidFill>
                  <a:srgbClr val="FFFFFF"/>
                </a:solidFill>
              </a:rPr>
              <a:t>Mapping, profiling, embedding, LLM, overlays, preview, codegen, persistence</a:t>
            </a:r>
            <a:endParaRPr lang="en-US" sz="1000" dirty="0"/>
          </a:p>
        </p:txBody>
      </p:sp>
      <p:sp>
        <p:nvSpPr>
          <p:cNvPr id="22" name="Shape 20"/>
          <p:cNvSpPr/>
          <p:nvPr/>
        </p:nvSpPr>
        <p:spPr>
          <a:xfrm>
            <a:off x="457200" y="2788920"/>
            <a:ext cx="8229600" cy="411480"/>
          </a:xfrm>
          <a:prstGeom prst="rect">
            <a:avLst/>
          </a:prstGeom>
          <a:solidFill>
            <a:srgbClr val="081A2E"/>
          </a:solidFill>
          <a:ln w="12700">
            <a:solidFill>
              <a:srgbClr val="081A2E"/>
            </a:solidFill>
            <a:prstDash val="solid"/>
          </a:ln>
        </p:spPr>
        <p:txBody>
          <a:bodyPr/>
          <a:lstStyle/>
          <a:p>
            <a:endParaRPr lang="en-US"/>
          </a:p>
        </p:txBody>
      </p:sp>
      <p:sp>
        <p:nvSpPr>
          <p:cNvPr id="23" name="Text 21"/>
          <p:cNvSpPr/>
          <p:nvPr/>
        </p:nvSpPr>
        <p:spPr>
          <a:xfrm>
            <a:off x="594360" y="2788920"/>
            <a:ext cx="2377440" cy="41148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Domain Model Layer</a:t>
            </a:r>
            <a:endParaRPr lang="en-US" sz="1200" dirty="0"/>
          </a:p>
        </p:txBody>
      </p:sp>
      <p:sp>
        <p:nvSpPr>
          <p:cNvPr id="24" name="Shape 22"/>
          <p:cNvSpPr/>
          <p:nvPr/>
        </p:nvSpPr>
        <p:spPr>
          <a:xfrm>
            <a:off x="3063240" y="2852928"/>
            <a:ext cx="0" cy="283464"/>
          </a:xfrm>
          <a:prstGeom prst="line">
            <a:avLst/>
          </a:prstGeom>
          <a:noFill/>
          <a:ln w="12700">
            <a:solidFill>
              <a:srgbClr val="FFFFFF">
                <a:alpha val="50000"/>
              </a:srgbClr>
            </a:solidFill>
            <a:prstDash val="solid"/>
          </a:ln>
        </p:spPr>
        <p:txBody>
          <a:bodyPr/>
          <a:lstStyle/>
          <a:p>
            <a:endParaRPr lang="en-US"/>
          </a:p>
        </p:txBody>
      </p:sp>
      <p:sp>
        <p:nvSpPr>
          <p:cNvPr id="25" name="Text 23"/>
          <p:cNvSpPr/>
          <p:nvPr/>
        </p:nvSpPr>
        <p:spPr>
          <a:xfrm>
            <a:off x="3200400" y="2788920"/>
            <a:ext cx="5349240" cy="411480"/>
          </a:xfrm>
          <a:prstGeom prst="rect">
            <a:avLst/>
          </a:prstGeom>
          <a:noFill/>
          <a:ln/>
        </p:spPr>
        <p:txBody>
          <a:bodyPr wrap="square" lIns="0" tIns="0" rIns="0" bIns="0" rtlCol="0" anchor="ctr"/>
          <a:lstStyle/>
          <a:p>
            <a:pPr marL="0" indent="0">
              <a:buNone/>
            </a:pPr>
            <a:r>
              <a:rPr lang="en-US" sz="1000" dirty="0">
                <a:solidFill>
                  <a:srgbClr val="FFFFFF"/>
                </a:solidFill>
              </a:rPr>
              <a:t>Schema, mapping, evaluation, observability models</a:t>
            </a:r>
            <a:endParaRPr lang="en-US" sz="1000" dirty="0"/>
          </a:p>
        </p:txBody>
      </p:sp>
      <p:sp>
        <p:nvSpPr>
          <p:cNvPr id="26" name="Shape 24"/>
          <p:cNvSpPr/>
          <p:nvPr/>
        </p:nvSpPr>
        <p:spPr>
          <a:xfrm>
            <a:off x="457200" y="3246120"/>
            <a:ext cx="8229600" cy="411480"/>
          </a:xfrm>
          <a:prstGeom prst="rect">
            <a:avLst/>
          </a:prstGeom>
          <a:solidFill>
            <a:srgbClr val="0F2A47"/>
          </a:solidFill>
          <a:ln w="12700">
            <a:solidFill>
              <a:srgbClr val="0F2A47"/>
            </a:solidFill>
            <a:prstDash val="solid"/>
          </a:ln>
        </p:spPr>
        <p:txBody>
          <a:bodyPr/>
          <a:lstStyle/>
          <a:p>
            <a:endParaRPr lang="en-US"/>
          </a:p>
        </p:txBody>
      </p:sp>
      <p:sp>
        <p:nvSpPr>
          <p:cNvPr id="27" name="Text 25"/>
          <p:cNvSpPr/>
          <p:nvPr/>
        </p:nvSpPr>
        <p:spPr>
          <a:xfrm>
            <a:off x="594360" y="3246120"/>
            <a:ext cx="2377440" cy="41148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Core Layer</a:t>
            </a:r>
            <a:endParaRPr lang="en-US" sz="1200" dirty="0"/>
          </a:p>
        </p:txBody>
      </p:sp>
      <p:sp>
        <p:nvSpPr>
          <p:cNvPr id="28" name="Shape 26"/>
          <p:cNvSpPr/>
          <p:nvPr/>
        </p:nvSpPr>
        <p:spPr>
          <a:xfrm>
            <a:off x="3063240" y="3310128"/>
            <a:ext cx="0" cy="283464"/>
          </a:xfrm>
          <a:prstGeom prst="line">
            <a:avLst/>
          </a:prstGeom>
          <a:noFill/>
          <a:ln w="12700">
            <a:solidFill>
              <a:srgbClr val="FFFFFF">
                <a:alpha val="50000"/>
              </a:srgbClr>
            </a:solidFill>
            <a:prstDash val="solid"/>
          </a:ln>
        </p:spPr>
        <p:txBody>
          <a:bodyPr/>
          <a:lstStyle/>
          <a:p>
            <a:endParaRPr lang="en-US"/>
          </a:p>
        </p:txBody>
      </p:sp>
      <p:sp>
        <p:nvSpPr>
          <p:cNvPr id="29" name="Text 27"/>
          <p:cNvSpPr/>
          <p:nvPr/>
        </p:nvSpPr>
        <p:spPr>
          <a:xfrm>
            <a:off x="3200400" y="3246120"/>
            <a:ext cx="5349240" cy="411480"/>
          </a:xfrm>
          <a:prstGeom prst="rect">
            <a:avLst/>
          </a:prstGeom>
          <a:noFill/>
          <a:ln/>
        </p:spPr>
        <p:txBody>
          <a:bodyPr wrap="square" lIns="0" tIns="0" rIns="0" bIns="0" rtlCol="0" anchor="ctr"/>
          <a:lstStyle/>
          <a:p>
            <a:pPr marL="0" indent="0">
              <a:buNone/>
            </a:pPr>
            <a:r>
              <a:rPr lang="en-US" sz="1000" dirty="0">
                <a:solidFill>
                  <a:srgbClr val="FFFFFF"/>
                </a:solidFill>
              </a:rPr>
              <a:t>Settings, env loading, settings reload, logging</a:t>
            </a:r>
            <a:endParaRPr lang="en-US" sz="1000" dirty="0"/>
          </a:p>
        </p:txBody>
      </p:sp>
      <p:sp>
        <p:nvSpPr>
          <p:cNvPr id="30" name="Shape 28"/>
          <p:cNvSpPr/>
          <p:nvPr/>
        </p:nvSpPr>
        <p:spPr>
          <a:xfrm>
            <a:off x="457200" y="3703320"/>
            <a:ext cx="8229600" cy="411480"/>
          </a:xfrm>
          <a:prstGeom prst="rect">
            <a:avLst/>
          </a:prstGeom>
          <a:solidFill>
            <a:srgbClr val="028090"/>
          </a:solidFill>
          <a:ln w="12700">
            <a:solidFill>
              <a:srgbClr val="028090"/>
            </a:solidFill>
            <a:prstDash val="solid"/>
          </a:ln>
        </p:spPr>
        <p:txBody>
          <a:bodyPr/>
          <a:lstStyle/>
          <a:p>
            <a:endParaRPr lang="en-US"/>
          </a:p>
        </p:txBody>
      </p:sp>
      <p:sp>
        <p:nvSpPr>
          <p:cNvPr id="31" name="Text 29"/>
          <p:cNvSpPr/>
          <p:nvPr/>
        </p:nvSpPr>
        <p:spPr>
          <a:xfrm>
            <a:off x="594360" y="3703320"/>
            <a:ext cx="2377440" cy="41148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Utility Layer</a:t>
            </a:r>
            <a:endParaRPr lang="en-US" sz="1200" dirty="0"/>
          </a:p>
        </p:txBody>
      </p:sp>
      <p:sp>
        <p:nvSpPr>
          <p:cNvPr id="32" name="Shape 30"/>
          <p:cNvSpPr/>
          <p:nvPr/>
        </p:nvSpPr>
        <p:spPr>
          <a:xfrm>
            <a:off x="3063240" y="3767328"/>
            <a:ext cx="0" cy="283464"/>
          </a:xfrm>
          <a:prstGeom prst="line">
            <a:avLst/>
          </a:prstGeom>
          <a:noFill/>
          <a:ln w="12700">
            <a:solidFill>
              <a:srgbClr val="FFFFFF">
                <a:alpha val="50000"/>
              </a:srgbClr>
            </a:solidFill>
            <a:prstDash val="solid"/>
          </a:ln>
        </p:spPr>
        <p:txBody>
          <a:bodyPr/>
          <a:lstStyle/>
          <a:p>
            <a:endParaRPr lang="en-US"/>
          </a:p>
        </p:txBody>
      </p:sp>
      <p:sp>
        <p:nvSpPr>
          <p:cNvPr id="33" name="Text 31"/>
          <p:cNvSpPr/>
          <p:nvPr/>
        </p:nvSpPr>
        <p:spPr>
          <a:xfrm>
            <a:off x="3200400" y="3703320"/>
            <a:ext cx="5349240" cy="411480"/>
          </a:xfrm>
          <a:prstGeom prst="rect">
            <a:avLst/>
          </a:prstGeom>
          <a:noFill/>
          <a:ln/>
        </p:spPr>
        <p:txBody>
          <a:bodyPr wrap="square" lIns="0" tIns="0" rIns="0" bIns="0" rtlCol="0" anchor="ctr"/>
          <a:lstStyle/>
          <a:p>
            <a:pPr marL="0" indent="0">
              <a:buNone/>
            </a:pPr>
            <a:r>
              <a:rPr lang="en-US" sz="1000" dirty="0">
                <a:solidFill>
                  <a:srgbClr val="FFFFFF"/>
                </a:solidFill>
              </a:rPr>
              <a:t>Name normalization, token enrichment, similarity helpers</a:t>
            </a:r>
            <a:endParaRPr lang="en-US" sz="1000" dirty="0"/>
          </a:p>
        </p:txBody>
      </p:sp>
      <p:sp>
        <p:nvSpPr>
          <p:cNvPr id="34" name="Shape 32"/>
          <p:cNvSpPr/>
          <p:nvPr/>
        </p:nvSpPr>
        <p:spPr>
          <a:xfrm>
            <a:off x="457200" y="4160520"/>
            <a:ext cx="8229600" cy="411480"/>
          </a:xfrm>
          <a:prstGeom prst="rect">
            <a:avLst/>
          </a:prstGeom>
          <a:solidFill>
            <a:srgbClr val="00A896"/>
          </a:solidFill>
          <a:ln w="12700">
            <a:solidFill>
              <a:srgbClr val="00A896"/>
            </a:solidFill>
            <a:prstDash val="solid"/>
          </a:ln>
        </p:spPr>
        <p:txBody>
          <a:bodyPr/>
          <a:lstStyle/>
          <a:p>
            <a:endParaRPr lang="en-US"/>
          </a:p>
        </p:txBody>
      </p:sp>
      <p:sp>
        <p:nvSpPr>
          <p:cNvPr id="35" name="Text 33"/>
          <p:cNvSpPr/>
          <p:nvPr/>
        </p:nvSpPr>
        <p:spPr>
          <a:xfrm>
            <a:off x="594360" y="4160520"/>
            <a:ext cx="2377440" cy="41148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Storage</a:t>
            </a:r>
            <a:endParaRPr lang="en-US" sz="1200" dirty="0"/>
          </a:p>
        </p:txBody>
      </p:sp>
      <p:sp>
        <p:nvSpPr>
          <p:cNvPr id="36" name="Shape 34"/>
          <p:cNvSpPr/>
          <p:nvPr/>
        </p:nvSpPr>
        <p:spPr>
          <a:xfrm>
            <a:off x="3063240" y="4224528"/>
            <a:ext cx="0" cy="283464"/>
          </a:xfrm>
          <a:prstGeom prst="line">
            <a:avLst/>
          </a:prstGeom>
          <a:noFill/>
          <a:ln w="12700">
            <a:solidFill>
              <a:srgbClr val="FFFFFF">
                <a:alpha val="50000"/>
              </a:srgbClr>
            </a:solidFill>
            <a:prstDash val="solid"/>
          </a:ln>
        </p:spPr>
        <p:txBody>
          <a:bodyPr/>
          <a:lstStyle/>
          <a:p>
            <a:endParaRPr lang="en-US"/>
          </a:p>
        </p:txBody>
      </p:sp>
      <p:sp>
        <p:nvSpPr>
          <p:cNvPr id="37" name="Text 35"/>
          <p:cNvSpPr/>
          <p:nvPr/>
        </p:nvSpPr>
        <p:spPr>
          <a:xfrm>
            <a:off x="3200400" y="4160520"/>
            <a:ext cx="5349240" cy="411480"/>
          </a:xfrm>
          <a:prstGeom prst="rect">
            <a:avLst/>
          </a:prstGeom>
          <a:noFill/>
          <a:ln/>
        </p:spPr>
        <p:txBody>
          <a:bodyPr wrap="square" lIns="0" tIns="0" rIns="0" bIns="0" rtlCol="0" anchor="ctr"/>
          <a:lstStyle/>
          <a:p>
            <a:pPr marL="0" indent="0">
              <a:buNone/>
            </a:pPr>
            <a:r>
              <a:rPr lang="en-US" sz="1000" dirty="0">
                <a:solidFill>
                  <a:srgbClr val="FFFFFF"/>
                </a:solidFill>
              </a:rPr>
              <a:t>In-memory active datasets · SQLite for everything persisted</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Inputs and Schema Profiling</a:t>
            </a:r>
            <a:endParaRPr lang="en-US" sz="22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Appendix · Different inputs, one normalized SchemaProfile</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320040" y="1417320"/>
            <a:ext cx="2057400" cy="1371600"/>
          </a:xfrm>
          <a:prstGeom prst="rect">
            <a:avLst/>
          </a:prstGeom>
          <a:solidFill>
            <a:srgbClr val="FFFFFF"/>
          </a:solidFill>
          <a:ln w="9525">
            <a:solidFill>
              <a:srgbClr val="D8D3C7"/>
            </a:solidFill>
            <a:prstDash val="solid"/>
          </a:ln>
        </p:spPr>
        <p:txBody>
          <a:bodyPr/>
          <a:lstStyle/>
          <a:p>
            <a:endParaRPr lang="en-US"/>
          </a:p>
        </p:txBody>
      </p:sp>
      <p:sp>
        <p:nvSpPr>
          <p:cNvPr id="8" name="Shape 6"/>
          <p:cNvSpPr/>
          <p:nvPr/>
        </p:nvSpPr>
        <p:spPr>
          <a:xfrm>
            <a:off x="320040" y="1417320"/>
            <a:ext cx="73152" cy="1371600"/>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457200" y="1508760"/>
            <a:ext cx="1783080" cy="228600"/>
          </a:xfrm>
          <a:prstGeom prst="rect">
            <a:avLst/>
          </a:prstGeom>
          <a:noFill/>
          <a:ln/>
        </p:spPr>
        <p:txBody>
          <a:bodyPr wrap="square" lIns="0" tIns="0" rIns="0" bIns="0" rtlCol="0" anchor="ctr"/>
          <a:lstStyle/>
          <a:p>
            <a:pPr marL="0" indent="0">
              <a:buNone/>
            </a:pPr>
            <a:r>
              <a:rPr lang="en-US" sz="1000" b="1" kern="0" spc="200" dirty="0">
                <a:solidFill>
                  <a:srgbClr val="00A896"/>
                </a:solidFill>
              </a:rPr>
              <a:t>01</a:t>
            </a:r>
            <a:endParaRPr lang="en-US" sz="1000" dirty="0"/>
          </a:p>
        </p:txBody>
      </p:sp>
      <p:sp>
        <p:nvSpPr>
          <p:cNvPr id="10" name="Text 8"/>
          <p:cNvSpPr/>
          <p:nvPr/>
        </p:nvSpPr>
        <p:spPr>
          <a:xfrm>
            <a:off x="457200" y="1737360"/>
            <a:ext cx="1783080" cy="365760"/>
          </a:xfrm>
          <a:prstGeom prst="rect">
            <a:avLst/>
          </a:prstGeom>
          <a:noFill/>
          <a:ln/>
        </p:spPr>
        <p:txBody>
          <a:bodyPr wrap="square" lIns="0" tIns="0" rIns="0" bIns="0" rtlCol="0" anchor="ctr"/>
          <a:lstStyle/>
          <a:p>
            <a:pPr marL="0" indent="0">
              <a:buNone/>
            </a:pPr>
            <a:r>
              <a:rPr lang="en-US" sz="1200" b="1" dirty="0">
                <a:solidFill>
                  <a:srgbClr val="0F2A47"/>
                </a:solidFill>
                <a:latin typeface="Cambria" pitchFamily="34" charset="0"/>
                <a:ea typeface="Cambria" pitchFamily="34" charset="-122"/>
                <a:cs typeface="Cambria" pitchFamily="34" charset="-120"/>
              </a:rPr>
              <a:t>Raw row data</a:t>
            </a:r>
            <a:endParaRPr lang="en-US" sz="1200" dirty="0"/>
          </a:p>
        </p:txBody>
      </p:sp>
      <p:sp>
        <p:nvSpPr>
          <p:cNvPr id="11" name="Text 9"/>
          <p:cNvSpPr/>
          <p:nvPr/>
        </p:nvSpPr>
        <p:spPr>
          <a:xfrm>
            <a:off x="457200" y="2057400"/>
            <a:ext cx="1783080" cy="274320"/>
          </a:xfrm>
          <a:prstGeom prst="rect">
            <a:avLst/>
          </a:prstGeom>
          <a:noFill/>
          <a:ln/>
        </p:spPr>
        <p:txBody>
          <a:bodyPr wrap="square" lIns="0" tIns="0" rIns="0" bIns="0" rtlCol="0" anchor="ctr"/>
          <a:lstStyle/>
          <a:p>
            <a:pPr marL="0" indent="0">
              <a:buNone/>
            </a:pPr>
            <a:r>
              <a:rPr lang="en-US" sz="900" dirty="0">
                <a:solidFill>
                  <a:srgbClr val="1E293B"/>
                </a:solidFill>
              </a:rPr>
              <a:t>CSV · JSON · XML · XLSX</a:t>
            </a:r>
            <a:endParaRPr lang="en-US" sz="900" dirty="0"/>
          </a:p>
        </p:txBody>
      </p:sp>
      <p:sp>
        <p:nvSpPr>
          <p:cNvPr id="12" name="Text 10"/>
          <p:cNvSpPr/>
          <p:nvPr/>
        </p:nvSpPr>
        <p:spPr>
          <a:xfrm>
            <a:off x="457200" y="2377440"/>
            <a:ext cx="1783080" cy="320040"/>
          </a:xfrm>
          <a:prstGeom prst="rect">
            <a:avLst/>
          </a:prstGeom>
          <a:noFill/>
          <a:ln/>
        </p:spPr>
        <p:txBody>
          <a:bodyPr wrap="square" lIns="0" tIns="0" rIns="0" bIns="0" rtlCol="0" anchor="ctr"/>
          <a:lstStyle/>
          <a:p>
            <a:pPr marL="0" indent="0">
              <a:buNone/>
            </a:pPr>
            <a:r>
              <a:rPr lang="en-US" sz="900" i="1" dirty="0">
                <a:solidFill>
                  <a:srgbClr val="028090"/>
                </a:solidFill>
              </a:rPr>
              <a:t>values, patterns, nulls</a:t>
            </a:r>
            <a:endParaRPr lang="en-US" sz="900" dirty="0"/>
          </a:p>
        </p:txBody>
      </p:sp>
      <p:sp>
        <p:nvSpPr>
          <p:cNvPr id="13" name="Shape 11"/>
          <p:cNvSpPr/>
          <p:nvPr/>
        </p:nvSpPr>
        <p:spPr>
          <a:xfrm>
            <a:off x="2468880" y="1417320"/>
            <a:ext cx="2057400" cy="1371600"/>
          </a:xfrm>
          <a:prstGeom prst="rect">
            <a:avLst/>
          </a:prstGeom>
          <a:solidFill>
            <a:srgbClr val="FFFFFF"/>
          </a:solidFill>
          <a:ln w="9525">
            <a:solidFill>
              <a:srgbClr val="D8D3C7"/>
            </a:solidFill>
            <a:prstDash val="solid"/>
          </a:ln>
        </p:spPr>
        <p:txBody>
          <a:bodyPr/>
          <a:lstStyle/>
          <a:p>
            <a:endParaRPr lang="en-US"/>
          </a:p>
        </p:txBody>
      </p:sp>
      <p:sp>
        <p:nvSpPr>
          <p:cNvPr id="14" name="Shape 12"/>
          <p:cNvSpPr/>
          <p:nvPr/>
        </p:nvSpPr>
        <p:spPr>
          <a:xfrm>
            <a:off x="2468880" y="1417320"/>
            <a:ext cx="73152" cy="1371600"/>
          </a:xfrm>
          <a:prstGeom prst="rect">
            <a:avLst/>
          </a:prstGeom>
          <a:solidFill>
            <a:srgbClr val="00A896"/>
          </a:solidFill>
          <a:ln w="12700">
            <a:solidFill>
              <a:srgbClr val="00A896"/>
            </a:solidFill>
            <a:prstDash val="solid"/>
          </a:ln>
        </p:spPr>
        <p:txBody>
          <a:bodyPr/>
          <a:lstStyle/>
          <a:p>
            <a:endParaRPr lang="en-US"/>
          </a:p>
        </p:txBody>
      </p:sp>
      <p:sp>
        <p:nvSpPr>
          <p:cNvPr id="15" name="Text 13"/>
          <p:cNvSpPr/>
          <p:nvPr/>
        </p:nvSpPr>
        <p:spPr>
          <a:xfrm>
            <a:off x="2606040" y="1508760"/>
            <a:ext cx="1783080" cy="228600"/>
          </a:xfrm>
          <a:prstGeom prst="rect">
            <a:avLst/>
          </a:prstGeom>
          <a:noFill/>
          <a:ln/>
        </p:spPr>
        <p:txBody>
          <a:bodyPr wrap="square" lIns="0" tIns="0" rIns="0" bIns="0" rtlCol="0" anchor="ctr"/>
          <a:lstStyle/>
          <a:p>
            <a:pPr marL="0" indent="0">
              <a:buNone/>
            </a:pPr>
            <a:r>
              <a:rPr lang="en-US" sz="1000" b="1" kern="0" spc="200" dirty="0">
                <a:solidFill>
                  <a:srgbClr val="00A896"/>
                </a:solidFill>
              </a:rPr>
              <a:t>02</a:t>
            </a:r>
            <a:endParaRPr lang="en-US" sz="1000" dirty="0"/>
          </a:p>
        </p:txBody>
      </p:sp>
      <p:sp>
        <p:nvSpPr>
          <p:cNvPr id="16" name="Text 14"/>
          <p:cNvSpPr/>
          <p:nvPr/>
        </p:nvSpPr>
        <p:spPr>
          <a:xfrm>
            <a:off x="2606040" y="1737360"/>
            <a:ext cx="1783080" cy="365760"/>
          </a:xfrm>
          <a:prstGeom prst="rect">
            <a:avLst/>
          </a:prstGeom>
          <a:noFill/>
          <a:ln/>
        </p:spPr>
        <p:txBody>
          <a:bodyPr wrap="square" lIns="0" tIns="0" rIns="0" bIns="0" rtlCol="0" anchor="ctr"/>
          <a:lstStyle/>
          <a:p>
            <a:pPr marL="0" indent="0">
              <a:buNone/>
            </a:pPr>
            <a:r>
              <a:rPr lang="en-US" sz="1200" b="1" dirty="0">
                <a:solidFill>
                  <a:srgbClr val="0F2A47"/>
                </a:solidFill>
                <a:latin typeface="Cambria" pitchFamily="34" charset="0"/>
                <a:ea typeface="Cambria" pitchFamily="34" charset="-122"/>
                <a:cs typeface="Cambria" pitchFamily="34" charset="-120"/>
              </a:rPr>
              <a:t>Schema-spec files</a:t>
            </a:r>
            <a:endParaRPr lang="en-US" sz="1200" dirty="0"/>
          </a:p>
        </p:txBody>
      </p:sp>
      <p:sp>
        <p:nvSpPr>
          <p:cNvPr id="17" name="Text 15"/>
          <p:cNvSpPr/>
          <p:nvPr/>
        </p:nvSpPr>
        <p:spPr>
          <a:xfrm>
            <a:off x="2606040" y="2057400"/>
            <a:ext cx="1783080" cy="274320"/>
          </a:xfrm>
          <a:prstGeom prst="rect">
            <a:avLst/>
          </a:prstGeom>
          <a:noFill/>
          <a:ln/>
        </p:spPr>
        <p:txBody>
          <a:bodyPr wrap="square" lIns="0" tIns="0" rIns="0" bIns="0" rtlCol="0" anchor="ctr"/>
          <a:lstStyle/>
          <a:p>
            <a:pPr marL="0" indent="0">
              <a:buNone/>
            </a:pPr>
            <a:r>
              <a:rPr lang="en-US" sz="900" dirty="0">
                <a:solidFill>
                  <a:srgbClr val="1E293B"/>
                </a:solidFill>
              </a:rPr>
              <a:t>One row = one field</a:t>
            </a:r>
            <a:endParaRPr lang="en-US" sz="900" dirty="0"/>
          </a:p>
        </p:txBody>
      </p:sp>
      <p:sp>
        <p:nvSpPr>
          <p:cNvPr id="18" name="Text 16"/>
          <p:cNvSpPr/>
          <p:nvPr/>
        </p:nvSpPr>
        <p:spPr>
          <a:xfrm>
            <a:off x="2606040" y="2377440"/>
            <a:ext cx="1783080" cy="320040"/>
          </a:xfrm>
          <a:prstGeom prst="rect">
            <a:avLst/>
          </a:prstGeom>
          <a:noFill/>
          <a:ln/>
        </p:spPr>
        <p:txBody>
          <a:bodyPr wrap="square" lIns="0" tIns="0" rIns="0" bIns="0" rtlCol="0" anchor="ctr"/>
          <a:lstStyle/>
          <a:p>
            <a:pPr marL="0" indent="0">
              <a:buNone/>
            </a:pPr>
            <a:r>
              <a:rPr lang="en-US" sz="900" i="1" dirty="0">
                <a:solidFill>
                  <a:srgbClr val="028090"/>
                </a:solidFill>
              </a:rPr>
              <a:t>name, type, description</a:t>
            </a:r>
            <a:endParaRPr lang="en-US" sz="900" dirty="0"/>
          </a:p>
        </p:txBody>
      </p:sp>
      <p:sp>
        <p:nvSpPr>
          <p:cNvPr id="19" name="Shape 17"/>
          <p:cNvSpPr/>
          <p:nvPr/>
        </p:nvSpPr>
        <p:spPr>
          <a:xfrm>
            <a:off x="4617720" y="1417320"/>
            <a:ext cx="2057400" cy="1371600"/>
          </a:xfrm>
          <a:prstGeom prst="rect">
            <a:avLst/>
          </a:prstGeom>
          <a:solidFill>
            <a:srgbClr val="FFFFFF"/>
          </a:solidFill>
          <a:ln w="9525">
            <a:solidFill>
              <a:srgbClr val="D8D3C7"/>
            </a:solidFill>
            <a:prstDash val="solid"/>
          </a:ln>
        </p:spPr>
        <p:txBody>
          <a:bodyPr/>
          <a:lstStyle/>
          <a:p>
            <a:endParaRPr lang="en-US"/>
          </a:p>
        </p:txBody>
      </p:sp>
      <p:sp>
        <p:nvSpPr>
          <p:cNvPr id="20" name="Shape 18"/>
          <p:cNvSpPr/>
          <p:nvPr/>
        </p:nvSpPr>
        <p:spPr>
          <a:xfrm>
            <a:off x="4617720" y="1417320"/>
            <a:ext cx="73152" cy="1371600"/>
          </a:xfrm>
          <a:prstGeom prst="rect">
            <a:avLst/>
          </a:prstGeom>
          <a:solidFill>
            <a:srgbClr val="00A896"/>
          </a:solidFill>
          <a:ln w="12700">
            <a:solidFill>
              <a:srgbClr val="00A896"/>
            </a:solidFill>
            <a:prstDash val="solid"/>
          </a:ln>
        </p:spPr>
        <p:txBody>
          <a:bodyPr/>
          <a:lstStyle/>
          <a:p>
            <a:endParaRPr lang="en-US"/>
          </a:p>
        </p:txBody>
      </p:sp>
      <p:sp>
        <p:nvSpPr>
          <p:cNvPr id="21" name="Text 19"/>
          <p:cNvSpPr/>
          <p:nvPr/>
        </p:nvSpPr>
        <p:spPr>
          <a:xfrm>
            <a:off x="4754880" y="1508760"/>
            <a:ext cx="1783080" cy="228600"/>
          </a:xfrm>
          <a:prstGeom prst="rect">
            <a:avLst/>
          </a:prstGeom>
          <a:noFill/>
          <a:ln/>
        </p:spPr>
        <p:txBody>
          <a:bodyPr wrap="square" lIns="0" tIns="0" rIns="0" bIns="0" rtlCol="0" anchor="ctr"/>
          <a:lstStyle/>
          <a:p>
            <a:pPr marL="0" indent="0">
              <a:buNone/>
            </a:pPr>
            <a:r>
              <a:rPr lang="en-US" sz="1000" b="1" kern="0" spc="200" dirty="0">
                <a:solidFill>
                  <a:srgbClr val="00A896"/>
                </a:solidFill>
              </a:rPr>
              <a:t>03</a:t>
            </a:r>
            <a:endParaRPr lang="en-US" sz="1000" dirty="0"/>
          </a:p>
        </p:txBody>
      </p:sp>
      <p:sp>
        <p:nvSpPr>
          <p:cNvPr id="22" name="Text 20"/>
          <p:cNvSpPr/>
          <p:nvPr/>
        </p:nvSpPr>
        <p:spPr>
          <a:xfrm>
            <a:off x="4754880" y="1737360"/>
            <a:ext cx="1783080" cy="365760"/>
          </a:xfrm>
          <a:prstGeom prst="rect">
            <a:avLst/>
          </a:prstGeom>
          <a:noFill/>
          <a:ln/>
        </p:spPr>
        <p:txBody>
          <a:bodyPr wrap="square" lIns="0" tIns="0" rIns="0" bIns="0" rtlCol="0" anchor="ctr"/>
          <a:lstStyle/>
          <a:p>
            <a:pPr marL="0" indent="0">
              <a:buNone/>
            </a:pPr>
            <a:r>
              <a:rPr lang="en-US" sz="1200" b="1" dirty="0">
                <a:solidFill>
                  <a:srgbClr val="0F2A47"/>
                </a:solidFill>
                <a:latin typeface="Cambria" pitchFamily="34" charset="0"/>
                <a:ea typeface="Cambria" pitchFamily="34" charset="-122"/>
                <a:cs typeface="Cambria" pitchFamily="34" charset="-120"/>
              </a:rPr>
              <a:t>SQL schema snapshots</a:t>
            </a:r>
            <a:endParaRPr lang="en-US" sz="1200" dirty="0"/>
          </a:p>
        </p:txBody>
      </p:sp>
      <p:sp>
        <p:nvSpPr>
          <p:cNvPr id="23" name="Text 21"/>
          <p:cNvSpPr/>
          <p:nvPr/>
        </p:nvSpPr>
        <p:spPr>
          <a:xfrm>
            <a:off x="4754880" y="2057400"/>
            <a:ext cx="1783080" cy="274320"/>
          </a:xfrm>
          <a:prstGeom prst="rect">
            <a:avLst/>
          </a:prstGeom>
          <a:noFill/>
          <a:ln/>
        </p:spPr>
        <p:txBody>
          <a:bodyPr wrap="square" lIns="0" tIns="0" rIns="0" bIns="0" rtlCol="0" anchor="ctr"/>
          <a:lstStyle/>
          <a:p>
            <a:pPr marL="0" indent="0">
              <a:buNone/>
            </a:pPr>
            <a:r>
              <a:rPr lang="en-US" sz="900" dirty="0">
                <a:solidFill>
                  <a:srgbClr val="1E293B"/>
                </a:solidFill>
              </a:rPr>
              <a:t>Optional table selection</a:t>
            </a:r>
            <a:endParaRPr lang="en-US" sz="900" dirty="0"/>
          </a:p>
        </p:txBody>
      </p:sp>
      <p:sp>
        <p:nvSpPr>
          <p:cNvPr id="24" name="Text 22"/>
          <p:cNvSpPr/>
          <p:nvPr/>
        </p:nvSpPr>
        <p:spPr>
          <a:xfrm>
            <a:off x="4754880" y="2377440"/>
            <a:ext cx="1783080" cy="320040"/>
          </a:xfrm>
          <a:prstGeom prst="rect">
            <a:avLst/>
          </a:prstGeom>
          <a:noFill/>
          <a:ln/>
        </p:spPr>
        <p:txBody>
          <a:bodyPr wrap="square" lIns="0" tIns="0" rIns="0" bIns="0" rtlCol="0" anchor="ctr"/>
          <a:lstStyle/>
          <a:p>
            <a:pPr marL="0" indent="0">
              <a:buNone/>
            </a:pPr>
            <a:r>
              <a:rPr lang="en-US" sz="900" i="1" dirty="0">
                <a:solidFill>
                  <a:srgbClr val="028090"/>
                </a:solidFill>
              </a:rPr>
              <a:t>tables, columns, types</a:t>
            </a:r>
            <a:endParaRPr lang="en-US" sz="900" dirty="0"/>
          </a:p>
        </p:txBody>
      </p:sp>
      <p:sp>
        <p:nvSpPr>
          <p:cNvPr id="25" name="Shape 23"/>
          <p:cNvSpPr/>
          <p:nvPr/>
        </p:nvSpPr>
        <p:spPr>
          <a:xfrm>
            <a:off x="6766560" y="1417320"/>
            <a:ext cx="2057400" cy="1371600"/>
          </a:xfrm>
          <a:prstGeom prst="rect">
            <a:avLst/>
          </a:prstGeom>
          <a:solidFill>
            <a:srgbClr val="FFFFFF"/>
          </a:solidFill>
          <a:ln w="9525">
            <a:solidFill>
              <a:srgbClr val="D8D3C7"/>
            </a:solidFill>
            <a:prstDash val="solid"/>
          </a:ln>
        </p:spPr>
        <p:txBody>
          <a:bodyPr/>
          <a:lstStyle/>
          <a:p>
            <a:endParaRPr lang="en-US"/>
          </a:p>
        </p:txBody>
      </p:sp>
      <p:sp>
        <p:nvSpPr>
          <p:cNvPr id="26" name="Shape 24"/>
          <p:cNvSpPr/>
          <p:nvPr/>
        </p:nvSpPr>
        <p:spPr>
          <a:xfrm>
            <a:off x="6766560" y="1417320"/>
            <a:ext cx="73152" cy="1371600"/>
          </a:xfrm>
          <a:prstGeom prst="rect">
            <a:avLst/>
          </a:prstGeom>
          <a:solidFill>
            <a:srgbClr val="00A896"/>
          </a:solidFill>
          <a:ln w="12700">
            <a:solidFill>
              <a:srgbClr val="00A896"/>
            </a:solidFill>
            <a:prstDash val="solid"/>
          </a:ln>
        </p:spPr>
        <p:txBody>
          <a:bodyPr/>
          <a:lstStyle/>
          <a:p>
            <a:endParaRPr lang="en-US"/>
          </a:p>
        </p:txBody>
      </p:sp>
      <p:sp>
        <p:nvSpPr>
          <p:cNvPr id="27" name="Text 25"/>
          <p:cNvSpPr/>
          <p:nvPr/>
        </p:nvSpPr>
        <p:spPr>
          <a:xfrm>
            <a:off x="6903720" y="1508760"/>
            <a:ext cx="1783080" cy="228600"/>
          </a:xfrm>
          <a:prstGeom prst="rect">
            <a:avLst/>
          </a:prstGeom>
          <a:noFill/>
          <a:ln/>
        </p:spPr>
        <p:txBody>
          <a:bodyPr wrap="square" lIns="0" tIns="0" rIns="0" bIns="0" rtlCol="0" anchor="ctr"/>
          <a:lstStyle/>
          <a:p>
            <a:pPr marL="0" indent="0">
              <a:buNone/>
            </a:pPr>
            <a:r>
              <a:rPr lang="en-US" sz="1000" b="1" kern="0" spc="200" dirty="0">
                <a:solidFill>
                  <a:srgbClr val="00A896"/>
                </a:solidFill>
              </a:rPr>
              <a:t>04</a:t>
            </a:r>
            <a:endParaRPr lang="en-US" sz="1000" dirty="0"/>
          </a:p>
        </p:txBody>
      </p:sp>
      <p:sp>
        <p:nvSpPr>
          <p:cNvPr id="28" name="Text 26"/>
          <p:cNvSpPr/>
          <p:nvPr/>
        </p:nvSpPr>
        <p:spPr>
          <a:xfrm>
            <a:off x="6903720" y="1737360"/>
            <a:ext cx="1783080" cy="365760"/>
          </a:xfrm>
          <a:prstGeom prst="rect">
            <a:avLst/>
          </a:prstGeom>
          <a:noFill/>
          <a:ln/>
        </p:spPr>
        <p:txBody>
          <a:bodyPr wrap="square" lIns="0" tIns="0" rIns="0" bIns="0" rtlCol="0" anchor="ctr"/>
          <a:lstStyle/>
          <a:p>
            <a:pPr marL="0" indent="0">
              <a:buNone/>
            </a:pPr>
            <a:r>
              <a:rPr lang="en-US" sz="1200" b="1" dirty="0">
                <a:solidFill>
                  <a:srgbClr val="0F2A47"/>
                </a:solidFill>
                <a:latin typeface="Cambria" pitchFamily="34" charset="0"/>
                <a:ea typeface="Cambria" pitchFamily="34" charset="-122"/>
                <a:cs typeface="Cambria" pitchFamily="34" charset="-120"/>
              </a:rPr>
              <a:t>Source-only mode</a:t>
            </a:r>
            <a:endParaRPr lang="en-US" sz="1200" dirty="0"/>
          </a:p>
        </p:txBody>
      </p:sp>
      <p:sp>
        <p:nvSpPr>
          <p:cNvPr id="29" name="Text 27"/>
          <p:cNvSpPr/>
          <p:nvPr/>
        </p:nvSpPr>
        <p:spPr>
          <a:xfrm>
            <a:off x="6903720" y="2057400"/>
            <a:ext cx="1783080" cy="274320"/>
          </a:xfrm>
          <a:prstGeom prst="rect">
            <a:avLst/>
          </a:prstGeom>
          <a:noFill/>
          <a:ln/>
        </p:spPr>
        <p:txBody>
          <a:bodyPr wrap="square" lIns="0" tIns="0" rIns="0" bIns="0" rtlCol="0" anchor="ctr"/>
          <a:lstStyle/>
          <a:p>
            <a:pPr marL="0" indent="0">
              <a:buNone/>
            </a:pPr>
            <a:r>
              <a:rPr lang="en-US" sz="900" dirty="0">
                <a:solidFill>
                  <a:srgbClr val="1E293B"/>
                </a:solidFill>
              </a:rPr>
              <a:t>No target available yet</a:t>
            </a:r>
            <a:endParaRPr lang="en-US" sz="900" dirty="0"/>
          </a:p>
        </p:txBody>
      </p:sp>
      <p:sp>
        <p:nvSpPr>
          <p:cNvPr id="30" name="Text 28"/>
          <p:cNvSpPr/>
          <p:nvPr/>
        </p:nvSpPr>
        <p:spPr>
          <a:xfrm>
            <a:off x="6903720" y="2377440"/>
            <a:ext cx="1783080" cy="320040"/>
          </a:xfrm>
          <a:prstGeom prst="rect">
            <a:avLst/>
          </a:prstGeom>
          <a:noFill/>
          <a:ln/>
        </p:spPr>
        <p:txBody>
          <a:bodyPr wrap="square" lIns="0" tIns="0" rIns="0" bIns="0" rtlCol="0" anchor="ctr"/>
          <a:lstStyle/>
          <a:p>
            <a:pPr marL="0" indent="0">
              <a:buNone/>
            </a:pPr>
            <a:r>
              <a:rPr lang="en-US" sz="900" i="1" dirty="0">
                <a:solidFill>
                  <a:srgbClr val="028090"/>
                </a:solidFill>
              </a:rPr>
              <a:t>concept-first mapping</a:t>
            </a:r>
            <a:endParaRPr lang="en-US" sz="900" dirty="0"/>
          </a:p>
        </p:txBody>
      </p:sp>
      <p:sp>
        <p:nvSpPr>
          <p:cNvPr id="31" name="Shape 29"/>
          <p:cNvSpPr/>
          <p:nvPr/>
        </p:nvSpPr>
        <p:spPr>
          <a:xfrm>
            <a:off x="1348740" y="2834640"/>
            <a:ext cx="0" cy="365760"/>
          </a:xfrm>
          <a:prstGeom prst="line">
            <a:avLst/>
          </a:prstGeom>
          <a:noFill/>
          <a:ln w="19050">
            <a:solidFill>
              <a:srgbClr val="0F2A47"/>
            </a:solidFill>
            <a:prstDash val="solid"/>
            <a:tailEnd type="triangle"/>
          </a:ln>
        </p:spPr>
        <p:txBody>
          <a:bodyPr/>
          <a:lstStyle/>
          <a:p>
            <a:endParaRPr lang="en-US"/>
          </a:p>
        </p:txBody>
      </p:sp>
      <p:sp>
        <p:nvSpPr>
          <p:cNvPr id="32" name="Shape 30"/>
          <p:cNvSpPr/>
          <p:nvPr/>
        </p:nvSpPr>
        <p:spPr>
          <a:xfrm>
            <a:off x="3497580" y="2834640"/>
            <a:ext cx="0" cy="365760"/>
          </a:xfrm>
          <a:prstGeom prst="line">
            <a:avLst/>
          </a:prstGeom>
          <a:noFill/>
          <a:ln w="19050">
            <a:solidFill>
              <a:srgbClr val="0F2A47"/>
            </a:solidFill>
            <a:prstDash val="solid"/>
            <a:tailEnd type="triangle"/>
          </a:ln>
        </p:spPr>
        <p:txBody>
          <a:bodyPr/>
          <a:lstStyle/>
          <a:p>
            <a:endParaRPr lang="en-US"/>
          </a:p>
        </p:txBody>
      </p:sp>
      <p:sp>
        <p:nvSpPr>
          <p:cNvPr id="33" name="Shape 31"/>
          <p:cNvSpPr/>
          <p:nvPr/>
        </p:nvSpPr>
        <p:spPr>
          <a:xfrm>
            <a:off x="5646420" y="2834640"/>
            <a:ext cx="0" cy="365760"/>
          </a:xfrm>
          <a:prstGeom prst="line">
            <a:avLst/>
          </a:prstGeom>
          <a:noFill/>
          <a:ln w="19050">
            <a:solidFill>
              <a:srgbClr val="0F2A47"/>
            </a:solidFill>
            <a:prstDash val="solid"/>
            <a:tailEnd type="triangle"/>
          </a:ln>
        </p:spPr>
        <p:txBody>
          <a:bodyPr/>
          <a:lstStyle/>
          <a:p>
            <a:endParaRPr lang="en-US"/>
          </a:p>
        </p:txBody>
      </p:sp>
      <p:sp>
        <p:nvSpPr>
          <p:cNvPr id="34" name="Shape 32"/>
          <p:cNvSpPr/>
          <p:nvPr/>
        </p:nvSpPr>
        <p:spPr>
          <a:xfrm>
            <a:off x="7795260" y="2834640"/>
            <a:ext cx="0" cy="365760"/>
          </a:xfrm>
          <a:prstGeom prst="line">
            <a:avLst/>
          </a:prstGeom>
          <a:noFill/>
          <a:ln w="19050">
            <a:solidFill>
              <a:srgbClr val="0F2A47"/>
            </a:solidFill>
            <a:prstDash val="solid"/>
            <a:tailEnd type="triangle"/>
          </a:ln>
        </p:spPr>
        <p:txBody>
          <a:bodyPr/>
          <a:lstStyle/>
          <a:p>
            <a:endParaRPr lang="en-US"/>
          </a:p>
        </p:txBody>
      </p:sp>
      <p:sp>
        <p:nvSpPr>
          <p:cNvPr id="35" name="Shape 33"/>
          <p:cNvSpPr/>
          <p:nvPr/>
        </p:nvSpPr>
        <p:spPr>
          <a:xfrm>
            <a:off x="2743200" y="3337560"/>
            <a:ext cx="3657600" cy="502920"/>
          </a:xfrm>
          <a:prstGeom prst="rect">
            <a:avLst/>
          </a:prstGeom>
          <a:solidFill>
            <a:srgbClr val="0F2A47"/>
          </a:solidFill>
          <a:ln w="12700">
            <a:solidFill>
              <a:srgbClr val="0F2A47"/>
            </a:solidFill>
            <a:prstDash val="solid"/>
          </a:ln>
        </p:spPr>
        <p:txBody>
          <a:bodyPr/>
          <a:lstStyle/>
          <a:p>
            <a:endParaRPr lang="en-US"/>
          </a:p>
        </p:txBody>
      </p:sp>
      <p:sp>
        <p:nvSpPr>
          <p:cNvPr id="36" name="Text 34"/>
          <p:cNvSpPr/>
          <p:nvPr/>
        </p:nvSpPr>
        <p:spPr>
          <a:xfrm>
            <a:off x="2743200" y="3337560"/>
            <a:ext cx="3657600" cy="502920"/>
          </a:xfrm>
          <a:prstGeom prst="rect">
            <a:avLst/>
          </a:prstGeom>
          <a:noFill/>
          <a:ln/>
        </p:spPr>
        <p:txBody>
          <a:bodyPr wrap="square" lIns="0" tIns="0" rIns="0" bIns="0" rtlCol="0" anchor="ctr"/>
          <a:lstStyle/>
          <a:p>
            <a:pPr marL="0" indent="0" algn="ctr">
              <a:buNone/>
            </a:pPr>
            <a:r>
              <a:rPr lang="en-US" sz="1600" b="1" dirty="0">
                <a:solidFill>
                  <a:srgbClr val="00A896"/>
                </a:solidFill>
                <a:latin typeface="Cambria" pitchFamily="34" charset="0"/>
                <a:ea typeface="Cambria" pitchFamily="34" charset="-122"/>
                <a:cs typeface="Cambria" pitchFamily="34" charset="-120"/>
              </a:rPr>
              <a:t>SchemaProfile</a:t>
            </a:r>
            <a:endParaRPr lang="en-US" sz="1600" dirty="0"/>
          </a:p>
        </p:txBody>
      </p:sp>
      <p:sp>
        <p:nvSpPr>
          <p:cNvPr id="37" name="Shape 35"/>
          <p:cNvSpPr/>
          <p:nvPr/>
        </p:nvSpPr>
        <p:spPr>
          <a:xfrm>
            <a:off x="457200" y="4114800"/>
            <a:ext cx="8229600" cy="502920"/>
          </a:xfrm>
          <a:prstGeom prst="rect">
            <a:avLst/>
          </a:prstGeom>
          <a:solidFill>
            <a:srgbClr val="081A2E"/>
          </a:solidFill>
          <a:ln w="12700">
            <a:solidFill>
              <a:srgbClr val="081A2E"/>
            </a:solidFill>
            <a:prstDash val="solid"/>
          </a:ln>
        </p:spPr>
        <p:txBody>
          <a:bodyPr/>
          <a:lstStyle/>
          <a:p>
            <a:endParaRPr lang="en-US"/>
          </a:p>
        </p:txBody>
      </p:sp>
      <p:sp>
        <p:nvSpPr>
          <p:cNvPr id="38" name="Text 36"/>
          <p:cNvSpPr/>
          <p:nvPr/>
        </p:nvSpPr>
        <p:spPr>
          <a:xfrm>
            <a:off x="640080" y="4114800"/>
            <a:ext cx="7863840" cy="502920"/>
          </a:xfrm>
          <a:prstGeom prst="rect">
            <a:avLst/>
          </a:prstGeom>
          <a:noFill/>
          <a:ln/>
        </p:spPr>
        <p:txBody>
          <a:bodyPr wrap="square" lIns="0" tIns="0" rIns="0" bIns="0" rtlCol="0" anchor="ctr"/>
          <a:lstStyle/>
          <a:p>
            <a:pPr marL="0" indent="0" algn="ctr">
              <a:buNone/>
            </a:pPr>
            <a:r>
              <a:rPr lang="en-US" sz="1100" i="1" dirty="0">
                <a:solidFill>
                  <a:srgbClr val="FFFFFF"/>
                </a:solidFill>
              </a:rPr>
              <a:t>All input shapes normalize into one schema-understanding layer — the engine doesn't care whether you started with row data, a schema spec, or a SQL snapshot.</a:t>
            </a:r>
            <a:endParaRPr lang="en-US" sz="1100" dirty="0"/>
          </a:p>
        </p:txBody>
      </p:sp>
      <p:sp>
        <p:nvSpPr>
          <p:cNvPr id="39" name="Shape 37"/>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40" name="Text 38"/>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41" name="Text 39"/>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dirty="0">
                <a:solidFill>
                  <a:srgbClr val="FFFFFF"/>
                </a:solidFill>
              </a:rPr>
              <a:t>20 / 38</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Multi-Signal Scoring — Signals and How to Read Them</a:t>
            </a:r>
            <a:endParaRPr lang="en-US" sz="22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Appendix · Every score is the sum of explicit, readable signals</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457200" y="1417320"/>
            <a:ext cx="8229600" cy="402336"/>
          </a:xfrm>
          <a:prstGeom prst="rect">
            <a:avLst/>
          </a:prstGeom>
          <a:solidFill>
            <a:srgbClr val="FFFFFF"/>
          </a:solidFill>
          <a:ln w="6350">
            <a:solidFill>
              <a:srgbClr val="D8D3C7"/>
            </a:solidFill>
            <a:prstDash val="solid"/>
          </a:ln>
        </p:spPr>
        <p:txBody>
          <a:bodyPr/>
          <a:lstStyle/>
          <a:p>
            <a:endParaRPr lang="en-US"/>
          </a:p>
        </p:txBody>
      </p:sp>
      <p:sp>
        <p:nvSpPr>
          <p:cNvPr id="8" name="Shape 6"/>
          <p:cNvSpPr/>
          <p:nvPr/>
        </p:nvSpPr>
        <p:spPr>
          <a:xfrm>
            <a:off x="457200" y="1417320"/>
            <a:ext cx="73152" cy="402336"/>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685800" y="1417320"/>
            <a:ext cx="2377440" cy="402336"/>
          </a:xfrm>
          <a:prstGeom prst="rect">
            <a:avLst/>
          </a:prstGeom>
          <a:noFill/>
          <a:ln/>
        </p:spPr>
        <p:txBody>
          <a:bodyPr wrap="square" lIns="0" tIns="0" rIns="0" bIns="0" rtlCol="0" anchor="ctr"/>
          <a:lstStyle/>
          <a:p>
            <a:pPr marL="0" indent="0">
              <a:buNone/>
            </a:pPr>
            <a:r>
              <a:rPr lang="en-US" sz="1200" b="1" dirty="0">
                <a:solidFill>
                  <a:srgbClr val="0F2A47"/>
                </a:solidFill>
              </a:rPr>
              <a:t>Lexical</a:t>
            </a:r>
            <a:endParaRPr lang="en-US" sz="1200" dirty="0"/>
          </a:p>
        </p:txBody>
      </p:sp>
      <p:sp>
        <p:nvSpPr>
          <p:cNvPr id="10" name="Text 8"/>
          <p:cNvSpPr/>
          <p:nvPr/>
        </p:nvSpPr>
        <p:spPr>
          <a:xfrm>
            <a:off x="3154680" y="1417320"/>
            <a:ext cx="5486400" cy="402336"/>
          </a:xfrm>
          <a:prstGeom prst="rect">
            <a:avLst/>
          </a:prstGeom>
          <a:noFill/>
          <a:ln/>
        </p:spPr>
        <p:txBody>
          <a:bodyPr wrap="square" lIns="0" tIns="0" rIns="0" bIns="0" rtlCol="0" anchor="ctr"/>
          <a:lstStyle/>
          <a:p>
            <a:pPr marL="0" indent="0">
              <a:buNone/>
            </a:pPr>
            <a:r>
              <a:rPr lang="en-US" sz="1100" dirty="0">
                <a:solidFill>
                  <a:srgbClr val="1E293B"/>
                </a:solidFill>
              </a:rPr>
              <a:t>Field names or aliases look similar</a:t>
            </a:r>
            <a:endParaRPr lang="en-US" sz="1100" dirty="0"/>
          </a:p>
        </p:txBody>
      </p:sp>
      <p:sp>
        <p:nvSpPr>
          <p:cNvPr id="11" name="Shape 9"/>
          <p:cNvSpPr/>
          <p:nvPr/>
        </p:nvSpPr>
        <p:spPr>
          <a:xfrm>
            <a:off x="457200" y="1874520"/>
            <a:ext cx="8229600" cy="402336"/>
          </a:xfrm>
          <a:prstGeom prst="rect">
            <a:avLst/>
          </a:prstGeom>
          <a:solidFill>
            <a:srgbClr val="FAF7F0"/>
          </a:solidFill>
          <a:ln w="6350">
            <a:solidFill>
              <a:srgbClr val="D8D3C7"/>
            </a:solidFill>
            <a:prstDash val="solid"/>
          </a:ln>
        </p:spPr>
        <p:txBody>
          <a:bodyPr/>
          <a:lstStyle/>
          <a:p>
            <a:endParaRPr lang="en-US"/>
          </a:p>
        </p:txBody>
      </p:sp>
      <p:sp>
        <p:nvSpPr>
          <p:cNvPr id="12" name="Shape 10"/>
          <p:cNvSpPr/>
          <p:nvPr/>
        </p:nvSpPr>
        <p:spPr>
          <a:xfrm>
            <a:off x="457200" y="1874520"/>
            <a:ext cx="73152" cy="402336"/>
          </a:xfrm>
          <a:prstGeom prst="rect">
            <a:avLst/>
          </a:prstGeom>
          <a:solidFill>
            <a:srgbClr val="00A896"/>
          </a:solidFill>
          <a:ln w="12700">
            <a:solidFill>
              <a:srgbClr val="00A896"/>
            </a:solidFill>
            <a:prstDash val="solid"/>
          </a:ln>
        </p:spPr>
        <p:txBody>
          <a:bodyPr/>
          <a:lstStyle/>
          <a:p>
            <a:endParaRPr lang="en-US"/>
          </a:p>
        </p:txBody>
      </p:sp>
      <p:sp>
        <p:nvSpPr>
          <p:cNvPr id="13" name="Text 11"/>
          <p:cNvSpPr/>
          <p:nvPr/>
        </p:nvSpPr>
        <p:spPr>
          <a:xfrm>
            <a:off x="685800" y="1874520"/>
            <a:ext cx="2377440" cy="402336"/>
          </a:xfrm>
          <a:prstGeom prst="rect">
            <a:avLst/>
          </a:prstGeom>
          <a:noFill/>
          <a:ln/>
        </p:spPr>
        <p:txBody>
          <a:bodyPr wrap="square" lIns="0" tIns="0" rIns="0" bIns="0" rtlCol="0" anchor="ctr"/>
          <a:lstStyle/>
          <a:p>
            <a:pPr marL="0" indent="0">
              <a:buNone/>
            </a:pPr>
            <a:r>
              <a:rPr lang="en-US" sz="1200" b="1" dirty="0">
                <a:solidFill>
                  <a:srgbClr val="0F2A47"/>
                </a:solidFill>
              </a:rPr>
              <a:t>Semantic</a:t>
            </a:r>
            <a:endParaRPr lang="en-US" sz="1200" dirty="0"/>
          </a:p>
        </p:txBody>
      </p:sp>
      <p:sp>
        <p:nvSpPr>
          <p:cNvPr id="14" name="Text 12"/>
          <p:cNvSpPr/>
          <p:nvPr/>
        </p:nvSpPr>
        <p:spPr>
          <a:xfrm>
            <a:off x="3154680" y="1874520"/>
            <a:ext cx="5486400" cy="402336"/>
          </a:xfrm>
          <a:prstGeom prst="rect">
            <a:avLst/>
          </a:prstGeom>
          <a:noFill/>
          <a:ln/>
        </p:spPr>
        <p:txBody>
          <a:bodyPr wrap="square" lIns="0" tIns="0" rIns="0" bIns="0" rtlCol="0" anchor="ctr"/>
          <a:lstStyle/>
          <a:p>
            <a:pPr marL="0" indent="0">
              <a:buNone/>
            </a:pPr>
            <a:r>
              <a:rPr lang="en-US" sz="1100" dirty="0">
                <a:solidFill>
                  <a:srgbClr val="1E293B"/>
                </a:solidFill>
              </a:rPr>
              <a:t>Business meaning is close even if names differ</a:t>
            </a:r>
            <a:endParaRPr lang="en-US" sz="1100" dirty="0"/>
          </a:p>
        </p:txBody>
      </p:sp>
      <p:sp>
        <p:nvSpPr>
          <p:cNvPr id="15" name="Shape 13"/>
          <p:cNvSpPr/>
          <p:nvPr/>
        </p:nvSpPr>
        <p:spPr>
          <a:xfrm>
            <a:off x="457200" y="2331720"/>
            <a:ext cx="8229600" cy="402336"/>
          </a:xfrm>
          <a:prstGeom prst="rect">
            <a:avLst/>
          </a:prstGeom>
          <a:solidFill>
            <a:srgbClr val="FFFFFF"/>
          </a:solidFill>
          <a:ln w="6350">
            <a:solidFill>
              <a:srgbClr val="D8D3C7"/>
            </a:solidFill>
            <a:prstDash val="solid"/>
          </a:ln>
        </p:spPr>
        <p:txBody>
          <a:bodyPr/>
          <a:lstStyle/>
          <a:p>
            <a:endParaRPr lang="en-US"/>
          </a:p>
        </p:txBody>
      </p:sp>
      <p:sp>
        <p:nvSpPr>
          <p:cNvPr id="16" name="Shape 14"/>
          <p:cNvSpPr/>
          <p:nvPr/>
        </p:nvSpPr>
        <p:spPr>
          <a:xfrm>
            <a:off x="457200" y="2331720"/>
            <a:ext cx="73152" cy="402336"/>
          </a:xfrm>
          <a:prstGeom prst="rect">
            <a:avLst/>
          </a:prstGeom>
          <a:solidFill>
            <a:srgbClr val="00A896"/>
          </a:solidFill>
          <a:ln w="12700">
            <a:solidFill>
              <a:srgbClr val="00A896"/>
            </a:solidFill>
            <a:prstDash val="solid"/>
          </a:ln>
        </p:spPr>
        <p:txBody>
          <a:bodyPr/>
          <a:lstStyle/>
          <a:p>
            <a:endParaRPr lang="en-US"/>
          </a:p>
        </p:txBody>
      </p:sp>
      <p:sp>
        <p:nvSpPr>
          <p:cNvPr id="17" name="Text 15"/>
          <p:cNvSpPr/>
          <p:nvPr/>
        </p:nvSpPr>
        <p:spPr>
          <a:xfrm>
            <a:off x="685800" y="2331720"/>
            <a:ext cx="2377440" cy="402336"/>
          </a:xfrm>
          <a:prstGeom prst="rect">
            <a:avLst/>
          </a:prstGeom>
          <a:noFill/>
          <a:ln/>
        </p:spPr>
        <p:txBody>
          <a:bodyPr wrap="square" lIns="0" tIns="0" rIns="0" bIns="0" rtlCol="0" anchor="ctr"/>
          <a:lstStyle/>
          <a:p>
            <a:pPr marL="0" indent="0">
              <a:buNone/>
            </a:pPr>
            <a:r>
              <a:rPr lang="en-US" sz="1200" b="1" dirty="0">
                <a:solidFill>
                  <a:srgbClr val="0F2A47"/>
                </a:solidFill>
              </a:rPr>
              <a:t>Knowledge</a:t>
            </a:r>
            <a:endParaRPr lang="en-US" sz="1200" dirty="0"/>
          </a:p>
        </p:txBody>
      </p:sp>
      <p:sp>
        <p:nvSpPr>
          <p:cNvPr id="18" name="Text 16"/>
          <p:cNvSpPr/>
          <p:nvPr/>
        </p:nvSpPr>
        <p:spPr>
          <a:xfrm>
            <a:off x="3154680" y="2331720"/>
            <a:ext cx="5486400" cy="402336"/>
          </a:xfrm>
          <a:prstGeom prst="rect">
            <a:avLst/>
          </a:prstGeom>
          <a:noFill/>
          <a:ln/>
        </p:spPr>
        <p:txBody>
          <a:bodyPr wrap="square" lIns="0" tIns="0" rIns="0" bIns="0" rtlCol="0" anchor="ctr"/>
          <a:lstStyle/>
          <a:p>
            <a:pPr marL="0" indent="0">
              <a:buNone/>
            </a:pPr>
            <a:r>
              <a:rPr lang="en-US" sz="1100" dirty="0">
                <a:solidFill>
                  <a:srgbClr val="1E293B"/>
                </a:solidFill>
              </a:rPr>
              <a:t>Metadata dictionary or overlay supports the match</a:t>
            </a:r>
            <a:endParaRPr lang="en-US" sz="1100" dirty="0"/>
          </a:p>
        </p:txBody>
      </p:sp>
      <p:sp>
        <p:nvSpPr>
          <p:cNvPr id="19" name="Shape 17"/>
          <p:cNvSpPr/>
          <p:nvPr/>
        </p:nvSpPr>
        <p:spPr>
          <a:xfrm>
            <a:off x="457200" y="2788920"/>
            <a:ext cx="8229600" cy="402336"/>
          </a:xfrm>
          <a:prstGeom prst="rect">
            <a:avLst/>
          </a:prstGeom>
          <a:solidFill>
            <a:srgbClr val="FAF7F0"/>
          </a:solidFill>
          <a:ln w="6350">
            <a:solidFill>
              <a:srgbClr val="D8D3C7"/>
            </a:solidFill>
            <a:prstDash val="solid"/>
          </a:ln>
        </p:spPr>
        <p:txBody>
          <a:bodyPr/>
          <a:lstStyle/>
          <a:p>
            <a:endParaRPr lang="en-US"/>
          </a:p>
        </p:txBody>
      </p:sp>
      <p:sp>
        <p:nvSpPr>
          <p:cNvPr id="20" name="Shape 18"/>
          <p:cNvSpPr/>
          <p:nvPr/>
        </p:nvSpPr>
        <p:spPr>
          <a:xfrm>
            <a:off x="457200" y="2788920"/>
            <a:ext cx="73152" cy="402336"/>
          </a:xfrm>
          <a:prstGeom prst="rect">
            <a:avLst/>
          </a:prstGeom>
          <a:solidFill>
            <a:srgbClr val="00A896"/>
          </a:solidFill>
          <a:ln w="12700">
            <a:solidFill>
              <a:srgbClr val="00A896"/>
            </a:solidFill>
            <a:prstDash val="solid"/>
          </a:ln>
        </p:spPr>
        <p:txBody>
          <a:bodyPr/>
          <a:lstStyle/>
          <a:p>
            <a:endParaRPr lang="en-US"/>
          </a:p>
        </p:txBody>
      </p:sp>
      <p:sp>
        <p:nvSpPr>
          <p:cNvPr id="21" name="Text 19"/>
          <p:cNvSpPr/>
          <p:nvPr/>
        </p:nvSpPr>
        <p:spPr>
          <a:xfrm>
            <a:off x="685800" y="2788920"/>
            <a:ext cx="2377440" cy="402336"/>
          </a:xfrm>
          <a:prstGeom prst="rect">
            <a:avLst/>
          </a:prstGeom>
          <a:noFill/>
          <a:ln/>
        </p:spPr>
        <p:txBody>
          <a:bodyPr wrap="square" lIns="0" tIns="0" rIns="0" bIns="0" rtlCol="0" anchor="ctr"/>
          <a:lstStyle/>
          <a:p>
            <a:pPr marL="0" indent="0">
              <a:buNone/>
            </a:pPr>
            <a:r>
              <a:rPr lang="en-US" sz="1200" b="1" dirty="0">
                <a:solidFill>
                  <a:srgbClr val="0F2A47"/>
                </a:solidFill>
              </a:rPr>
              <a:t>Canonical</a:t>
            </a:r>
            <a:endParaRPr lang="en-US" sz="1200" dirty="0"/>
          </a:p>
        </p:txBody>
      </p:sp>
      <p:sp>
        <p:nvSpPr>
          <p:cNvPr id="22" name="Text 20"/>
          <p:cNvSpPr/>
          <p:nvPr/>
        </p:nvSpPr>
        <p:spPr>
          <a:xfrm>
            <a:off x="3154680" y="2788920"/>
            <a:ext cx="5486400" cy="402336"/>
          </a:xfrm>
          <a:prstGeom prst="rect">
            <a:avLst/>
          </a:prstGeom>
          <a:noFill/>
          <a:ln/>
        </p:spPr>
        <p:txBody>
          <a:bodyPr wrap="square" lIns="0" tIns="0" rIns="0" bIns="0" rtlCol="0" anchor="ctr"/>
          <a:lstStyle/>
          <a:p>
            <a:pPr marL="0" indent="0">
              <a:buNone/>
            </a:pPr>
            <a:r>
              <a:rPr lang="en-US" sz="1100" dirty="0">
                <a:solidFill>
                  <a:srgbClr val="1E293B"/>
                </a:solidFill>
              </a:rPr>
              <a:t>Both fields align to the same business concept</a:t>
            </a:r>
            <a:endParaRPr lang="en-US" sz="1100" dirty="0"/>
          </a:p>
        </p:txBody>
      </p:sp>
      <p:sp>
        <p:nvSpPr>
          <p:cNvPr id="23" name="Shape 21"/>
          <p:cNvSpPr/>
          <p:nvPr/>
        </p:nvSpPr>
        <p:spPr>
          <a:xfrm>
            <a:off x="457200" y="3246120"/>
            <a:ext cx="8229600" cy="402336"/>
          </a:xfrm>
          <a:prstGeom prst="rect">
            <a:avLst/>
          </a:prstGeom>
          <a:solidFill>
            <a:srgbClr val="FFFFFF"/>
          </a:solidFill>
          <a:ln w="6350">
            <a:solidFill>
              <a:srgbClr val="D8D3C7"/>
            </a:solidFill>
            <a:prstDash val="solid"/>
          </a:ln>
        </p:spPr>
        <p:txBody>
          <a:bodyPr/>
          <a:lstStyle/>
          <a:p>
            <a:endParaRPr lang="en-US"/>
          </a:p>
        </p:txBody>
      </p:sp>
      <p:sp>
        <p:nvSpPr>
          <p:cNvPr id="24" name="Shape 22"/>
          <p:cNvSpPr/>
          <p:nvPr/>
        </p:nvSpPr>
        <p:spPr>
          <a:xfrm>
            <a:off x="457200" y="3246120"/>
            <a:ext cx="73152" cy="402336"/>
          </a:xfrm>
          <a:prstGeom prst="rect">
            <a:avLst/>
          </a:prstGeom>
          <a:solidFill>
            <a:srgbClr val="00A896"/>
          </a:solidFill>
          <a:ln w="12700">
            <a:solidFill>
              <a:srgbClr val="00A896"/>
            </a:solidFill>
            <a:prstDash val="solid"/>
          </a:ln>
        </p:spPr>
        <p:txBody>
          <a:bodyPr/>
          <a:lstStyle/>
          <a:p>
            <a:endParaRPr lang="en-US"/>
          </a:p>
        </p:txBody>
      </p:sp>
      <p:sp>
        <p:nvSpPr>
          <p:cNvPr id="25" name="Text 23"/>
          <p:cNvSpPr/>
          <p:nvPr/>
        </p:nvSpPr>
        <p:spPr>
          <a:xfrm>
            <a:off x="685800" y="3246120"/>
            <a:ext cx="2377440" cy="402336"/>
          </a:xfrm>
          <a:prstGeom prst="rect">
            <a:avLst/>
          </a:prstGeom>
          <a:noFill/>
          <a:ln/>
        </p:spPr>
        <p:txBody>
          <a:bodyPr wrap="square" lIns="0" tIns="0" rIns="0" bIns="0" rtlCol="0" anchor="ctr"/>
          <a:lstStyle/>
          <a:p>
            <a:pPr marL="0" indent="0">
              <a:buNone/>
            </a:pPr>
            <a:r>
              <a:rPr lang="en-US" sz="1200" b="1" dirty="0">
                <a:solidFill>
                  <a:srgbClr val="0F2A47"/>
                </a:solidFill>
              </a:rPr>
              <a:t>Pattern / Statistical</a:t>
            </a:r>
            <a:endParaRPr lang="en-US" sz="1200" dirty="0"/>
          </a:p>
        </p:txBody>
      </p:sp>
      <p:sp>
        <p:nvSpPr>
          <p:cNvPr id="26" name="Text 24"/>
          <p:cNvSpPr/>
          <p:nvPr/>
        </p:nvSpPr>
        <p:spPr>
          <a:xfrm>
            <a:off x="3154680" y="3246120"/>
            <a:ext cx="5486400" cy="402336"/>
          </a:xfrm>
          <a:prstGeom prst="rect">
            <a:avLst/>
          </a:prstGeom>
          <a:noFill/>
          <a:ln/>
        </p:spPr>
        <p:txBody>
          <a:bodyPr wrap="square" lIns="0" tIns="0" rIns="0" bIns="0" rtlCol="0" anchor="ctr"/>
          <a:lstStyle/>
          <a:p>
            <a:pPr marL="0" indent="0">
              <a:buNone/>
            </a:pPr>
            <a:r>
              <a:rPr lang="en-US" sz="1100" dirty="0">
                <a:solidFill>
                  <a:srgbClr val="1E293B"/>
                </a:solidFill>
              </a:rPr>
              <a:t>Data shape and behavior are compatible</a:t>
            </a:r>
            <a:endParaRPr lang="en-US" sz="1100" dirty="0"/>
          </a:p>
        </p:txBody>
      </p:sp>
      <p:sp>
        <p:nvSpPr>
          <p:cNvPr id="27" name="Shape 25"/>
          <p:cNvSpPr/>
          <p:nvPr/>
        </p:nvSpPr>
        <p:spPr>
          <a:xfrm>
            <a:off x="457200" y="3703320"/>
            <a:ext cx="8229600" cy="402336"/>
          </a:xfrm>
          <a:prstGeom prst="rect">
            <a:avLst/>
          </a:prstGeom>
          <a:solidFill>
            <a:srgbClr val="FAF7F0"/>
          </a:solidFill>
          <a:ln w="6350">
            <a:solidFill>
              <a:srgbClr val="D8D3C7"/>
            </a:solidFill>
            <a:prstDash val="solid"/>
          </a:ln>
        </p:spPr>
        <p:txBody>
          <a:bodyPr/>
          <a:lstStyle/>
          <a:p>
            <a:endParaRPr lang="en-US"/>
          </a:p>
        </p:txBody>
      </p:sp>
      <p:sp>
        <p:nvSpPr>
          <p:cNvPr id="28" name="Shape 26"/>
          <p:cNvSpPr/>
          <p:nvPr/>
        </p:nvSpPr>
        <p:spPr>
          <a:xfrm>
            <a:off x="457200" y="3703320"/>
            <a:ext cx="73152" cy="402336"/>
          </a:xfrm>
          <a:prstGeom prst="rect">
            <a:avLst/>
          </a:prstGeom>
          <a:solidFill>
            <a:srgbClr val="00A896"/>
          </a:solidFill>
          <a:ln w="12700">
            <a:solidFill>
              <a:srgbClr val="00A896"/>
            </a:solidFill>
            <a:prstDash val="solid"/>
          </a:ln>
        </p:spPr>
        <p:txBody>
          <a:bodyPr/>
          <a:lstStyle/>
          <a:p>
            <a:endParaRPr lang="en-US"/>
          </a:p>
        </p:txBody>
      </p:sp>
      <p:sp>
        <p:nvSpPr>
          <p:cNvPr id="29" name="Text 27"/>
          <p:cNvSpPr/>
          <p:nvPr/>
        </p:nvSpPr>
        <p:spPr>
          <a:xfrm>
            <a:off x="685800" y="3703320"/>
            <a:ext cx="2377440" cy="402336"/>
          </a:xfrm>
          <a:prstGeom prst="rect">
            <a:avLst/>
          </a:prstGeom>
          <a:noFill/>
          <a:ln/>
        </p:spPr>
        <p:txBody>
          <a:bodyPr wrap="square" lIns="0" tIns="0" rIns="0" bIns="0" rtlCol="0" anchor="ctr"/>
          <a:lstStyle/>
          <a:p>
            <a:pPr marL="0" indent="0">
              <a:buNone/>
            </a:pPr>
            <a:r>
              <a:rPr lang="en-US" sz="1200" b="1" dirty="0">
                <a:solidFill>
                  <a:srgbClr val="0F2A47"/>
                </a:solidFill>
              </a:rPr>
              <a:t>History (corrections)</a:t>
            </a:r>
            <a:endParaRPr lang="en-US" sz="1200" dirty="0"/>
          </a:p>
        </p:txBody>
      </p:sp>
      <p:sp>
        <p:nvSpPr>
          <p:cNvPr id="30" name="Text 28"/>
          <p:cNvSpPr/>
          <p:nvPr/>
        </p:nvSpPr>
        <p:spPr>
          <a:xfrm>
            <a:off x="3154680" y="3703320"/>
            <a:ext cx="5486400" cy="402336"/>
          </a:xfrm>
          <a:prstGeom prst="rect">
            <a:avLst/>
          </a:prstGeom>
          <a:noFill/>
          <a:ln/>
        </p:spPr>
        <p:txBody>
          <a:bodyPr wrap="square" lIns="0" tIns="0" rIns="0" bIns="0" rtlCol="0" anchor="ctr"/>
          <a:lstStyle/>
          <a:p>
            <a:pPr marL="0" indent="0">
              <a:buNone/>
            </a:pPr>
            <a:r>
              <a:rPr lang="en-US" sz="1100" dirty="0">
                <a:solidFill>
                  <a:srgbClr val="1E293B"/>
                </a:solidFill>
              </a:rPr>
              <a:t>Prior analyst decisions reinforce the mapping</a:t>
            </a:r>
            <a:endParaRPr lang="en-US" sz="1100" dirty="0"/>
          </a:p>
        </p:txBody>
      </p:sp>
      <p:sp>
        <p:nvSpPr>
          <p:cNvPr id="31" name="Text 29"/>
          <p:cNvSpPr/>
          <p:nvPr/>
        </p:nvSpPr>
        <p:spPr>
          <a:xfrm>
            <a:off x="457200" y="4297680"/>
            <a:ext cx="8229600" cy="365760"/>
          </a:xfrm>
          <a:prstGeom prst="rect">
            <a:avLst/>
          </a:prstGeom>
          <a:noFill/>
          <a:ln/>
        </p:spPr>
        <p:txBody>
          <a:bodyPr wrap="square" lIns="0" tIns="0" rIns="0" bIns="0" rtlCol="0" anchor="ctr"/>
          <a:lstStyle/>
          <a:p>
            <a:pPr marL="0" indent="0" algn="ctr">
              <a:buNone/>
            </a:pPr>
            <a:r>
              <a:rPr lang="en-US" sz="1000" i="1" dirty="0">
                <a:solidFill>
                  <a:srgbClr val="64748B"/>
                </a:solidFill>
              </a:rPr>
              <a:t>Optional signals: embeddings, value overlap, bounded LLM validation. Final score = weighted normalized heuristic in [0..1] — ranking, not calibrated probability.</a:t>
            </a:r>
            <a:endParaRPr lang="en-US" sz="1000" dirty="0"/>
          </a:p>
        </p:txBody>
      </p:sp>
      <p:sp>
        <p:nvSpPr>
          <p:cNvPr id="32" name="Shape 30"/>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33" name="Text 31"/>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34" name="Text 32"/>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dirty="0">
                <a:solidFill>
                  <a:srgbClr val="FFFFFF"/>
                </a:solidFill>
              </a:rPr>
              <a:t>21 / 38</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Where the LLM Is Used and Why It's Bounded</a:t>
            </a:r>
            <a:endParaRPr lang="en-US" sz="22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Appendix · Constrained validator, not uncontrolled mapper</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502920" y="1508760"/>
            <a:ext cx="1828800" cy="594360"/>
          </a:xfrm>
          <a:prstGeom prst="roundRect">
            <a:avLst>
              <a:gd name="adj" fmla="val 9231"/>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548640" y="1508760"/>
            <a:ext cx="1737360" cy="594360"/>
          </a:xfrm>
          <a:prstGeom prst="rect">
            <a:avLst/>
          </a:prstGeom>
          <a:noFill/>
          <a:ln/>
        </p:spPr>
        <p:txBody>
          <a:bodyPr wrap="square" lIns="0" tIns="0" rIns="0" bIns="0" rtlCol="0" anchor="ctr"/>
          <a:lstStyle/>
          <a:p>
            <a:pPr marL="0" indent="0" algn="ctr">
              <a:buNone/>
            </a:pPr>
            <a:r>
              <a:rPr lang="en-US" sz="1100" b="1" dirty="0">
                <a:solidFill>
                  <a:srgbClr val="FFFFFF"/>
                </a:solidFill>
              </a:rPr>
              <a:t>Ranking engine</a:t>
            </a:r>
            <a:endParaRPr lang="en-US" sz="1100" dirty="0"/>
          </a:p>
        </p:txBody>
      </p:sp>
      <p:sp>
        <p:nvSpPr>
          <p:cNvPr id="9" name="Text 7"/>
          <p:cNvSpPr/>
          <p:nvPr/>
        </p:nvSpPr>
        <p:spPr>
          <a:xfrm>
            <a:off x="2331720" y="1508760"/>
            <a:ext cx="274320" cy="594360"/>
          </a:xfrm>
          <a:prstGeom prst="rect">
            <a:avLst/>
          </a:prstGeom>
          <a:noFill/>
          <a:ln/>
        </p:spPr>
        <p:txBody>
          <a:bodyPr wrap="square" lIns="0" tIns="0" rIns="0" bIns="0" rtlCol="0" anchor="ctr"/>
          <a:lstStyle/>
          <a:p>
            <a:pPr marL="0" indent="0" algn="ctr">
              <a:buNone/>
            </a:pPr>
            <a:r>
              <a:rPr lang="en-US" sz="1600" dirty="0">
                <a:solidFill>
                  <a:srgbClr val="0F2A47"/>
                </a:solidFill>
              </a:rPr>
              <a:t>→</a:t>
            </a:r>
            <a:endParaRPr lang="en-US" sz="1600" dirty="0"/>
          </a:p>
        </p:txBody>
      </p:sp>
      <p:sp>
        <p:nvSpPr>
          <p:cNvPr id="10" name="Shape 8"/>
          <p:cNvSpPr/>
          <p:nvPr/>
        </p:nvSpPr>
        <p:spPr>
          <a:xfrm>
            <a:off x="2606040" y="1508760"/>
            <a:ext cx="1828800" cy="594360"/>
          </a:xfrm>
          <a:prstGeom prst="roundRect">
            <a:avLst>
              <a:gd name="adj" fmla="val 9231"/>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2651760" y="1508760"/>
            <a:ext cx="1737360" cy="594360"/>
          </a:xfrm>
          <a:prstGeom prst="rect">
            <a:avLst/>
          </a:prstGeom>
          <a:noFill/>
          <a:ln/>
        </p:spPr>
        <p:txBody>
          <a:bodyPr wrap="square" lIns="0" tIns="0" rIns="0" bIns="0" rtlCol="0" anchor="ctr"/>
          <a:lstStyle/>
          <a:p>
            <a:pPr marL="0" indent="0" algn="ctr">
              <a:buNone/>
            </a:pPr>
            <a:r>
              <a:rPr lang="en-US" sz="1100" b="1" dirty="0">
                <a:solidFill>
                  <a:srgbClr val="FFFFFF"/>
                </a:solidFill>
              </a:rPr>
              <a:t>Ambiguity band</a:t>
            </a:r>
            <a:endParaRPr lang="en-US" sz="1100" dirty="0"/>
          </a:p>
        </p:txBody>
      </p:sp>
      <p:sp>
        <p:nvSpPr>
          <p:cNvPr id="12" name="Text 10"/>
          <p:cNvSpPr/>
          <p:nvPr/>
        </p:nvSpPr>
        <p:spPr>
          <a:xfrm>
            <a:off x="4434840" y="1508760"/>
            <a:ext cx="274320" cy="594360"/>
          </a:xfrm>
          <a:prstGeom prst="rect">
            <a:avLst/>
          </a:prstGeom>
          <a:noFill/>
          <a:ln/>
        </p:spPr>
        <p:txBody>
          <a:bodyPr wrap="square" lIns="0" tIns="0" rIns="0" bIns="0" rtlCol="0" anchor="ctr"/>
          <a:lstStyle/>
          <a:p>
            <a:pPr marL="0" indent="0" algn="ctr">
              <a:buNone/>
            </a:pPr>
            <a:r>
              <a:rPr lang="en-US" sz="1600" dirty="0">
                <a:solidFill>
                  <a:srgbClr val="0F2A47"/>
                </a:solidFill>
              </a:rPr>
              <a:t>→</a:t>
            </a:r>
            <a:endParaRPr lang="en-US" sz="1600" dirty="0"/>
          </a:p>
        </p:txBody>
      </p:sp>
      <p:sp>
        <p:nvSpPr>
          <p:cNvPr id="13" name="Shape 11"/>
          <p:cNvSpPr/>
          <p:nvPr/>
        </p:nvSpPr>
        <p:spPr>
          <a:xfrm>
            <a:off x="4709160" y="1508760"/>
            <a:ext cx="1828800" cy="594360"/>
          </a:xfrm>
          <a:prstGeom prst="roundRect">
            <a:avLst>
              <a:gd name="adj" fmla="val 9231"/>
            </a:avLst>
          </a:prstGeom>
          <a:solidFill>
            <a:srgbClr val="F2A65A"/>
          </a:solidFill>
          <a:ln w="12700">
            <a:solidFill>
              <a:srgbClr val="F2A65A"/>
            </a:solidFill>
            <a:prstDash val="solid"/>
          </a:ln>
        </p:spPr>
        <p:txBody>
          <a:bodyPr/>
          <a:lstStyle/>
          <a:p>
            <a:endParaRPr lang="en-US"/>
          </a:p>
        </p:txBody>
      </p:sp>
      <p:sp>
        <p:nvSpPr>
          <p:cNvPr id="14" name="Text 12"/>
          <p:cNvSpPr/>
          <p:nvPr/>
        </p:nvSpPr>
        <p:spPr>
          <a:xfrm>
            <a:off x="4754880" y="1508760"/>
            <a:ext cx="1737360" cy="594360"/>
          </a:xfrm>
          <a:prstGeom prst="rect">
            <a:avLst/>
          </a:prstGeom>
          <a:noFill/>
          <a:ln/>
        </p:spPr>
        <p:txBody>
          <a:bodyPr wrap="square" lIns="0" tIns="0" rIns="0" bIns="0" rtlCol="0" anchor="ctr"/>
          <a:lstStyle/>
          <a:p>
            <a:pPr marL="0" indent="0" algn="ctr">
              <a:buNone/>
            </a:pPr>
            <a:r>
              <a:rPr lang="en-US" sz="1100" b="1" dirty="0">
                <a:solidFill>
                  <a:srgbClr val="FFFFFF"/>
                </a:solidFill>
              </a:rPr>
              <a:t>Bounded LLM validator</a:t>
            </a:r>
            <a:endParaRPr lang="en-US" sz="1100" dirty="0"/>
          </a:p>
        </p:txBody>
      </p:sp>
      <p:sp>
        <p:nvSpPr>
          <p:cNvPr id="15" name="Text 13"/>
          <p:cNvSpPr/>
          <p:nvPr/>
        </p:nvSpPr>
        <p:spPr>
          <a:xfrm>
            <a:off x="6537960" y="1508760"/>
            <a:ext cx="274320" cy="594360"/>
          </a:xfrm>
          <a:prstGeom prst="rect">
            <a:avLst/>
          </a:prstGeom>
          <a:noFill/>
          <a:ln/>
        </p:spPr>
        <p:txBody>
          <a:bodyPr wrap="square" lIns="0" tIns="0" rIns="0" bIns="0" rtlCol="0" anchor="ctr"/>
          <a:lstStyle/>
          <a:p>
            <a:pPr marL="0" indent="0" algn="ctr">
              <a:buNone/>
            </a:pPr>
            <a:r>
              <a:rPr lang="en-US" sz="1600" dirty="0">
                <a:solidFill>
                  <a:srgbClr val="0F2A47"/>
                </a:solidFill>
              </a:rPr>
              <a:t>→</a:t>
            </a:r>
            <a:endParaRPr lang="en-US" sz="1600" dirty="0"/>
          </a:p>
        </p:txBody>
      </p:sp>
      <p:sp>
        <p:nvSpPr>
          <p:cNvPr id="16" name="Shape 14"/>
          <p:cNvSpPr/>
          <p:nvPr/>
        </p:nvSpPr>
        <p:spPr>
          <a:xfrm>
            <a:off x="6812280" y="1508760"/>
            <a:ext cx="1828800" cy="594360"/>
          </a:xfrm>
          <a:prstGeom prst="roundRect">
            <a:avLst>
              <a:gd name="adj" fmla="val 9231"/>
            </a:avLst>
          </a:prstGeom>
          <a:solidFill>
            <a:srgbClr val="00A896"/>
          </a:solidFill>
          <a:ln w="12700">
            <a:solidFill>
              <a:srgbClr val="00A896"/>
            </a:solidFill>
            <a:prstDash val="solid"/>
          </a:ln>
        </p:spPr>
        <p:txBody>
          <a:bodyPr/>
          <a:lstStyle/>
          <a:p>
            <a:endParaRPr lang="en-US"/>
          </a:p>
        </p:txBody>
      </p:sp>
      <p:sp>
        <p:nvSpPr>
          <p:cNvPr id="17" name="Text 15"/>
          <p:cNvSpPr/>
          <p:nvPr/>
        </p:nvSpPr>
        <p:spPr>
          <a:xfrm>
            <a:off x="6858000" y="1508760"/>
            <a:ext cx="1737360" cy="594360"/>
          </a:xfrm>
          <a:prstGeom prst="rect">
            <a:avLst/>
          </a:prstGeom>
          <a:noFill/>
          <a:ln/>
        </p:spPr>
        <p:txBody>
          <a:bodyPr wrap="square" lIns="0" tIns="0" rIns="0" bIns="0" rtlCol="0" anchor="ctr"/>
          <a:lstStyle/>
          <a:p>
            <a:pPr marL="0" indent="0" algn="ctr">
              <a:buNone/>
            </a:pPr>
            <a:r>
              <a:rPr lang="en-US" sz="1100" b="1" dirty="0">
                <a:solidFill>
                  <a:srgbClr val="FFFFFF"/>
                </a:solidFill>
              </a:rPr>
              <a:t>Re-rank or no_match</a:t>
            </a:r>
            <a:endParaRPr lang="en-US" sz="1100" dirty="0"/>
          </a:p>
        </p:txBody>
      </p:sp>
      <p:sp>
        <p:nvSpPr>
          <p:cNvPr id="18" name="Text 16"/>
          <p:cNvSpPr/>
          <p:nvPr/>
        </p:nvSpPr>
        <p:spPr>
          <a:xfrm>
            <a:off x="457200" y="2194560"/>
            <a:ext cx="8229600" cy="274320"/>
          </a:xfrm>
          <a:prstGeom prst="rect">
            <a:avLst/>
          </a:prstGeom>
          <a:noFill/>
          <a:ln/>
        </p:spPr>
        <p:txBody>
          <a:bodyPr wrap="square" lIns="0" tIns="0" rIns="0" bIns="0" rtlCol="0" anchor="ctr"/>
          <a:lstStyle/>
          <a:p>
            <a:pPr marL="0" indent="0" algn="ctr">
              <a:buNone/>
            </a:pPr>
            <a:r>
              <a:rPr lang="en-US" sz="1100" i="1" dirty="0">
                <a:solidFill>
                  <a:srgbClr val="0F2A47"/>
                </a:solidFill>
              </a:rPr>
              <a:t>LLM can return no_match. It does not invent mappings from scratch.</a:t>
            </a:r>
            <a:endParaRPr lang="en-US" sz="1100" dirty="0"/>
          </a:p>
        </p:txBody>
      </p:sp>
      <p:sp>
        <p:nvSpPr>
          <p:cNvPr id="19" name="Shape 17"/>
          <p:cNvSpPr/>
          <p:nvPr/>
        </p:nvSpPr>
        <p:spPr>
          <a:xfrm>
            <a:off x="457200" y="2606040"/>
            <a:ext cx="4023360" cy="2103120"/>
          </a:xfrm>
          <a:prstGeom prst="rect">
            <a:avLst/>
          </a:prstGeom>
          <a:solidFill>
            <a:srgbClr val="FFFFFF"/>
          </a:solidFill>
          <a:ln w="9525">
            <a:solidFill>
              <a:srgbClr val="D8D3C7"/>
            </a:solidFill>
            <a:prstDash val="solid"/>
          </a:ln>
        </p:spPr>
        <p:txBody>
          <a:bodyPr/>
          <a:lstStyle/>
          <a:p>
            <a:endParaRPr lang="en-US"/>
          </a:p>
        </p:txBody>
      </p:sp>
      <p:sp>
        <p:nvSpPr>
          <p:cNvPr id="20" name="Shape 18"/>
          <p:cNvSpPr/>
          <p:nvPr/>
        </p:nvSpPr>
        <p:spPr>
          <a:xfrm>
            <a:off x="457200" y="2606040"/>
            <a:ext cx="73152" cy="2103120"/>
          </a:xfrm>
          <a:prstGeom prst="rect">
            <a:avLst/>
          </a:prstGeom>
          <a:solidFill>
            <a:srgbClr val="C0392B"/>
          </a:solidFill>
          <a:ln w="12700">
            <a:solidFill>
              <a:srgbClr val="C0392B"/>
            </a:solidFill>
            <a:prstDash val="solid"/>
          </a:ln>
        </p:spPr>
        <p:txBody>
          <a:bodyPr/>
          <a:lstStyle/>
          <a:p>
            <a:endParaRPr lang="en-US"/>
          </a:p>
        </p:txBody>
      </p:sp>
      <p:sp>
        <p:nvSpPr>
          <p:cNvPr id="21" name="Text 19"/>
          <p:cNvSpPr/>
          <p:nvPr/>
        </p:nvSpPr>
        <p:spPr>
          <a:xfrm>
            <a:off x="640080" y="2697480"/>
            <a:ext cx="3749040" cy="320040"/>
          </a:xfrm>
          <a:prstGeom prst="rect">
            <a:avLst/>
          </a:prstGeom>
          <a:noFill/>
          <a:ln/>
        </p:spPr>
        <p:txBody>
          <a:bodyPr wrap="square" lIns="0" tIns="0" rIns="0" bIns="0" rtlCol="0" anchor="ctr"/>
          <a:lstStyle/>
          <a:p>
            <a:pPr marL="0" indent="0">
              <a:buNone/>
            </a:pPr>
            <a:r>
              <a:rPr lang="en-US" sz="1300" b="1" dirty="0">
                <a:solidFill>
                  <a:srgbClr val="C0392B"/>
                </a:solidFill>
                <a:latin typeface="Cambria" pitchFamily="34" charset="0"/>
                <a:ea typeface="Cambria" pitchFamily="34" charset="-122"/>
                <a:cs typeface="Cambria" pitchFamily="34" charset="-120"/>
              </a:rPr>
              <a:t>Open-ended AI mapping</a:t>
            </a:r>
            <a:endParaRPr lang="en-US" sz="1300" dirty="0"/>
          </a:p>
        </p:txBody>
      </p:sp>
      <p:sp>
        <p:nvSpPr>
          <p:cNvPr id="22" name="Text 20"/>
          <p:cNvSpPr/>
          <p:nvPr/>
        </p:nvSpPr>
        <p:spPr>
          <a:xfrm>
            <a:off x="640080" y="3063240"/>
            <a:ext cx="3749040" cy="1554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Hallucination risk on cryptic fields</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Forced answers when data is unclear</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Candidate set unconstrained</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Analyst out of the loop</a:t>
            </a:r>
            <a:endParaRPr lang="en-US" sz="1100" dirty="0"/>
          </a:p>
        </p:txBody>
      </p:sp>
      <p:sp>
        <p:nvSpPr>
          <p:cNvPr id="23" name="Shape 21"/>
          <p:cNvSpPr/>
          <p:nvPr/>
        </p:nvSpPr>
        <p:spPr>
          <a:xfrm>
            <a:off x="4663440" y="2606040"/>
            <a:ext cx="4023360" cy="2103120"/>
          </a:xfrm>
          <a:prstGeom prst="rect">
            <a:avLst/>
          </a:prstGeom>
          <a:solidFill>
            <a:srgbClr val="FFFFFF"/>
          </a:solidFill>
          <a:ln w="9525">
            <a:solidFill>
              <a:srgbClr val="D8D3C7"/>
            </a:solidFill>
            <a:prstDash val="solid"/>
          </a:ln>
        </p:spPr>
        <p:txBody>
          <a:bodyPr/>
          <a:lstStyle/>
          <a:p>
            <a:endParaRPr lang="en-US"/>
          </a:p>
        </p:txBody>
      </p:sp>
      <p:sp>
        <p:nvSpPr>
          <p:cNvPr id="24" name="Shape 22"/>
          <p:cNvSpPr/>
          <p:nvPr/>
        </p:nvSpPr>
        <p:spPr>
          <a:xfrm>
            <a:off x="4663440" y="2606040"/>
            <a:ext cx="73152" cy="2103120"/>
          </a:xfrm>
          <a:prstGeom prst="rect">
            <a:avLst/>
          </a:prstGeom>
          <a:solidFill>
            <a:srgbClr val="00A896"/>
          </a:solidFill>
          <a:ln w="12700">
            <a:solidFill>
              <a:srgbClr val="00A896"/>
            </a:solidFill>
            <a:prstDash val="solid"/>
          </a:ln>
        </p:spPr>
        <p:txBody>
          <a:bodyPr/>
          <a:lstStyle/>
          <a:p>
            <a:endParaRPr lang="en-US"/>
          </a:p>
        </p:txBody>
      </p:sp>
      <p:sp>
        <p:nvSpPr>
          <p:cNvPr id="25" name="Text 23"/>
          <p:cNvSpPr/>
          <p:nvPr/>
        </p:nvSpPr>
        <p:spPr>
          <a:xfrm>
            <a:off x="4846320" y="2697480"/>
            <a:ext cx="3749040" cy="320040"/>
          </a:xfrm>
          <a:prstGeom prst="rect">
            <a:avLst/>
          </a:prstGeom>
          <a:noFill/>
          <a:ln/>
        </p:spPr>
        <p:txBody>
          <a:bodyPr wrap="square" lIns="0" tIns="0" rIns="0" bIns="0" rtlCol="0" anchor="ctr"/>
          <a:lstStyle/>
          <a:p>
            <a:pPr marL="0" indent="0">
              <a:buNone/>
            </a:pPr>
            <a:r>
              <a:rPr lang="en-US" sz="1300" b="1" dirty="0">
                <a:solidFill>
                  <a:srgbClr val="028090"/>
                </a:solidFill>
                <a:latin typeface="Cambria" pitchFamily="34" charset="0"/>
                <a:ea typeface="Cambria" pitchFamily="34" charset="-122"/>
                <a:cs typeface="Cambria" pitchFamily="34" charset="-120"/>
              </a:rPr>
              <a:t>Bounded validation in Semantra</a:t>
            </a:r>
            <a:endParaRPr lang="en-US" sz="1300" dirty="0"/>
          </a:p>
        </p:txBody>
      </p:sp>
      <p:sp>
        <p:nvSpPr>
          <p:cNvPr id="26" name="Text 24"/>
          <p:cNvSpPr/>
          <p:nvPr/>
        </p:nvSpPr>
        <p:spPr>
          <a:xfrm>
            <a:off x="4846320" y="3063240"/>
            <a:ext cx="3749040" cy="1554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Closed candidate set — no inventions</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Deterministic-first behavior preserved</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Allows no_match instead of forced wrong answer</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Analyst stays in the review loop</a:t>
            </a:r>
            <a:endParaRPr lang="en-US" sz="1100" dirty="0"/>
          </a:p>
        </p:txBody>
      </p:sp>
      <p:sp>
        <p:nvSpPr>
          <p:cNvPr id="27" name="Shape 2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28" name="Text 2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29" name="Text 2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22 </a:t>
            </a:r>
            <a:r>
              <a:rPr lang="en-US" sz="900" dirty="0">
                <a:solidFill>
                  <a:srgbClr val="FFFFFF"/>
                </a:solidFill>
              </a:rPr>
              <a:t>/ </a:t>
            </a:r>
            <a:r>
              <a:rPr lang="en-US" sz="900">
                <a:solidFill>
                  <a:srgbClr val="FFFFFF"/>
                </a:solidFill>
              </a:rPr>
              <a:t>38</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Source → Concept → Target — The Reusable Path</a:t>
            </a:r>
            <a:endParaRPr lang="en-US" sz="22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Appendix · Canonical glossary makes mappings system-neutral</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914400" y="1417320"/>
            <a:ext cx="7315200" cy="777240"/>
          </a:xfrm>
          <a:prstGeom prst="rect">
            <a:avLst/>
          </a:prstGeom>
          <a:solidFill>
            <a:srgbClr val="028090"/>
          </a:solidFill>
          <a:ln w="12700">
            <a:solidFill>
              <a:srgbClr val="028090"/>
            </a:solidFill>
            <a:prstDash val="solid"/>
          </a:ln>
        </p:spPr>
        <p:txBody>
          <a:bodyPr/>
          <a:lstStyle/>
          <a:p>
            <a:endParaRPr lang="en-US"/>
          </a:p>
        </p:txBody>
      </p:sp>
      <p:sp>
        <p:nvSpPr>
          <p:cNvPr id="8" name="Text 6"/>
          <p:cNvSpPr/>
          <p:nvPr/>
        </p:nvSpPr>
        <p:spPr>
          <a:xfrm>
            <a:off x="1097280" y="1417320"/>
            <a:ext cx="2743200" cy="77724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Source field</a:t>
            </a:r>
            <a:endParaRPr lang="en-US" sz="1400" dirty="0"/>
          </a:p>
        </p:txBody>
      </p:sp>
      <p:sp>
        <p:nvSpPr>
          <p:cNvPr id="9" name="Text 7"/>
          <p:cNvSpPr/>
          <p:nvPr/>
        </p:nvSpPr>
        <p:spPr>
          <a:xfrm>
            <a:off x="1097280" y="1874520"/>
            <a:ext cx="2743200" cy="274320"/>
          </a:xfrm>
          <a:prstGeom prst="rect">
            <a:avLst/>
          </a:prstGeom>
          <a:noFill/>
          <a:ln/>
        </p:spPr>
        <p:txBody>
          <a:bodyPr wrap="square" lIns="0" tIns="0" rIns="0" bIns="0" rtlCol="0" anchor="ctr"/>
          <a:lstStyle/>
          <a:p>
            <a:pPr marL="0" indent="0">
              <a:buNone/>
            </a:pPr>
            <a:r>
              <a:rPr lang="en-US" sz="900" i="1" dirty="0">
                <a:solidFill>
                  <a:srgbClr val="CADCFC"/>
                </a:solidFill>
              </a:rPr>
              <a:t>system-specific name</a:t>
            </a:r>
            <a:endParaRPr lang="en-US" sz="900" dirty="0"/>
          </a:p>
        </p:txBody>
      </p:sp>
      <p:sp>
        <p:nvSpPr>
          <p:cNvPr id="10" name="Shape 8"/>
          <p:cNvSpPr/>
          <p:nvPr/>
        </p:nvSpPr>
        <p:spPr>
          <a:xfrm>
            <a:off x="5852160" y="1554480"/>
            <a:ext cx="2194560" cy="502920"/>
          </a:xfrm>
          <a:prstGeom prst="roundRect">
            <a:avLst>
              <a:gd name="adj" fmla="val 10909"/>
            </a:avLst>
          </a:prstGeom>
          <a:solidFill>
            <a:srgbClr val="FFFFFF"/>
          </a:solidFill>
          <a:ln w="12700">
            <a:solidFill>
              <a:srgbClr val="FFFFFF"/>
            </a:solidFill>
            <a:prstDash val="solid"/>
          </a:ln>
        </p:spPr>
        <p:txBody>
          <a:bodyPr/>
          <a:lstStyle/>
          <a:p>
            <a:endParaRPr lang="en-US"/>
          </a:p>
        </p:txBody>
      </p:sp>
      <p:sp>
        <p:nvSpPr>
          <p:cNvPr id="11" name="Text 9"/>
          <p:cNvSpPr/>
          <p:nvPr/>
        </p:nvSpPr>
        <p:spPr>
          <a:xfrm>
            <a:off x="5852160" y="1554480"/>
            <a:ext cx="2194560" cy="502920"/>
          </a:xfrm>
          <a:prstGeom prst="rect">
            <a:avLst/>
          </a:prstGeom>
          <a:noFill/>
          <a:ln/>
        </p:spPr>
        <p:txBody>
          <a:bodyPr wrap="square" lIns="0" tIns="0" rIns="0" bIns="0" rtlCol="0" anchor="ctr"/>
          <a:lstStyle/>
          <a:p>
            <a:pPr marL="0" indent="0" algn="ctr">
              <a:buNone/>
            </a:pPr>
            <a:r>
              <a:rPr lang="en-US" sz="1400" b="1" dirty="0">
                <a:solidFill>
                  <a:srgbClr val="028090"/>
                </a:solidFill>
              </a:rPr>
              <a:t>KUNNR</a:t>
            </a:r>
            <a:endParaRPr lang="en-US" sz="1400" dirty="0"/>
          </a:p>
        </p:txBody>
      </p:sp>
      <p:sp>
        <p:nvSpPr>
          <p:cNvPr id="12" name="Shape 10"/>
          <p:cNvSpPr/>
          <p:nvPr/>
        </p:nvSpPr>
        <p:spPr>
          <a:xfrm>
            <a:off x="4572000" y="2194560"/>
            <a:ext cx="0" cy="182880"/>
          </a:xfrm>
          <a:prstGeom prst="line">
            <a:avLst/>
          </a:prstGeom>
          <a:noFill/>
          <a:ln w="25400">
            <a:solidFill>
              <a:srgbClr val="0F2A47"/>
            </a:solidFill>
            <a:prstDash val="solid"/>
            <a:tailEnd type="triangle"/>
          </a:ln>
        </p:spPr>
        <p:txBody>
          <a:bodyPr/>
          <a:lstStyle/>
          <a:p>
            <a:endParaRPr lang="en-US"/>
          </a:p>
        </p:txBody>
      </p:sp>
      <p:sp>
        <p:nvSpPr>
          <p:cNvPr id="13" name="Shape 11"/>
          <p:cNvSpPr/>
          <p:nvPr/>
        </p:nvSpPr>
        <p:spPr>
          <a:xfrm>
            <a:off x="914400" y="2423160"/>
            <a:ext cx="7315200" cy="777240"/>
          </a:xfrm>
          <a:prstGeom prst="rect">
            <a:avLst/>
          </a:prstGeom>
          <a:solidFill>
            <a:srgbClr val="0F2A47"/>
          </a:solidFill>
          <a:ln w="12700">
            <a:solidFill>
              <a:srgbClr val="0F2A47"/>
            </a:solidFill>
            <a:prstDash val="solid"/>
          </a:ln>
        </p:spPr>
        <p:txBody>
          <a:bodyPr/>
          <a:lstStyle/>
          <a:p>
            <a:endParaRPr lang="en-US"/>
          </a:p>
        </p:txBody>
      </p:sp>
      <p:sp>
        <p:nvSpPr>
          <p:cNvPr id="14" name="Text 12"/>
          <p:cNvSpPr/>
          <p:nvPr/>
        </p:nvSpPr>
        <p:spPr>
          <a:xfrm>
            <a:off x="1097280" y="2423160"/>
            <a:ext cx="2743200" cy="77724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Canonical concept</a:t>
            </a:r>
            <a:endParaRPr lang="en-US" sz="1400" dirty="0"/>
          </a:p>
        </p:txBody>
      </p:sp>
      <p:sp>
        <p:nvSpPr>
          <p:cNvPr id="15" name="Text 13"/>
          <p:cNvSpPr/>
          <p:nvPr/>
        </p:nvSpPr>
        <p:spPr>
          <a:xfrm>
            <a:off x="1097280" y="2880360"/>
            <a:ext cx="2743200" cy="274320"/>
          </a:xfrm>
          <a:prstGeom prst="rect">
            <a:avLst/>
          </a:prstGeom>
          <a:noFill/>
          <a:ln/>
        </p:spPr>
        <p:txBody>
          <a:bodyPr wrap="square" lIns="0" tIns="0" rIns="0" bIns="0" rtlCol="0" anchor="ctr"/>
          <a:lstStyle/>
          <a:p>
            <a:pPr marL="0" indent="0">
              <a:buNone/>
            </a:pPr>
            <a:r>
              <a:rPr lang="en-US" sz="900" i="1" dirty="0">
                <a:solidFill>
                  <a:srgbClr val="CADCFC"/>
                </a:solidFill>
              </a:rPr>
              <a:t>shared business meaning</a:t>
            </a:r>
            <a:endParaRPr lang="en-US" sz="900" dirty="0"/>
          </a:p>
        </p:txBody>
      </p:sp>
      <p:sp>
        <p:nvSpPr>
          <p:cNvPr id="16" name="Shape 14"/>
          <p:cNvSpPr/>
          <p:nvPr/>
        </p:nvSpPr>
        <p:spPr>
          <a:xfrm>
            <a:off x="5852160" y="2560320"/>
            <a:ext cx="2194560" cy="502920"/>
          </a:xfrm>
          <a:prstGeom prst="roundRect">
            <a:avLst>
              <a:gd name="adj" fmla="val 10909"/>
            </a:avLst>
          </a:prstGeom>
          <a:solidFill>
            <a:srgbClr val="FFFFFF"/>
          </a:solidFill>
          <a:ln w="12700">
            <a:solidFill>
              <a:srgbClr val="FFFFFF"/>
            </a:solidFill>
            <a:prstDash val="solid"/>
          </a:ln>
        </p:spPr>
        <p:txBody>
          <a:bodyPr/>
          <a:lstStyle/>
          <a:p>
            <a:endParaRPr lang="en-US"/>
          </a:p>
        </p:txBody>
      </p:sp>
      <p:sp>
        <p:nvSpPr>
          <p:cNvPr id="17" name="Text 15"/>
          <p:cNvSpPr/>
          <p:nvPr/>
        </p:nvSpPr>
        <p:spPr>
          <a:xfrm>
            <a:off x="5852160" y="2560320"/>
            <a:ext cx="2194560" cy="502920"/>
          </a:xfrm>
          <a:prstGeom prst="rect">
            <a:avLst/>
          </a:prstGeom>
          <a:noFill/>
          <a:ln/>
        </p:spPr>
        <p:txBody>
          <a:bodyPr wrap="square" lIns="0" tIns="0" rIns="0" bIns="0" rtlCol="0" anchor="ctr"/>
          <a:lstStyle/>
          <a:p>
            <a:pPr marL="0" indent="0" algn="ctr">
              <a:buNone/>
            </a:pPr>
            <a:r>
              <a:rPr lang="en-US" sz="1400" b="1" dirty="0">
                <a:solidFill>
                  <a:srgbClr val="0F2A47"/>
                </a:solidFill>
              </a:rPr>
              <a:t>customer.id</a:t>
            </a:r>
            <a:endParaRPr lang="en-US" sz="1400" dirty="0"/>
          </a:p>
        </p:txBody>
      </p:sp>
      <p:sp>
        <p:nvSpPr>
          <p:cNvPr id="18" name="Shape 16"/>
          <p:cNvSpPr/>
          <p:nvPr/>
        </p:nvSpPr>
        <p:spPr>
          <a:xfrm>
            <a:off x="4572000" y="3200400"/>
            <a:ext cx="0" cy="182880"/>
          </a:xfrm>
          <a:prstGeom prst="line">
            <a:avLst/>
          </a:prstGeom>
          <a:noFill/>
          <a:ln w="25400">
            <a:solidFill>
              <a:srgbClr val="0F2A47"/>
            </a:solidFill>
            <a:prstDash val="solid"/>
            <a:tailEnd type="triangle"/>
          </a:ln>
        </p:spPr>
        <p:txBody>
          <a:bodyPr/>
          <a:lstStyle/>
          <a:p>
            <a:endParaRPr lang="en-US"/>
          </a:p>
        </p:txBody>
      </p:sp>
      <p:sp>
        <p:nvSpPr>
          <p:cNvPr id="19" name="Shape 17"/>
          <p:cNvSpPr/>
          <p:nvPr/>
        </p:nvSpPr>
        <p:spPr>
          <a:xfrm>
            <a:off x="914400" y="3429000"/>
            <a:ext cx="7315200" cy="777240"/>
          </a:xfrm>
          <a:prstGeom prst="rect">
            <a:avLst/>
          </a:prstGeom>
          <a:solidFill>
            <a:srgbClr val="00A896"/>
          </a:solidFill>
          <a:ln w="12700">
            <a:solidFill>
              <a:srgbClr val="00A896"/>
            </a:solidFill>
            <a:prstDash val="solid"/>
          </a:ln>
        </p:spPr>
        <p:txBody>
          <a:bodyPr/>
          <a:lstStyle/>
          <a:p>
            <a:endParaRPr lang="en-US"/>
          </a:p>
        </p:txBody>
      </p:sp>
      <p:sp>
        <p:nvSpPr>
          <p:cNvPr id="20" name="Text 18"/>
          <p:cNvSpPr/>
          <p:nvPr/>
        </p:nvSpPr>
        <p:spPr>
          <a:xfrm>
            <a:off x="1097280" y="3429000"/>
            <a:ext cx="2743200" cy="77724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Target field</a:t>
            </a:r>
            <a:endParaRPr lang="en-US" sz="1400" dirty="0"/>
          </a:p>
        </p:txBody>
      </p:sp>
      <p:sp>
        <p:nvSpPr>
          <p:cNvPr id="21" name="Text 19"/>
          <p:cNvSpPr/>
          <p:nvPr/>
        </p:nvSpPr>
        <p:spPr>
          <a:xfrm>
            <a:off x="1097280" y="3886200"/>
            <a:ext cx="2743200" cy="274320"/>
          </a:xfrm>
          <a:prstGeom prst="rect">
            <a:avLst/>
          </a:prstGeom>
          <a:noFill/>
          <a:ln/>
        </p:spPr>
        <p:txBody>
          <a:bodyPr wrap="square" lIns="0" tIns="0" rIns="0" bIns="0" rtlCol="0" anchor="ctr"/>
          <a:lstStyle/>
          <a:p>
            <a:pPr marL="0" indent="0">
              <a:buNone/>
            </a:pPr>
            <a:r>
              <a:rPr lang="en-US" sz="900" i="1" dirty="0">
                <a:solidFill>
                  <a:srgbClr val="CADCFC"/>
                </a:solidFill>
              </a:rPr>
              <a:t>system-specific name</a:t>
            </a:r>
            <a:endParaRPr lang="en-US" sz="900" dirty="0"/>
          </a:p>
        </p:txBody>
      </p:sp>
      <p:sp>
        <p:nvSpPr>
          <p:cNvPr id="22" name="Shape 20"/>
          <p:cNvSpPr/>
          <p:nvPr/>
        </p:nvSpPr>
        <p:spPr>
          <a:xfrm>
            <a:off x="5852160" y="3566160"/>
            <a:ext cx="2194560" cy="502920"/>
          </a:xfrm>
          <a:prstGeom prst="roundRect">
            <a:avLst>
              <a:gd name="adj" fmla="val 10909"/>
            </a:avLst>
          </a:prstGeom>
          <a:solidFill>
            <a:srgbClr val="FFFFFF"/>
          </a:solidFill>
          <a:ln w="12700">
            <a:solidFill>
              <a:srgbClr val="FFFFFF"/>
            </a:solidFill>
            <a:prstDash val="solid"/>
          </a:ln>
        </p:spPr>
        <p:txBody>
          <a:bodyPr/>
          <a:lstStyle/>
          <a:p>
            <a:endParaRPr lang="en-US"/>
          </a:p>
        </p:txBody>
      </p:sp>
      <p:sp>
        <p:nvSpPr>
          <p:cNvPr id="23" name="Text 21"/>
          <p:cNvSpPr/>
          <p:nvPr/>
        </p:nvSpPr>
        <p:spPr>
          <a:xfrm>
            <a:off x="5852160" y="3566160"/>
            <a:ext cx="2194560" cy="502920"/>
          </a:xfrm>
          <a:prstGeom prst="rect">
            <a:avLst/>
          </a:prstGeom>
          <a:noFill/>
          <a:ln/>
        </p:spPr>
        <p:txBody>
          <a:bodyPr wrap="square" lIns="0" tIns="0" rIns="0" bIns="0" rtlCol="0" anchor="ctr"/>
          <a:lstStyle/>
          <a:p>
            <a:pPr marL="0" indent="0" algn="ctr">
              <a:buNone/>
            </a:pPr>
            <a:r>
              <a:rPr lang="en-US" sz="1400" b="1" dirty="0">
                <a:solidFill>
                  <a:srgbClr val="00A896"/>
                </a:solidFill>
              </a:rPr>
              <a:t>Customer_ID</a:t>
            </a:r>
            <a:endParaRPr lang="en-US" sz="1400" dirty="0"/>
          </a:p>
        </p:txBody>
      </p:sp>
      <p:sp>
        <p:nvSpPr>
          <p:cNvPr id="24" name="Shape 22"/>
          <p:cNvSpPr/>
          <p:nvPr/>
        </p:nvSpPr>
        <p:spPr>
          <a:xfrm>
            <a:off x="457200" y="4526280"/>
            <a:ext cx="8229600" cy="365760"/>
          </a:xfrm>
          <a:prstGeom prst="rect">
            <a:avLst/>
          </a:prstGeom>
          <a:solidFill>
            <a:srgbClr val="0F2A47"/>
          </a:solidFill>
          <a:ln w="12700">
            <a:solidFill>
              <a:srgbClr val="0F2A47"/>
            </a:solidFill>
            <a:prstDash val="solid"/>
          </a:ln>
        </p:spPr>
        <p:txBody>
          <a:bodyPr/>
          <a:lstStyle/>
          <a:p>
            <a:endParaRPr lang="en-US"/>
          </a:p>
        </p:txBody>
      </p:sp>
      <p:sp>
        <p:nvSpPr>
          <p:cNvPr id="25" name="Text 23"/>
          <p:cNvSpPr/>
          <p:nvPr/>
        </p:nvSpPr>
        <p:spPr>
          <a:xfrm>
            <a:off x="640080" y="4526280"/>
            <a:ext cx="7863840" cy="365760"/>
          </a:xfrm>
          <a:prstGeom prst="rect">
            <a:avLst/>
          </a:prstGeom>
          <a:noFill/>
          <a:ln/>
        </p:spPr>
        <p:txBody>
          <a:bodyPr wrap="square" lIns="0" tIns="0" rIns="0" bIns="0" rtlCol="0" anchor="ctr"/>
          <a:lstStyle/>
          <a:p>
            <a:pPr marL="0" indent="0" algn="ctr">
              <a:buNone/>
            </a:pPr>
            <a:r>
              <a:rPr lang="en-US" sz="1100" i="1" dirty="0">
                <a:solidFill>
                  <a:srgbClr val="FFFFFF"/>
                </a:solidFill>
              </a:rPr>
              <a:t>Once the source field is understood as a concept, the same interpretation reuses across many target systems.</a:t>
            </a:r>
            <a:endParaRPr lang="en-US" sz="1100" dirty="0"/>
          </a:p>
        </p:txBody>
      </p:sp>
      <p:sp>
        <p:nvSpPr>
          <p:cNvPr id="26" name="Shape 24"/>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27" name="Text 25"/>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28" name="Text 26"/>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23 </a:t>
            </a:r>
            <a:r>
              <a:rPr lang="en-US" sz="900" dirty="0">
                <a:solidFill>
                  <a:srgbClr val="FFFFFF"/>
                </a:solidFill>
              </a:rPr>
              <a:t>/ </a:t>
            </a:r>
            <a:r>
              <a:rPr lang="en-US" sz="900">
                <a:solidFill>
                  <a:srgbClr val="FFFFFF"/>
                </a:solidFill>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2">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Why Canonical Mapping Matters for EA</a:t>
            </a:r>
            <a:endParaRPr lang="en-US" sz="26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Appendix A9 · From project artifacts to enterprise semantic assets</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24 </a:t>
            </a:r>
            <a:r>
              <a:rPr lang="en-US" sz="900" dirty="0">
                <a:solidFill>
                  <a:srgbClr val="FFFFFF"/>
                </a:solidFill>
              </a:rPr>
              <a:t>/ </a:t>
            </a:r>
            <a:r>
              <a:rPr lang="en-US" sz="900">
                <a:solidFill>
                  <a:srgbClr val="FFFFFF"/>
                </a:solidFill>
              </a:rPr>
              <a:t>38</a:t>
            </a:r>
            <a:endParaRPr lang="en-US" sz="900" dirty="0"/>
          </a:p>
        </p:txBody>
      </p:sp>
      <p:sp>
        <p:nvSpPr>
          <p:cNvPr id="10" name="Shape 8"/>
          <p:cNvSpPr/>
          <p:nvPr/>
        </p:nvSpPr>
        <p:spPr>
          <a:xfrm>
            <a:off x="3657600" y="2560320"/>
            <a:ext cx="1828800" cy="914400"/>
          </a:xfrm>
          <a:prstGeom prst="ellipse">
            <a:avLst/>
          </a:prstGeom>
          <a:solidFill>
            <a:srgbClr val="0F2A47"/>
          </a:solidFill>
          <a:ln w="12700">
            <a:solidFill>
              <a:srgbClr val="0F2A47"/>
            </a:solidFill>
            <a:prstDash val="solid"/>
          </a:ln>
        </p:spPr>
        <p:txBody>
          <a:bodyPr/>
          <a:lstStyle/>
          <a:p>
            <a:endParaRPr lang="en-US"/>
          </a:p>
        </p:txBody>
      </p:sp>
      <p:sp>
        <p:nvSpPr>
          <p:cNvPr id="11" name="Text 9"/>
          <p:cNvSpPr/>
          <p:nvPr/>
        </p:nvSpPr>
        <p:spPr>
          <a:xfrm>
            <a:off x="3657600" y="2560320"/>
            <a:ext cx="1828800" cy="914400"/>
          </a:xfrm>
          <a:prstGeom prst="rect">
            <a:avLst/>
          </a:prstGeom>
          <a:noFill/>
          <a:ln/>
        </p:spPr>
        <p:txBody>
          <a:bodyPr wrap="square" lIns="0" tIns="0" rIns="0" bIns="0" rtlCol="0" anchor="ctr"/>
          <a:lstStyle/>
          <a:p>
            <a:pPr marL="0" indent="0" algn="ctr">
              <a:buNone/>
            </a:pPr>
            <a:r>
              <a:rPr lang="en-US" sz="1300" b="1" dirty="0">
                <a:solidFill>
                  <a:srgbClr val="00A896"/>
                </a:solidFill>
                <a:latin typeface="Cambria" pitchFamily="34" charset="0"/>
                <a:ea typeface="Cambria" pitchFamily="34" charset="-122"/>
                <a:cs typeface="Cambria" pitchFamily="34" charset="-120"/>
              </a:rPr>
              <a:t>Canonical layer</a:t>
            </a:r>
            <a:endParaRPr lang="en-US" sz="1300" dirty="0"/>
          </a:p>
        </p:txBody>
      </p:sp>
      <p:sp>
        <p:nvSpPr>
          <p:cNvPr id="12" name="Shape 10"/>
          <p:cNvSpPr/>
          <p:nvPr/>
        </p:nvSpPr>
        <p:spPr>
          <a:xfrm>
            <a:off x="457200" y="1463040"/>
            <a:ext cx="1371600" cy="502920"/>
          </a:xfrm>
          <a:prstGeom prst="roundRect">
            <a:avLst>
              <a:gd name="adj" fmla="val 10909"/>
            </a:avLst>
          </a:prstGeom>
          <a:solidFill>
            <a:srgbClr val="028090"/>
          </a:solidFill>
          <a:ln w="12700">
            <a:solidFill>
              <a:srgbClr val="028090"/>
            </a:solidFill>
            <a:prstDash val="solid"/>
          </a:ln>
        </p:spPr>
        <p:txBody>
          <a:bodyPr/>
          <a:lstStyle/>
          <a:p>
            <a:endParaRPr lang="en-US"/>
          </a:p>
        </p:txBody>
      </p:sp>
      <p:sp>
        <p:nvSpPr>
          <p:cNvPr id="13" name="Text 11"/>
          <p:cNvSpPr/>
          <p:nvPr/>
        </p:nvSpPr>
        <p:spPr>
          <a:xfrm>
            <a:off x="457200" y="1463040"/>
            <a:ext cx="1371600" cy="502920"/>
          </a:xfrm>
          <a:prstGeom prst="rect">
            <a:avLst/>
          </a:prstGeom>
          <a:noFill/>
          <a:ln/>
        </p:spPr>
        <p:txBody>
          <a:bodyPr wrap="square" lIns="0" tIns="0" rIns="0" bIns="0" rtlCol="0" anchor="ctr"/>
          <a:lstStyle/>
          <a:p>
            <a:pPr marL="0" indent="0" algn="ctr">
              <a:buNone/>
            </a:pPr>
            <a:r>
              <a:rPr lang="en-US" sz="1200" b="1" dirty="0">
                <a:solidFill>
                  <a:srgbClr val="FFFFFF"/>
                </a:solidFill>
              </a:rPr>
              <a:t>ERP</a:t>
            </a:r>
            <a:endParaRPr lang="en-US" sz="1200" dirty="0"/>
          </a:p>
        </p:txBody>
      </p:sp>
      <p:sp>
        <p:nvSpPr>
          <p:cNvPr id="14" name="Shape 12"/>
          <p:cNvSpPr/>
          <p:nvPr/>
        </p:nvSpPr>
        <p:spPr>
          <a:xfrm>
            <a:off x="1828800" y="1709928"/>
            <a:ext cx="1828800" cy="1353312"/>
          </a:xfrm>
          <a:prstGeom prst="line">
            <a:avLst/>
          </a:prstGeom>
          <a:noFill/>
          <a:ln w="12700">
            <a:solidFill>
              <a:srgbClr val="00A896"/>
            </a:solidFill>
            <a:prstDash val="solid"/>
          </a:ln>
        </p:spPr>
        <p:txBody>
          <a:bodyPr/>
          <a:lstStyle/>
          <a:p>
            <a:endParaRPr lang="en-US"/>
          </a:p>
        </p:txBody>
      </p:sp>
      <p:sp>
        <p:nvSpPr>
          <p:cNvPr id="15" name="Shape 13"/>
          <p:cNvSpPr/>
          <p:nvPr/>
        </p:nvSpPr>
        <p:spPr>
          <a:xfrm>
            <a:off x="7315200" y="1463040"/>
            <a:ext cx="1371600" cy="502920"/>
          </a:xfrm>
          <a:prstGeom prst="roundRect">
            <a:avLst>
              <a:gd name="adj" fmla="val 10909"/>
            </a:avLst>
          </a:prstGeom>
          <a:solidFill>
            <a:srgbClr val="028090"/>
          </a:solidFill>
          <a:ln w="12700">
            <a:solidFill>
              <a:srgbClr val="028090"/>
            </a:solidFill>
            <a:prstDash val="solid"/>
          </a:ln>
        </p:spPr>
        <p:txBody>
          <a:bodyPr/>
          <a:lstStyle/>
          <a:p>
            <a:endParaRPr lang="en-US"/>
          </a:p>
        </p:txBody>
      </p:sp>
      <p:sp>
        <p:nvSpPr>
          <p:cNvPr id="16" name="Text 14"/>
          <p:cNvSpPr/>
          <p:nvPr/>
        </p:nvSpPr>
        <p:spPr>
          <a:xfrm>
            <a:off x="7315200" y="1463040"/>
            <a:ext cx="1371600" cy="502920"/>
          </a:xfrm>
          <a:prstGeom prst="rect">
            <a:avLst/>
          </a:prstGeom>
          <a:noFill/>
          <a:ln/>
        </p:spPr>
        <p:txBody>
          <a:bodyPr wrap="square" lIns="0" tIns="0" rIns="0" bIns="0" rtlCol="0" anchor="ctr"/>
          <a:lstStyle/>
          <a:p>
            <a:pPr marL="0" indent="0" algn="ctr">
              <a:buNone/>
            </a:pPr>
            <a:r>
              <a:rPr lang="en-US" sz="1200" b="1" dirty="0">
                <a:solidFill>
                  <a:srgbClr val="FFFFFF"/>
                </a:solidFill>
              </a:rPr>
              <a:t>CRM</a:t>
            </a:r>
            <a:endParaRPr lang="en-US" sz="1200" dirty="0"/>
          </a:p>
        </p:txBody>
      </p:sp>
      <p:sp>
        <p:nvSpPr>
          <p:cNvPr id="17" name="Shape 15"/>
          <p:cNvSpPr/>
          <p:nvPr/>
        </p:nvSpPr>
        <p:spPr>
          <a:xfrm flipV="1">
            <a:off x="5486400" y="1709928"/>
            <a:ext cx="1828800" cy="1307592"/>
          </a:xfrm>
          <a:prstGeom prst="line">
            <a:avLst/>
          </a:prstGeom>
          <a:noFill/>
          <a:ln w="12700">
            <a:solidFill>
              <a:srgbClr val="00A896"/>
            </a:solidFill>
            <a:prstDash val="solid"/>
          </a:ln>
        </p:spPr>
        <p:txBody>
          <a:bodyPr/>
          <a:lstStyle/>
          <a:p>
            <a:endParaRPr lang="en-US"/>
          </a:p>
        </p:txBody>
      </p:sp>
      <p:sp>
        <p:nvSpPr>
          <p:cNvPr id="18" name="Shape 16"/>
          <p:cNvSpPr/>
          <p:nvPr/>
        </p:nvSpPr>
        <p:spPr>
          <a:xfrm>
            <a:off x="182880" y="2834640"/>
            <a:ext cx="1371600" cy="502920"/>
          </a:xfrm>
          <a:prstGeom prst="roundRect">
            <a:avLst>
              <a:gd name="adj" fmla="val 10909"/>
            </a:avLst>
          </a:prstGeom>
          <a:solidFill>
            <a:srgbClr val="028090"/>
          </a:solidFill>
          <a:ln w="12700">
            <a:solidFill>
              <a:srgbClr val="028090"/>
            </a:solidFill>
            <a:prstDash val="solid"/>
          </a:ln>
        </p:spPr>
        <p:txBody>
          <a:bodyPr/>
          <a:lstStyle/>
          <a:p>
            <a:endParaRPr lang="en-US"/>
          </a:p>
        </p:txBody>
      </p:sp>
      <p:sp>
        <p:nvSpPr>
          <p:cNvPr id="19" name="Text 17"/>
          <p:cNvSpPr/>
          <p:nvPr/>
        </p:nvSpPr>
        <p:spPr>
          <a:xfrm>
            <a:off x="182880" y="2834640"/>
            <a:ext cx="1371600" cy="502920"/>
          </a:xfrm>
          <a:prstGeom prst="rect">
            <a:avLst/>
          </a:prstGeom>
          <a:noFill/>
          <a:ln/>
        </p:spPr>
        <p:txBody>
          <a:bodyPr wrap="square" lIns="0" tIns="0" rIns="0" bIns="0" rtlCol="0" anchor="ctr"/>
          <a:lstStyle/>
          <a:p>
            <a:pPr marL="0" indent="0" algn="ctr">
              <a:buNone/>
            </a:pPr>
            <a:r>
              <a:rPr lang="en-US" sz="1200" b="1" dirty="0">
                <a:solidFill>
                  <a:srgbClr val="FFFFFF"/>
                </a:solidFill>
              </a:rPr>
              <a:t>Billing</a:t>
            </a:r>
            <a:endParaRPr lang="en-US" sz="1200" dirty="0"/>
          </a:p>
        </p:txBody>
      </p:sp>
      <p:sp>
        <p:nvSpPr>
          <p:cNvPr id="20" name="Shape 18"/>
          <p:cNvSpPr/>
          <p:nvPr/>
        </p:nvSpPr>
        <p:spPr>
          <a:xfrm>
            <a:off x="1554480" y="3017520"/>
            <a:ext cx="2103120" cy="64008"/>
          </a:xfrm>
          <a:prstGeom prst="line">
            <a:avLst/>
          </a:prstGeom>
          <a:noFill/>
          <a:ln w="12700">
            <a:solidFill>
              <a:srgbClr val="00A896"/>
            </a:solidFill>
            <a:prstDash val="solid"/>
          </a:ln>
        </p:spPr>
        <p:txBody>
          <a:bodyPr/>
          <a:lstStyle/>
          <a:p>
            <a:endParaRPr lang="en-US"/>
          </a:p>
        </p:txBody>
      </p:sp>
      <p:sp>
        <p:nvSpPr>
          <p:cNvPr id="21" name="Shape 19"/>
          <p:cNvSpPr/>
          <p:nvPr/>
        </p:nvSpPr>
        <p:spPr>
          <a:xfrm>
            <a:off x="7589520" y="2834640"/>
            <a:ext cx="1371600" cy="502920"/>
          </a:xfrm>
          <a:prstGeom prst="roundRect">
            <a:avLst>
              <a:gd name="adj" fmla="val 10909"/>
            </a:avLst>
          </a:prstGeom>
          <a:solidFill>
            <a:srgbClr val="028090"/>
          </a:solidFill>
          <a:ln w="12700">
            <a:solidFill>
              <a:srgbClr val="028090"/>
            </a:solidFill>
            <a:prstDash val="solid"/>
          </a:ln>
        </p:spPr>
        <p:txBody>
          <a:bodyPr/>
          <a:lstStyle/>
          <a:p>
            <a:endParaRPr lang="en-US"/>
          </a:p>
        </p:txBody>
      </p:sp>
      <p:sp>
        <p:nvSpPr>
          <p:cNvPr id="22" name="Text 20"/>
          <p:cNvSpPr/>
          <p:nvPr/>
        </p:nvSpPr>
        <p:spPr>
          <a:xfrm>
            <a:off x="7589520" y="2834640"/>
            <a:ext cx="1371600" cy="502920"/>
          </a:xfrm>
          <a:prstGeom prst="rect">
            <a:avLst/>
          </a:prstGeom>
          <a:noFill/>
          <a:ln/>
        </p:spPr>
        <p:txBody>
          <a:bodyPr wrap="square" lIns="0" tIns="0" rIns="0" bIns="0" rtlCol="0" anchor="ctr"/>
          <a:lstStyle/>
          <a:p>
            <a:pPr marL="0" indent="0" algn="ctr">
              <a:buNone/>
            </a:pPr>
            <a:r>
              <a:rPr lang="en-US" sz="1200" b="1" dirty="0">
                <a:solidFill>
                  <a:srgbClr val="FFFFFF"/>
                </a:solidFill>
              </a:rPr>
              <a:t>Data Lake</a:t>
            </a:r>
            <a:endParaRPr lang="en-US" sz="1200" dirty="0"/>
          </a:p>
        </p:txBody>
      </p:sp>
      <p:sp>
        <p:nvSpPr>
          <p:cNvPr id="23" name="Shape 21"/>
          <p:cNvSpPr/>
          <p:nvPr/>
        </p:nvSpPr>
        <p:spPr>
          <a:xfrm>
            <a:off x="5486400" y="3017520"/>
            <a:ext cx="2103120" cy="64008"/>
          </a:xfrm>
          <a:prstGeom prst="line">
            <a:avLst/>
          </a:prstGeom>
          <a:noFill/>
          <a:ln w="12700">
            <a:solidFill>
              <a:srgbClr val="00A896"/>
            </a:solidFill>
            <a:prstDash val="solid"/>
          </a:ln>
        </p:spPr>
        <p:txBody>
          <a:bodyPr/>
          <a:lstStyle/>
          <a:p>
            <a:endParaRPr lang="en-US"/>
          </a:p>
        </p:txBody>
      </p:sp>
      <p:sp>
        <p:nvSpPr>
          <p:cNvPr id="24" name="Shape 22"/>
          <p:cNvSpPr/>
          <p:nvPr/>
        </p:nvSpPr>
        <p:spPr>
          <a:xfrm>
            <a:off x="731520" y="4206240"/>
            <a:ext cx="1371600" cy="502920"/>
          </a:xfrm>
          <a:prstGeom prst="roundRect">
            <a:avLst>
              <a:gd name="adj" fmla="val 10909"/>
            </a:avLst>
          </a:prstGeom>
          <a:solidFill>
            <a:srgbClr val="028090"/>
          </a:solidFill>
          <a:ln w="12700">
            <a:solidFill>
              <a:srgbClr val="028090"/>
            </a:solidFill>
            <a:prstDash val="solid"/>
          </a:ln>
        </p:spPr>
        <p:txBody>
          <a:bodyPr/>
          <a:lstStyle/>
          <a:p>
            <a:endParaRPr lang="en-US"/>
          </a:p>
        </p:txBody>
      </p:sp>
      <p:sp>
        <p:nvSpPr>
          <p:cNvPr id="25" name="Text 23"/>
          <p:cNvSpPr/>
          <p:nvPr/>
        </p:nvSpPr>
        <p:spPr>
          <a:xfrm>
            <a:off x="731520" y="4206240"/>
            <a:ext cx="1371600" cy="502920"/>
          </a:xfrm>
          <a:prstGeom prst="rect">
            <a:avLst/>
          </a:prstGeom>
          <a:noFill/>
          <a:ln/>
        </p:spPr>
        <p:txBody>
          <a:bodyPr wrap="square" lIns="0" tIns="0" rIns="0" bIns="0" rtlCol="0" anchor="ctr"/>
          <a:lstStyle/>
          <a:p>
            <a:pPr marL="0" indent="0" algn="ctr">
              <a:buNone/>
            </a:pPr>
            <a:r>
              <a:rPr lang="en-US" sz="1200" b="1" dirty="0">
                <a:solidFill>
                  <a:srgbClr val="FFFFFF"/>
                </a:solidFill>
              </a:rPr>
              <a:t>Legacy</a:t>
            </a:r>
            <a:endParaRPr lang="en-US" sz="1200" dirty="0"/>
          </a:p>
        </p:txBody>
      </p:sp>
      <p:sp>
        <p:nvSpPr>
          <p:cNvPr id="26" name="Shape 24"/>
          <p:cNvSpPr/>
          <p:nvPr/>
        </p:nvSpPr>
        <p:spPr>
          <a:xfrm flipV="1">
            <a:off x="2103120" y="3063240"/>
            <a:ext cx="1554480" cy="1389888"/>
          </a:xfrm>
          <a:prstGeom prst="line">
            <a:avLst/>
          </a:prstGeom>
          <a:noFill/>
          <a:ln w="12700">
            <a:solidFill>
              <a:srgbClr val="00A896"/>
            </a:solidFill>
            <a:prstDash val="solid"/>
          </a:ln>
        </p:spPr>
        <p:txBody>
          <a:bodyPr/>
          <a:lstStyle/>
          <a:p>
            <a:endParaRPr lang="en-US"/>
          </a:p>
        </p:txBody>
      </p:sp>
      <p:sp>
        <p:nvSpPr>
          <p:cNvPr id="27" name="Shape 25"/>
          <p:cNvSpPr/>
          <p:nvPr/>
        </p:nvSpPr>
        <p:spPr>
          <a:xfrm>
            <a:off x="7040880" y="4206240"/>
            <a:ext cx="1371600" cy="502920"/>
          </a:xfrm>
          <a:prstGeom prst="roundRect">
            <a:avLst>
              <a:gd name="adj" fmla="val 10909"/>
            </a:avLst>
          </a:prstGeom>
          <a:solidFill>
            <a:srgbClr val="028090"/>
          </a:solidFill>
          <a:ln w="12700">
            <a:solidFill>
              <a:srgbClr val="028090"/>
            </a:solidFill>
            <a:prstDash val="solid"/>
          </a:ln>
        </p:spPr>
        <p:txBody>
          <a:bodyPr/>
          <a:lstStyle/>
          <a:p>
            <a:endParaRPr lang="en-US"/>
          </a:p>
        </p:txBody>
      </p:sp>
      <p:sp>
        <p:nvSpPr>
          <p:cNvPr id="28" name="Text 26"/>
          <p:cNvSpPr/>
          <p:nvPr/>
        </p:nvSpPr>
        <p:spPr>
          <a:xfrm>
            <a:off x="7040880" y="4206240"/>
            <a:ext cx="1371600" cy="502920"/>
          </a:xfrm>
          <a:prstGeom prst="rect">
            <a:avLst/>
          </a:prstGeom>
          <a:noFill/>
          <a:ln/>
        </p:spPr>
        <p:txBody>
          <a:bodyPr wrap="square" lIns="0" tIns="0" rIns="0" bIns="0" rtlCol="0" anchor="ctr"/>
          <a:lstStyle/>
          <a:p>
            <a:pPr marL="0" indent="0" algn="ctr">
              <a:buNone/>
            </a:pPr>
            <a:r>
              <a:rPr lang="en-US" sz="1200" b="1" dirty="0">
                <a:solidFill>
                  <a:srgbClr val="FFFFFF"/>
                </a:solidFill>
              </a:rPr>
              <a:t>Partner API</a:t>
            </a:r>
            <a:endParaRPr lang="en-US" sz="1200" dirty="0"/>
          </a:p>
        </p:txBody>
      </p:sp>
      <p:sp>
        <p:nvSpPr>
          <p:cNvPr id="29" name="Shape 27"/>
          <p:cNvSpPr/>
          <p:nvPr/>
        </p:nvSpPr>
        <p:spPr>
          <a:xfrm>
            <a:off x="5486400" y="3017520"/>
            <a:ext cx="1554480" cy="1435608"/>
          </a:xfrm>
          <a:prstGeom prst="line">
            <a:avLst/>
          </a:prstGeom>
          <a:noFill/>
          <a:ln w="12700">
            <a:solidFill>
              <a:srgbClr val="00A896"/>
            </a:solidFill>
            <a:prstDash val="solid"/>
          </a:ln>
        </p:spPr>
        <p:txBody>
          <a:bodyPr/>
          <a:lstStyle/>
          <a:p>
            <a:endParaRPr lang="en-US"/>
          </a:p>
        </p:txBody>
      </p:sp>
      <p:sp>
        <p:nvSpPr>
          <p:cNvPr id="30" name="Text 28"/>
          <p:cNvSpPr/>
          <p:nvPr/>
        </p:nvSpPr>
        <p:spPr>
          <a:xfrm>
            <a:off x="457200" y="4617720"/>
            <a:ext cx="8229600" cy="274320"/>
          </a:xfrm>
          <a:prstGeom prst="rect">
            <a:avLst/>
          </a:prstGeom>
          <a:noFill/>
          <a:ln/>
        </p:spPr>
        <p:txBody>
          <a:bodyPr wrap="square" lIns="0" tIns="0" rIns="0" bIns="0" rtlCol="0" anchor="ctr"/>
          <a:lstStyle/>
          <a:p>
            <a:pPr marL="0" indent="0" algn="ctr">
              <a:buNone/>
            </a:pPr>
            <a:r>
              <a:rPr lang="en-US" sz="1100" i="1" dirty="0">
                <a:solidFill>
                  <a:srgbClr val="0F2A47"/>
                </a:solidFill>
              </a:rPr>
              <a:t>Shared vocabulary · standardized integration · visible concept coverage</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6400800" cy="6400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The Mapping Catalog</a:t>
            </a:r>
            <a:endParaRPr lang="en-US" sz="2400" dirty="0"/>
          </a:p>
        </p:txBody>
      </p:sp>
      <p:sp>
        <p:nvSpPr>
          <p:cNvPr id="5" name="Shape 3"/>
          <p:cNvSpPr/>
          <p:nvPr/>
        </p:nvSpPr>
        <p:spPr>
          <a:xfrm>
            <a:off x="6766560" y="201168"/>
            <a:ext cx="1371600" cy="411480"/>
          </a:xfrm>
          <a:prstGeom prst="roundRect">
            <a:avLst>
              <a:gd name="adj" fmla="val 13333"/>
            </a:avLst>
          </a:prstGeom>
          <a:solidFill>
            <a:srgbClr val="00A896"/>
          </a:solidFill>
          <a:ln w="12700">
            <a:solidFill>
              <a:srgbClr val="00A896"/>
            </a:solidFill>
            <a:prstDash val="solid"/>
          </a:ln>
        </p:spPr>
        <p:txBody>
          <a:bodyPr/>
          <a:lstStyle/>
          <a:p>
            <a:endParaRPr lang="en-US"/>
          </a:p>
        </p:txBody>
      </p:sp>
      <p:sp>
        <p:nvSpPr>
          <p:cNvPr id="6" name="Text 4"/>
          <p:cNvSpPr/>
          <p:nvPr/>
        </p:nvSpPr>
        <p:spPr>
          <a:xfrm>
            <a:off x="6766560" y="201168"/>
            <a:ext cx="1371600" cy="411480"/>
          </a:xfrm>
          <a:prstGeom prst="rect">
            <a:avLst/>
          </a:prstGeom>
          <a:noFill/>
          <a:ln/>
        </p:spPr>
        <p:txBody>
          <a:bodyPr wrap="square" lIns="0" tIns="0" rIns="0" bIns="0" rtlCol="0" anchor="ctr"/>
          <a:lstStyle/>
          <a:p>
            <a:pPr marL="0" indent="0" algn="ctr">
              <a:buNone/>
            </a:pPr>
            <a:r>
              <a:rPr lang="en-US" sz="1000" b="1" kern="0" spc="200" dirty="0">
                <a:solidFill>
                  <a:srgbClr val="FFFFFF"/>
                </a:solidFill>
              </a:rPr>
              <a:t>✓  DELIVERED</a:t>
            </a:r>
            <a:endParaRPr lang="en-US" sz="1000" dirty="0"/>
          </a:p>
        </p:txBody>
      </p:sp>
      <p:sp>
        <p:nvSpPr>
          <p:cNvPr id="7" name="Text 5"/>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Appendix · Searchable layer above approved mapping assets — live in the workspace today</a:t>
            </a:r>
            <a:endParaRPr lang="en-US" sz="1100" dirty="0"/>
          </a:p>
        </p:txBody>
      </p:sp>
      <p:sp>
        <p:nvSpPr>
          <p:cNvPr id="8" name="Shape 6"/>
          <p:cNvSpPr/>
          <p:nvPr/>
        </p:nvSpPr>
        <p:spPr>
          <a:xfrm>
            <a:off x="365760" y="1371600"/>
            <a:ext cx="5212080" cy="3383280"/>
          </a:xfrm>
          <a:prstGeom prst="rect">
            <a:avLst/>
          </a:prstGeom>
          <a:solidFill>
            <a:srgbClr val="FFFFFF"/>
          </a:solidFill>
          <a:ln w="9525">
            <a:solidFill>
              <a:srgbClr val="D8D3C7"/>
            </a:solidFill>
            <a:prstDash val="solid"/>
          </a:ln>
        </p:spPr>
        <p:txBody>
          <a:bodyPr/>
          <a:lstStyle/>
          <a:p>
            <a:endParaRPr lang="en-US"/>
          </a:p>
        </p:txBody>
      </p:sp>
      <p:sp>
        <p:nvSpPr>
          <p:cNvPr id="9" name="Shape 7"/>
          <p:cNvSpPr/>
          <p:nvPr/>
        </p:nvSpPr>
        <p:spPr>
          <a:xfrm>
            <a:off x="365760" y="1371600"/>
            <a:ext cx="73152" cy="3383280"/>
          </a:xfrm>
          <a:prstGeom prst="rect">
            <a:avLst/>
          </a:prstGeom>
          <a:solidFill>
            <a:srgbClr val="00A896"/>
          </a:solidFill>
          <a:ln w="12700">
            <a:solidFill>
              <a:srgbClr val="00A896"/>
            </a:solidFill>
            <a:prstDash val="solid"/>
          </a:ln>
        </p:spPr>
        <p:txBody>
          <a:bodyPr/>
          <a:lstStyle/>
          <a:p>
            <a:endParaRPr lang="en-US"/>
          </a:p>
        </p:txBody>
      </p:sp>
      <p:sp>
        <p:nvSpPr>
          <p:cNvPr id="10" name="Text 8"/>
          <p:cNvSpPr/>
          <p:nvPr/>
        </p:nvSpPr>
        <p:spPr>
          <a:xfrm>
            <a:off x="548640" y="1463040"/>
            <a:ext cx="4937760" cy="274320"/>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In the catalog right now</a:t>
            </a:r>
            <a:endParaRPr lang="en-US" sz="1300" dirty="0"/>
          </a:p>
        </p:txBody>
      </p:sp>
      <p:sp>
        <p:nvSpPr>
          <p:cNvPr id="11" name="Text 9"/>
          <p:cNvSpPr/>
          <p:nvPr/>
        </p:nvSpPr>
        <p:spPr>
          <a:xfrm>
            <a:off x="548640" y="1737360"/>
            <a:ext cx="4937760" cy="228600"/>
          </a:xfrm>
          <a:prstGeom prst="rect">
            <a:avLst/>
          </a:prstGeom>
          <a:noFill/>
          <a:ln/>
        </p:spPr>
        <p:txBody>
          <a:bodyPr wrap="square" lIns="0" tIns="0" rIns="0" bIns="0" rtlCol="0" anchor="ctr"/>
          <a:lstStyle/>
          <a:p>
            <a:pPr marL="0" indent="0">
              <a:buNone/>
            </a:pPr>
            <a:r>
              <a:rPr lang="en-US" sz="900" i="1" dirty="0">
                <a:solidFill>
                  <a:srgbClr val="64748B"/>
                </a:solidFill>
              </a:rPr>
              <a:t>Live entries · auto-fed from approved mapping sets</a:t>
            </a:r>
            <a:endParaRPr lang="en-US" sz="900" dirty="0"/>
          </a:p>
        </p:txBody>
      </p:sp>
      <p:sp>
        <p:nvSpPr>
          <p:cNvPr id="12" name="Shape 10"/>
          <p:cNvSpPr/>
          <p:nvPr/>
        </p:nvSpPr>
        <p:spPr>
          <a:xfrm>
            <a:off x="548640" y="2057400"/>
            <a:ext cx="1371600" cy="329184"/>
          </a:xfrm>
          <a:prstGeom prst="rect">
            <a:avLst/>
          </a:prstGeom>
          <a:solidFill>
            <a:srgbClr val="0F2A47"/>
          </a:solidFill>
          <a:ln w="12700">
            <a:solidFill>
              <a:srgbClr val="0F2A47"/>
            </a:solidFill>
            <a:prstDash val="solid"/>
          </a:ln>
        </p:spPr>
        <p:txBody>
          <a:bodyPr/>
          <a:lstStyle/>
          <a:p>
            <a:endParaRPr lang="en-US"/>
          </a:p>
        </p:txBody>
      </p:sp>
      <p:sp>
        <p:nvSpPr>
          <p:cNvPr id="13" name="Text 11"/>
          <p:cNvSpPr/>
          <p:nvPr/>
        </p:nvSpPr>
        <p:spPr>
          <a:xfrm>
            <a:off x="594360" y="2057400"/>
            <a:ext cx="1280160" cy="329184"/>
          </a:xfrm>
          <a:prstGeom prst="rect">
            <a:avLst/>
          </a:prstGeom>
          <a:noFill/>
          <a:ln/>
        </p:spPr>
        <p:txBody>
          <a:bodyPr wrap="square" lIns="0" tIns="0" rIns="0" bIns="0" rtlCol="0" anchor="ctr"/>
          <a:lstStyle/>
          <a:p>
            <a:pPr marL="0" indent="0">
              <a:buNone/>
            </a:pPr>
            <a:r>
              <a:rPr lang="en-US" sz="900" b="1" dirty="0">
                <a:solidFill>
                  <a:srgbClr val="FFFFFF"/>
                </a:solidFill>
              </a:rPr>
              <a:t>Integration</a:t>
            </a:r>
            <a:endParaRPr lang="en-US" sz="900" dirty="0"/>
          </a:p>
        </p:txBody>
      </p:sp>
      <p:sp>
        <p:nvSpPr>
          <p:cNvPr id="14" name="Shape 12"/>
          <p:cNvSpPr/>
          <p:nvPr/>
        </p:nvSpPr>
        <p:spPr>
          <a:xfrm>
            <a:off x="1920240" y="2057400"/>
            <a:ext cx="777240" cy="329184"/>
          </a:xfrm>
          <a:prstGeom prst="rect">
            <a:avLst/>
          </a:prstGeom>
          <a:solidFill>
            <a:srgbClr val="0F2A47"/>
          </a:solidFill>
          <a:ln w="12700">
            <a:solidFill>
              <a:srgbClr val="0F2A47"/>
            </a:solidFill>
            <a:prstDash val="solid"/>
          </a:ln>
        </p:spPr>
        <p:txBody>
          <a:bodyPr/>
          <a:lstStyle/>
          <a:p>
            <a:endParaRPr lang="en-US"/>
          </a:p>
        </p:txBody>
      </p:sp>
      <p:sp>
        <p:nvSpPr>
          <p:cNvPr id="15" name="Text 13"/>
          <p:cNvSpPr/>
          <p:nvPr/>
        </p:nvSpPr>
        <p:spPr>
          <a:xfrm>
            <a:off x="1965960" y="2057400"/>
            <a:ext cx="685800" cy="329184"/>
          </a:xfrm>
          <a:prstGeom prst="rect">
            <a:avLst/>
          </a:prstGeom>
          <a:noFill/>
          <a:ln/>
        </p:spPr>
        <p:txBody>
          <a:bodyPr wrap="square" lIns="0" tIns="0" rIns="0" bIns="0" rtlCol="0" anchor="ctr"/>
          <a:lstStyle/>
          <a:p>
            <a:pPr marL="0" indent="0">
              <a:buNone/>
            </a:pPr>
            <a:r>
              <a:rPr lang="en-US" sz="900" b="1" dirty="0">
                <a:solidFill>
                  <a:srgbClr val="FFFFFF"/>
                </a:solidFill>
              </a:rPr>
              <a:t>Source</a:t>
            </a:r>
            <a:endParaRPr lang="en-US" sz="900" dirty="0"/>
          </a:p>
        </p:txBody>
      </p:sp>
      <p:sp>
        <p:nvSpPr>
          <p:cNvPr id="16" name="Shape 14"/>
          <p:cNvSpPr/>
          <p:nvPr/>
        </p:nvSpPr>
        <p:spPr>
          <a:xfrm>
            <a:off x="2697480" y="2057400"/>
            <a:ext cx="868680" cy="329184"/>
          </a:xfrm>
          <a:prstGeom prst="rect">
            <a:avLst/>
          </a:prstGeom>
          <a:solidFill>
            <a:srgbClr val="0F2A47"/>
          </a:solidFill>
          <a:ln w="12700">
            <a:solidFill>
              <a:srgbClr val="0F2A47"/>
            </a:solidFill>
            <a:prstDash val="solid"/>
          </a:ln>
        </p:spPr>
        <p:txBody>
          <a:bodyPr/>
          <a:lstStyle/>
          <a:p>
            <a:endParaRPr lang="en-US"/>
          </a:p>
        </p:txBody>
      </p:sp>
      <p:sp>
        <p:nvSpPr>
          <p:cNvPr id="17" name="Text 15"/>
          <p:cNvSpPr/>
          <p:nvPr/>
        </p:nvSpPr>
        <p:spPr>
          <a:xfrm>
            <a:off x="2743200" y="2057400"/>
            <a:ext cx="777240" cy="329184"/>
          </a:xfrm>
          <a:prstGeom prst="rect">
            <a:avLst/>
          </a:prstGeom>
          <a:noFill/>
          <a:ln/>
        </p:spPr>
        <p:txBody>
          <a:bodyPr wrap="square" lIns="0" tIns="0" rIns="0" bIns="0" rtlCol="0" anchor="ctr"/>
          <a:lstStyle/>
          <a:p>
            <a:pPr marL="0" indent="0">
              <a:buNone/>
            </a:pPr>
            <a:r>
              <a:rPr lang="en-US" sz="900" b="1" dirty="0">
                <a:solidFill>
                  <a:srgbClr val="FFFFFF"/>
                </a:solidFill>
              </a:rPr>
              <a:t>Target</a:t>
            </a:r>
            <a:endParaRPr lang="en-US" sz="900" dirty="0"/>
          </a:p>
        </p:txBody>
      </p:sp>
      <p:sp>
        <p:nvSpPr>
          <p:cNvPr id="18" name="Shape 16"/>
          <p:cNvSpPr/>
          <p:nvPr/>
        </p:nvSpPr>
        <p:spPr>
          <a:xfrm>
            <a:off x="3566160" y="2057400"/>
            <a:ext cx="1097280" cy="329184"/>
          </a:xfrm>
          <a:prstGeom prst="rect">
            <a:avLst/>
          </a:prstGeom>
          <a:solidFill>
            <a:srgbClr val="0F2A47"/>
          </a:solidFill>
          <a:ln w="12700">
            <a:solidFill>
              <a:srgbClr val="0F2A47"/>
            </a:solidFill>
            <a:prstDash val="solid"/>
          </a:ln>
        </p:spPr>
        <p:txBody>
          <a:bodyPr/>
          <a:lstStyle/>
          <a:p>
            <a:endParaRPr lang="en-US"/>
          </a:p>
        </p:txBody>
      </p:sp>
      <p:sp>
        <p:nvSpPr>
          <p:cNvPr id="19" name="Text 17"/>
          <p:cNvSpPr/>
          <p:nvPr/>
        </p:nvSpPr>
        <p:spPr>
          <a:xfrm>
            <a:off x="3611880" y="2057400"/>
            <a:ext cx="1005840" cy="329184"/>
          </a:xfrm>
          <a:prstGeom prst="rect">
            <a:avLst/>
          </a:prstGeom>
          <a:noFill/>
          <a:ln/>
        </p:spPr>
        <p:txBody>
          <a:bodyPr wrap="square" lIns="0" tIns="0" rIns="0" bIns="0" rtlCol="0" anchor="ctr"/>
          <a:lstStyle/>
          <a:p>
            <a:pPr marL="0" indent="0">
              <a:buNone/>
            </a:pPr>
            <a:r>
              <a:rPr lang="en-US" sz="900" b="1" dirty="0">
                <a:solidFill>
                  <a:srgbClr val="FFFFFF"/>
                </a:solidFill>
              </a:rPr>
              <a:t>Concept</a:t>
            </a:r>
            <a:endParaRPr lang="en-US" sz="900" dirty="0"/>
          </a:p>
        </p:txBody>
      </p:sp>
      <p:sp>
        <p:nvSpPr>
          <p:cNvPr id="20" name="Shape 18"/>
          <p:cNvSpPr/>
          <p:nvPr/>
        </p:nvSpPr>
        <p:spPr>
          <a:xfrm>
            <a:off x="4663440" y="2057400"/>
            <a:ext cx="822960" cy="329184"/>
          </a:xfrm>
          <a:prstGeom prst="rect">
            <a:avLst/>
          </a:prstGeom>
          <a:solidFill>
            <a:srgbClr val="0F2A47"/>
          </a:solidFill>
          <a:ln w="12700">
            <a:solidFill>
              <a:srgbClr val="0F2A47"/>
            </a:solidFill>
            <a:prstDash val="solid"/>
          </a:ln>
        </p:spPr>
        <p:txBody>
          <a:bodyPr/>
          <a:lstStyle/>
          <a:p>
            <a:endParaRPr lang="en-US"/>
          </a:p>
        </p:txBody>
      </p:sp>
      <p:sp>
        <p:nvSpPr>
          <p:cNvPr id="21" name="Text 19"/>
          <p:cNvSpPr/>
          <p:nvPr/>
        </p:nvSpPr>
        <p:spPr>
          <a:xfrm>
            <a:off x="4709160" y="2057400"/>
            <a:ext cx="731520" cy="329184"/>
          </a:xfrm>
          <a:prstGeom prst="rect">
            <a:avLst/>
          </a:prstGeom>
          <a:noFill/>
          <a:ln/>
        </p:spPr>
        <p:txBody>
          <a:bodyPr wrap="square" lIns="0" tIns="0" rIns="0" bIns="0" rtlCol="0" anchor="ctr"/>
          <a:lstStyle/>
          <a:p>
            <a:pPr marL="0" indent="0">
              <a:buNone/>
            </a:pPr>
            <a:r>
              <a:rPr lang="en-US" sz="900" b="1" dirty="0">
                <a:solidFill>
                  <a:srgbClr val="FFFFFF"/>
                </a:solidFill>
              </a:rPr>
              <a:t>Status</a:t>
            </a:r>
            <a:endParaRPr lang="en-US" sz="900" dirty="0"/>
          </a:p>
        </p:txBody>
      </p:sp>
      <p:sp>
        <p:nvSpPr>
          <p:cNvPr id="22" name="Shape 20"/>
          <p:cNvSpPr/>
          <p:nvPr/>
        </p:nvSpPr>
        <p:spPr>
          <a:xfrm>
            <a:off x="548640" y="2386584"/>
            <a:ext cx="1371600" cy="329184"/>
          </a:xfrm>
          <a:prstGeom prst="rect">
            <a:avLst/>
          </a:prstGeom>
          <a:solidFill>
            <a:srgbClr val="FFFFFF"/>
          </a:solidFill>
          <a:ln w="5080">
            <a:solidFill>
              <a:srgbClr val="D8D3C7"/>
            </a:solidFill>
            <a:prstDash val="solid"/>
          </a:ln>
        </p:spPr>
        <p:txBody>
          <a:bodyPr/>
          <a:lstStyle/>
          <a:p>
            <a:endParaRPr lang="en-US"/>
          </a:p>
        </p:txBody>
      </p:sp>
      <p:sp>
        <p:nvSpPr>
          <p:cNvPr id="23" name="Text 21"/>
          <p:cNvSpPr/>
          <p:nvPr/>
        </p:nvSpPr>
        <p:spPr>
          <a:xfrm>
            <a:off x="594360" y="2386584"/>
            <a:ext cx="1280160" cy="329184"/>
          </a:xfrm>
          <a:prstGeom prst="rect">
            <a:avLst/>
          </a:prstGeom>
          <a:noFill/>
          <a:ln/>
        </p:spPr>
        <p:txBody>
          <a:bodyPr wrap="square" lIns="0" tIns="0" rIns="0" bIns="0" rtlCol="0" anchor="ctr"/>
          <a:lstStyle/>
          <a:p>
            <a:pPr marL="0" indent="0">
              <a:buNone/>
            </a:pPr>
            <a:r>
              <a:rPr lang="en-US" sz="900" dirty="0">
                <a:solidFill>
                  <a:srgbClr val="1E293B"/>
                </a:solidFill>
              </a:rPr>
              <a:t>Customer sync</a:t>
            </a:r>
            <a:endParaRPr lang="en-US" sz="900" dirty="0"/>
          </a:p>
        </p:txBody>
      </p:sp>
      <p:sp>
        <p:nvSpPr>
          <p:cNvPr id="24" name="Shape 22"/>
          <p:cNvSpPr/>
          <p:nvPr/>
        </p:nvSpPr>
        <p:spPr>
          <a:xfrm>
            <a:off x="1920240" y="2386584"/>
            <a:ext cx="777240" cy="329184"/>
          </a:xfrm>
          <a:prstGeom prst="rect">
            <a:avLst/>
          </a:prstGeom>
          <a:solidFill>
            <a:srgbClr val="FFFFFF"/>
          </a:solidFill>
          <a:ln w="5080">
            <a:solidFill>
              <a:srgbClr val="D8D3C7"/>
            </a:solidFill>
            <a:prstDash val="solid"/>
          </a:ln>
        </p:spPr>
        <p:txBody>
          <a:bodyPr/>
          <a:lstStyle/>
          <a:p>
            <a:endParaRPr lang="en-US"/>
          </a:p>
        </p:txBody>
      </p:sp>
      <p:sp>
        <p:nvSpPr>
          <p:cNvPr id="25" name="Text 23"/>
          <p:cNvSpPr/>
          <p:nvPr/>
        </p:nvSpPr>
        <p:spPr>
          <a:xfrm>
            <a:off x="1965960" y="2386584"/>
            <a:ext cx="685800" cy="329184"/>
          </a:xfrm>
          <a:prstGeom prst="rect">
            <a:avLst/>
          </a:prstGeom>
          <a:noFill/>
          <a:ln/>
        </p:spPr>
        <p:txBody>
          <a:bodyPr wrap="square" lIns="0" tIns="0" rIns="0" bIns="0" rtlCol="0" anchor="ctr"/>
          <a:lstStyle/>
          <a:p>
            <a:pPr marL="0" indent="0">
              <a:buNone/>
            </a:pPr>
            <a:r>
              <a:rPr lang="en-US" sz="900" dirty="0">
                <a:solidFill>
                  <a:srgbClr val="1E293B"/>
                </a:solidFill>
              </a:rPr>
              <a:t>ERP</a:t>
            </a:r>
            <a:endParaRPr lang="en-US" sz="900" dirty="0"/>
          </a:p>
        </p:txBody>
      </p:sp>
      <p:sp>
        <p:nvSpPr>
          <p:cNvPr id="26" name="Shape 24"/>
          <p:cNvSpPr/>
          <p:nvPr/>
        </p:nvSpPr>
        <p:spPr>
          <a:xfrm>
            <a:off x="2697480" y="2386584"/>
            <a:ext cx="868680" cy="329184"/>
          </a:xfrm>
          <a:prstGeom prst="rect">
            <a:avLst/>
          </a:prstGeom>
          <a:solidFill>
            <a:srgbClr val="FFFFFF"/>
          </a:solidFill>
          <a:ln w="5080">
            <a:solidFill>
              <a:srgbClr val="D8D3C7"/>
            </a:solidFill>
            <a:prstDash val="solid"/>
          </a:ln>
        </p:spPr>
        <p:txBody>
          <a:bodyPr/>
          <a:lstStyle/>
          <a:p>
            <a:endParaRPr lang="en-US"/>
          </a:p>
        </p:txBody>
      </p:sp>
      <p:sp>
        <p:nvSpPr>
          <p:cNvPr id="27" name="Text 25"/>
          <p:cNvSpPr/>
          <p:nvPr/>
        </p:nvSpPr>
        <p:spPr>
          <a:xfrm>
            <a:off x="2743200" y="2386584"/>
            <a:ext cx="777240" cy="329184"/>
          </a:xfrm>
          <a:prstGeom prst="rect">
            <a:avLst/>
          </a:prstGeom>
          <a:noFill/>
          <a:ln/>
        </p:spPr>
        <p:txBody>
          <a:bodyPr wrap="square" lIns="0" tIns="0" rIns="0" bIns="0" rtlCol="0" anchor="ctr"/>
          <a:lstStyle/>
          <a:p>
            <a:pPr marL="0" indent="0">
              <a:buNone/>
            </a:pPr>
            <a:r>
              <a:rPr lang="en-US" sz="900" dirty="0">
                <a:solidFill>
                  <a:srgbClr val="1E293B"/>
                </a:solidFill>
              </a:rPr>
              <a:t>CRM</a:t>
            </a:r>
            <a:endParaRPr lang="en-US" sz="900" dirty="0"/>
          </a:p>
        </p:txBody>
      </p:sp>
      <p:sp>
        <p:nvSpPr>
          <p:cNvPr id="28" name="Shape 26"/>
          <p:cNvSpPr/>
          <p:nvPr/>
        </p:nvSpPr>
        <p:spPr>
          <a:xfrm>
            <a:off x="3566160" y="2386584"/>
            <a:ext cx="1097280" cy="329184"/>
          </a:xfrm>
          <a:prstGeom prst="rect">
            <a:avLst/>
          </a:prstGeom>
          <a:solidFill>
            <a:srgbClr val="FFFFFF"/>
          </a:solidFill>
          <a:ln w="5080">
            <a:solidFill>
              <a:srgbClr val="D8D3C7"/>
            </a:solidFill>
            <a:prstDash val="solid"/>
          </a:ln>
        </p:spPr>
        <p:txBody>
          <a:bodyPr/>
          <a:lstStyle/>
          <a:p>
            <a:endParaRPr lang="en-US"/>
          </a:p>
        </p:txBody>
      </p:sp>
      <p:sp>
        <p:nvSpPr>
          <p:cNvPr id="29" name="Text 27"/>
          <p:cNvSpPr/>
          <p:nvPr/>
        </p:nvSpPr>
        <p:spPr>
          <a:xfrm>
            <a:off x="3611880" y="2386584"/>
            <a:ext cx="1005840" cy="329184"/>
          </a:xfrm>
          <a:prstGeom prst="rect">
            <a:avLst/>
          </a:prstGeom>
          <a:noFill/>
          <a:ln/>
        </p:spPr>
        <p:txBody>
          <a:bodyPr wrap="square" lIns="0" tIns="0" rIns="0" bIns="0" rtlCol="0" anchor="ctr"/>
          <a:lstStyle/>
          <a:p>
            <a:pPr marL="0" indent="0">
              <a:buNone/>
            </a:pPr>
            <a:r>
              <a:rPr lang="en-US" sz="900" dirty="0">
                <a:solidFill>
                  <a:srgbClr val="1E293B"/>
                </a:solidFill>
              </a:rPr>
              <a:t>customer.id</a:t>
            </a:r>
            <a:endParaRPr lang="en-US" sz="900" dirty="0"/>
          </a:p>
        </p:txBody>
      </p:sp>
      <p:sp>
        <p:nvSpPr>
          <p:cNvPr id="30" name="Shape 28"/>
          <p:cNvSpPr/>
          <p:nvPr/>
        </p:nvSpPr>
        <p:spPr>
          <a:xfrm>
            <a:off x="4663440" y="2386584"/>
            <a:ext cx="822960" cy="329184"/>
          </a:xfrm>
          <a:prstGeom prst="rect">
            <a:avLst/>
          </a:prstGeom>
          <a:solidFill>
            <a:srgbClr val="FFFFFF"/>
          </a:solidFill>
          <a:ln w="5080">
            <a:solidFill>
              <a:srgbClr val="D8D3C7"/>
            </a:solidFill>
            <a:prstDash val="solid"/>
          </a:ln>
        </p:spPr>
        <p:txBody>
          <a:bodyPr/>
          <a:lstStyle/>
          <a:p>
            <a:endParaRPr lang="en-US"/>
          </a:p>
        </p:txBody>
      </p:sp>
      <p:sp>
        <p:nvSpPr>
          <p:cNvPr id="31" name="Text 29"/>
          <p:cNvSpPr/>
          <p:nvPr/>
        </p:nvSpPr>
        <p:spPr>
          <a:xfrm>
            <a:off x="4709160" y="2386584"/>
            <a:ext cx="731520" cy="329184"/>
          </a:xfrm>
          <a:prstGeom prst="rect">
            <a:avLst/>
          </a:prstGeom>
          <a:noFill/>
          <a:ln/>
        </p:spPr>
        <p:txBody>
          <a:bodyPr wrap="square" lIns="0" tIns="0" rIns="0" bIns="0" rtlCol="0" anchor="ctr"/>
          <a:lstStyle/>
          <a:p>
            <a:pPr marL="0" indent="0">
              <a:buNone/>
            </a:pPr>
            <a:r>
              <a:rPr lang="en-US" sz="900" b="1" dirty="0">
                <a:solidFill>
                  <a:srgbClr val="028090"/>
                </a:solidFill>
              </a:rPr>
              <a:t>Approved</a:t>
            </a:r>
            <a:endParaRPr lang="en-US" sz="900" dirty="0"/>
          </a:p>
        </p:txBody>
      </p:sp>
      <p:sp>
        <p:nvSpPr>
          <p:cNvPr id="32" name="Shape 30"/>
          <p:cNvSpPr/>
          <p:nvPr/>
        </p:nvSpPr>
        <p:spPr>
          <a:xfrm>
            <a:off x="548640" y="2715768"/>
            <a:ext cx="1371600" cy="329184"/>
          </a:xfrm>
          <a:prstGeom prst="rect">
            <a:avLst/>
          </a:prstGeom>
          <a:solidFill>
            <a:srgbClr val="FAF7F0"/>
          </a:solidFill>
          <a:ln w="5080">
            <a:solidFill>
              <a:srgbClr val="D8D3C7"/>
            </a:solidFill>
            <a:prstDash val="solid"/>
          </a:ln>
        </p:spPr>
        <p:txBody>
          <a:bodyPr/>
          <a:lstStyle/>
          <a:p>
            <a:endParaRPr lang="en-US"/>
          </a:p>
        </p:txBody>
      </p:sp>
      <p:sp>
        <p:nvSpPr>
          <p:cNvPr id="33" name="Text 31"/>
          <p:cNvSpPr/>
          <p:nvPr/>
        </p:nvSpPr>
        <p:spPr>
          <a:xfrm>
            <a:off x="594360" y="2715768"/>
            <a:ext cx="1280160" cy="329184"/>
          </a:xfrm>
          <a:prstGeom prst="rect">
            <a:avLst/>
          </a:prstGeom>
          <a:noFill/>
          <a:ln/>
        </p:spPr>
        <p:txBody>
          <a:bodyPr wrap="square" lIns="0" tIns="0" rIns="0" bIns="0" rtlCol="0" anchor="ctr"/>
          <a:lstStyle/>
          <a:p>
            <a:pPr marL="0" indent="0">
              <a:buNone/>
            </a:pPr>
            <a:r>
              <a:rPr lang="en-US" sz="900" dirty="0">
                <a:solidFill>
                  <a:srgbClr val="1E293B"/>
                </a:solidFill>
              </a:rPr>
              <a:t>Invoice feed</a:t>
            </a:r>
            <a:endParaRPr lang="en-US" sz="900" dirty="0"/>
          </a:p>
        </p:txBody>
      </p:sp>
      <p:sp>
        <p:nvSpPr>
          <p:cNvPr id="34" name="Shape 32"/>
          <p:cNvSpPr/>
          <p:nvPr/>
        </p:nvSpPr>
        <p:spPr>
          <a:xfrm>
            <a:off x="1920240" y="2715768"/>
            <a:ext cx="777240" cy="329184"/>
          </a:xfrm>
          <a:prstGeom prst="rect">
            <a:avLst/>
          </a:prstGeom>
          <a:solidFill>
            <a:srgbClr val="FAF7F0"/>
          </a:solidFill>
          <a:ln w="5080">
            <a:solidFill>
              <a:srgbClr val="D8D3C7"/>
            </a:solidFill>
            <a:prstDash val="solid"/>
          </a:ln>
        </p:spPr>
        <p:txBody>
          <a:bodyPr/>
          <a:lstStyle/>
          <a:p>
            <a:endParaRPr lang="en-US"/>
          </a:p>
        </p:txBody>
      </p:sp>
      <p:sp>
        <p:nvSpPr>
          <p:cNvPr id="35" name="Text 33"/>
          <p:cNvSpPr/>
          <p:nvPr/>
        </p:nvSpPr>
        <p:spPr>
          <a:xfrm>
            <a:off x="1965960" y="2715768"/>
            <a:ext cx="685800" cy="329184"/>
          </a:xfrm>
          <a:prstGeom prst="rect">
            <a:avLst/>
          </a:prstGeom>
          <a:noFill/>
          <a:ln/>
        </p:spPr>
        <p:txBody>
          <a:bodyPr wrap="square" lIns="0" tIns="0" rIns="0" bIns="0" rtlCol="0" anchor="ctr"/>
          <a:lstStyle/>
          <a:p>
            <a:pPr marL="0" indent="0">
              <a:buNone/>
            </a:pPr>
            <a:r>
              <a:rPr lang="en-US" sz="900" dirty="0">
                <a:solidFill>
                  <a:srgbClr val="1E293B"/>
                </a:solidFill>
              </a:rPr>
              <a:t>ERP</a:t>
            </a:r>
            <a:endParaRPr lang="en-US" sz="900" dirty="0"/>
          </a:p>
        </p:txBody>
      </p:sp>
      <p:sp>
        <p:nvSpPr>
          <p:cNvPr id="36" name="Shape 34"/>
          <p:cNvSpPr/>
          <p:nvPr/>
        </p:nvSpPr>
        <p:spPr>
          <a:xfrm>
            <a:off x="2697480" y="2715768"/>
            <a:ext cx="868680" cy="329184"/>
          </a:xfrm>
          <a:prstGeom prst="rect">
            <a:avLst/>
          </a:prstGeom>
          <a:solidFill>
            <a:srgbClr val="FAF7F0"/>
          </a:solidFill>
          <a:ln w="5080">
            <a:solidFill>
              <a:srgbClr val="D8D3C7"/>
            </a:solidFill>
            <a:prstDash val="solid"/>
          </a:ln>
        </p:spPr>
        <p:txBody>
          <a:bodyPr/>
          <a:lstStyle/>
          <a:p>
            <a:endParaRPr lang="en-US"/>
          </a:p>
        </p:txBody>
      </p:sp>
      <p:sp>
        <p:nvSpPr>
          <p:cNvPr id="37" name="Text 35"/>
          <p:cNvSpPr/>
          <p:nvPr/>
        </p:nvSpPr>
        <p:spPr>
          <a:xfrm>
            <a:off x="2743200" y="2715768"/>
            <a:ext cx="777240" cy="329184"/>
          </a:xfrm>
          <a:prstGeom prst="rect">
            <a:avLst/>
          </a:prstGeom>
          <a:noFill/>
          <a:ln/>
        </p:spPr>
        <p:txBody>
          <a:bodyPr wrap="square" lIns="0" tIns="0" rIns="0" bIns="0" rtlCol="0" anchor="ctr"/>
          <a:lstStyle/>
          <a:p>
            <a:pPr marL="0" indent="0">
              <a:buNone/>
            </a:pPr>
            <a:r>
              <a:rPr lang="en-US" sz="900" dirty="0">
                <a:solidFill>
                  <a:srgbClr val="1E293B"/>
                </a:solidFill>
              </a:rPr>
              <a:t>Data Lake</a:t>
            </a:r>
            <a:endParaRPr lang="en-US" sz="900" dirty="0"/>
          </a:p>
        </p:txBody>
      </p:sp>
      <p:sp>
        <p:nvSpPr>
          <p:cNvPr id="38" name="Shape 36"/>
          <p:cNvSpPr/>
          <p:nvPr/>
        </p:nvSpPr>
        <p:spPr>
          <a:xfrm>
            <a:off x="3566160" y="2715768"/>
            <a:ext cx="1097280" cy="329184"/>
          </a:xfrm>
          <a:prstGeom prst="rect">
            <a:avLst/>
          </a:prstGeom>
          <a:solidFill>
            <a:srgbClr val="FAF7F0"/>
          </a:solidFill>
          <a:ln w="5080">
            <a:solidFill>
              <a:srgbClr val="D8D3C7"/>
            </a:solidFill>
            <a:prstDash val="solid"/>
          </a:ln>
        </p:spPr>
        <p:txBody>
          <a:bodyPr/>
          <a:lstStyle/>
          <a:p>
            <a:endParaRPr lang="en-US"/>
          </a:p>
        </p:txBody>
      </p:sp>
      <p:sp>
        <p:nvSpPr>
          <p:cNvPr id="39" name="Text 37"/>
          <p:cNvSpPr/>
          <p:nvPr/>
        </p:nvSpPr>
        <p:spPr>
          <a:xfrm>
            <a:off x="3611880" y="2715768"/>
            <a:ext cx="1005840" cy="329184"/>
          </a:xfrm>
          <a:prstGeom prst="rect">
            <a:avLst/>
          </a:prstGeom>
          <a:noFill/>
          <a:ln/>
        </p:spPr>
        <p:txBody>
          <a:bodyPr wrap="square" lIns="0" tIns="0" rIns="0" bIns="0" rtlCol="0" anchor="ctr"/>
          <a:lstStyle/>
          <a:p>
            <a:pPr marL="0" indent="0">
              <a:buNone/>
            </a:pPr>
            <a:r>
              <a:rPr lang="en-US" sz="900" dirty="0">
                <a:solidFill>
                  <a:srgbClr val="1E293B"/>
                </a:solidFill>
              </a:rPr>
              <a:t>invoice.date</a:t>
            </a:r>
            <a:endParaRPr lang="en-US" sz="900" dirty="0"/>
          </a:p>
        </p:txBody>
      </p:sp>
      <p:sp>
        <p:nvSpPr>
          <p:cNvPr id="40" name="Shape 38"/>
          <p:cNvSpPr/>
          <p:nvPr/>
        </p:nvSpPr>
        <p:spPr>
          <a:xfrm>
            <a:off x="4663440" y="2715768"/>
            <a:ext cx="822960" cy="329184"/>
          </a:xfrm>
          <a:prstGeom prst="rect">
            <a:avLst/>
          </a:prstGeom>
          <a:solidFill>
            <a:srgbClr val="FAF7F0"/>
          </a:solidFill>
          <a:ln w="5080">
            <a:solidFill>
              <a:srgbClr val="D8D3C7"/>
            </a:solidFill>
            <a:prstDash val="solid"/>
          </a:ln>
        </p:spPr>
        <p:txBody>
          <a:bodyPr/>
          <a:lstStyle/>
          <a:p>
            <a:endParaRPr lang="en-US"/>
          </a:p>
        </p:txBody>
      </p:sp>
      <p:sp>
        <p:nvSpPr>
          <p:cNvPr id="41" name="Text 39"/>
          <p:cNvSpPr/>
          <p:nvPr/>
        </p:nvSpPr>
        <p:spPr>
          <a:xfrm>
            <a:off x="4709160" y="2715768"/>
            <a:ext cx="731520" cy="329184"/>
          </a:xfrm>
          <a:prstGeom prst="rect">
            <a:avLst/>
          </a:prstGeom>
          <a:noFill/>
          <a:ln/>
        </p:spPr>
        <p:txBody>
          <a:bodyPr wrap="square" lIns="0" tIns="0" rIns="0" bIns="0" rtlCol="0" anchor="ctr"/>
          <a:lstStyle/>
          <a:p>
            <a:pPr marL="0" indent="0">
              <a:buNone/>
            </a:pPr>
            <a:r>
              <a:rPr lang="en-US" sz="900" b="1" dirty="0">
                <a:solidFill>
                  <a:srgbClr val="028090"/>
                </a:solidFill>
              </a:rPr>
              <a:t>Approved</a:t>
            </a:r>
            <a:endParaRPr lang="en-US" sz="900" dirty="0"/>
          </a:p>
        </p:txBody>
      </p:sp>
      <p:sp>
        <p:nvSpPr>
          <p:cNvPr id="42" name="Shape 40"/>
          <p:cNvSpPr/>
          <p:nvPr/>
        </p:nvSpPr>
        <p:spPr>
          <a:xfrm>
            <a:off x="548640" y="3044952"/>
            <a:ext cx="1371600" cy="329184"/>
          </a:xfrm>
          <a:prstGeom prst="rect">
            <a:avLst/>
          </a:prstGeom>
          <a:solidFill>
            <a:srgbClr val="FFFFFF"/>
          </a:solidFill>
          <a:ln w="5080">
            <a:solidFill>
              <a:srgbClr val="D8D3C7"/>
            </a:solidFill>
            <a:prstDash val="solid"/>
          </a:ln>
        </p:spPr>
        <p:txBody>
          <a:bodyPr/>
          <a:lstStyle/>
          <a:p>
            <a:endParaRPr lang="en-US"/>
          </a:p>
        </p:txBody>
      </p:sp>
      <p:sp>
        <p:nvSpPr>
          <p:cNvPr id="43" name="Text 41"/>
          <p:cNvSpPr/>
          <p:nvPr/>
        </p:nvSpPr>
        <p:spPr>
          <a:xfrm>
            <a:off x="594360" y="3044952"/>
            <a:ext cx="1280160" cy="329184"/>
          </a:xfrm>
          <a:prstGeom prst="rect">
            <a:avLst/>
          </a:prstGeom>
          <a:noFill/>
          <a:ln/>
        </p:spPr>
        <p:txBody>
          <a:bodyPr wrap="square" lIns="0" tIns="0" rIns="0" bIns="0" rtlCol="0" anchor="ctr"/>
          <a:lstStyle/>
          <a:p>
            <a:pPr marL="0" indent="0">
              <a:buNone/>
            </a:pPr>
            <a:r>
              <a:rPr lang="en-US" sz="900" dirty="0">
                <a:solidFill>
                  <a:srgbClr val="1E293B"/>
                </a:solidFill>
              </a:rPr>
              <a:t>Vendor sync</a:t>
            </a:r>
            <a:endParaRPr lang="en-US" sz="900" dirty="0"/>
          </a:p>
        </p:txBody>
      </p:sp>
      <p:sp>
        <p:nvSpPr>
          <p:cNvPr id="44" name="Shape 42"/>
          <p:cNvSpPr/>
          <p:nvPr/>
        </p:nvSpPr>
        <p:spPr>
          <a:xfrm>
            <a:off x="1920240" y="3044952"/>
            <a:ext cx="777240" cy="329184"/>
          </a:xfrm>
          <a:prstGeom prst="rect">
            <a:avLst/>
          </a:prstGeom>
          <a:solidFill>
            <a:srgbClr val="FFFFFF"/>
          </a:solidFill>
          <a:ln w="5080">
            <a:solidFill>
              <a:srgbClr val="D8D3C7"/>
            </a:solidFill>
            <a:prstDash val="solid"/>
          </a:ln>
        </p:spPr>
        <p:txBody>
          <a:bodyPr/>
          <a:lstStyle/>
          <a:p>
            <a:endParaRPr lang="en-US"/>
          </a:p>
        </p:txBody>
      </p:sp>
      <p:sp>
        <p:nvSpPr>
          <p:cNvPr id="45" name="Text 43"/>
          <p:cNvSpPr/>
          <p:nvPr/>
        </p:nvSpPr>
        <p:spPr>
          <a:xfrm>
            <a:off x="1965960" y="3044952"/>
            <a:ext cx="685800" cy="329184"/>
          </a:xfrm>
          <a:prstGeom prst="rect">
            <a:avLst/>
          </a:prstGeom>
          <a:noFill/>
          <a:ln/>
        </p:spPr>
        <p:txBody>
          <a:bodyPr wrap="square" lIns="0" tIns="0" rIns="0" bIns="0" rtlCol="0" anchor="ctr"/>
          <a:lstStyle/>
          <a:p>
            <a:pPr marL="0" indent="0">
              <a:buNone/>
            </a:pPr>
            <a:r>
              <a:rPr lang="en-US" sz="900" dirty="0">
                <a:solidFill>
                  <a:srgbClr val="1E293B"/>
                </a:solidFill>
              </a:rPr>
              <a:t>ERP</a:t>
            </a:r>
            <a:endParaRPr lang="en-US" sz="900" dirty="0"/>
          </a:p>
        </p:txBody>
      </p:sp>
      <p:sp>
        <p:nvSpPr>
          <p:cNvPr id="46" name="Shape 44"/>
          <p:cNvSpPr/>
          <p:nvPr/>
        </p:nvSpPr>
        <p:spPr>
          <a:xfrm>
            <a:off x="2697480" y="3044952"/>
            <a:ext cx="868680" cy="329184"/>
          </a:xfrm>
          <a:prstGeom prst="rect">
            <a:avLst/>
          </a:prstGeom>
          <a:solidFill>
            <a:srgbClr val="FFFFFF"/>
          </a:solidFill>
          <a:ln w="5080">
            <a:solidFill>
              <a:srgbClr val="D8D3C7"/>
            </a:solidFill>
            <a:prstDash val="solid"/>
          </a:ln>
        </p:spPr>
        <p:txBody>
          <a:bodyPr/>
          <a:lstStyle/>
          <a:p>
            <a:endParaRPr lang="en-US"/>
          </a:p>
        </p:txBody>
      </p:sp>
      <p:sp>
        <p:nvSpPr>
          <p:cNvPr id="47" name="Text 45"/>
          <p:cNvSpPr/>
          <p:nvPr/>
        </p:nvSpPr>
        <p:spPr>
          <a:xfrm>
            <a:off x="2743200" y="3044952"/>
            <a:ext cx="777240" cy="329184"/>
          </a:xfrm>
          <a:prstGeom prst="rect">
            <a:avLst/>
          </a:prstGeom>
          <a:noFill/>
          <a:ln/>
        </p:spPr>
        <p:txBody>
          <a:bodyPr wrap="square" lIns="0" tIns="0" rIns="0" bIns="0" rtlCol="0" anchor="ctr"/>
          <a:lstStyle/>
          <a:p>
            <a:pPr marL="0" indent="0">
              <a:buNone/>
            </a:pPr>
            <a:r>
              <a:rPr lang="en-US" sz="900" dirty="0">
                <a:solidFill>
                  <a:srgbClr val="1E293B"/>
                </a:solidFill>
              </a:rPr>
              <a:t>Partner API</a:t>
            </a:r>
            <a:endParaRPr lang="en-US" sz="900" dirty="0"/>
          </a:p>
        </p:txBody>
      </p:sp>
      <p:sp>
        <p:nvSpPr>
          <p:cNvPr id="48" name="Shape 46"/>
          <p:cNvSpPr/>
          <p:nvPr/>
        </p:nvSpPr>
        <p:spPr>
          <a:xfrm>
            <a:off x="3566160" y="3044952"/>
            <a:ext cx="1097280" cy="329184"/>
          </a:xfrm>
          <a:prstGeom prst="rect">
            <a:avLst/>
          </a:prstGeom>
          <a:solidFill>
            <a:srgbClr val="FFFFFF"/>
          </a:solidFill>
          <a:ln w="5080">
            <a:solidFill>
              <a:srgbClr val="D8D3C7"/>
            </a:solidFill>
            <a:prstDash val="solid"/>
          </a:ln>
        </p:spPr>
        <p:txBody>
          <a:bodyPr/>
          <a:lstStyle/>
          <a:p>
            <a:endParaRPr lang="en-US"/>
          </a:p>
        </p:txBody>
      </p:sp>
      <p:sp>
        <p:nvSpPr>
          <p:cNvPr id="49" name="Text 47"/>
          <p:cNvSpPr/>
          <p:nvPr/>
        </p:nvSpPr>
        <p:spPr>
          <a:xfrm>
            <a:off x="3611880" y="3044952"/>
            <a:ext cx="1005840" cy="329184"/>
          </a:xfrm>
          <a:prstGeom prst="rect">
            <a:avLst/>
          </a:prstGeom>
          <a:noFill/>
          <a:ln/>
        </p:spPr>
        <p:txBody>
          <a:bodyPr wrap="square" lIns="0" tIns="0" rIns="0" bIns="0" rtlCol="0" anchor="ctr"/>
          <a:lstStyle/>
          <a:p>
            <a:pPr marL="0" indent="0">
              <a:buNone/>
            </a:pPr>
            <a:r>
              <a:rPr lang="en-US" sz="900" dirty="0">
                <a:solidFill>
                  <a:srgbClr val="1E293B"/>
                </a:solidFill>
              </a:rPr>
              <a:t>vendor.name</a:t>
            </a:r>
            <a:endParaRPr lang="en-US" sz="900" dirty="0"/>
          </a:p>
        </p:txBody>
      </p:sp>
      <p:sp>
        <p:nvSpPr>
          <p:cNvPr id="50" name="Shape 48"/>
          <p:cNvSpPr/>
          <p:nvPr/>
        </p:nvSpPr>
        <p:spPr>
          <a:xfrm>
            <a:off x="4663440" y="3044952"/>
            <a:ext cx="822960" cy="329184"/>
          </a:xfrm>
          <a:prstGeom prst="rect">
            <a:avLst/>
          </a:prstGeom>
          <a:solidFill>
            <a:srgbClr val="FFFFFF"/>
          </a:solidFill>
          <a:ln w="5080">
            <a:solidFill>
              <a:srgbClr val="D8D3C7"/>
            </a:solidFill>
            <a:prstDash val="solid"/>
          </a:ln>
        </p:spPr>
        <p:txBody>
          <a:bodyPr/>
          <a:lstStyle/>
          <a:p>
            <a:endParaRPr lang="en-US"/>
          </a:p>
        </p:txBody>
      </p:sp>
      <p:sp>
        <p:nvSpPr>
          <p:cNvPr id="51" name="Text 49"/>
          <p:cNvSpPr/>
          <p:nvPr/>
        </p:nvSpPr>
        <p:spPr>
          <a:xfrm>
            <a:off x="4709160" y="3044952"/>
            <a:ext cx="731520" cy="329184"/>
          </a:xfrm>
          <a:prstGeom prst="rect">
            <a:avLst/>
          </a:prstGeom>
          <a:noFill/>
          <a:ln/>
        </p:spPr>
        <p:txBody>
          <a:bodyPr wrap="square" lIns="0" tIns="0" rIns="0" bIns="0" rtlCol="0" anchor="ctr"/>
          <a:lstStyle/>
          <a:p>
            <a:pPr marL="0" indent="0">
              <a:buNone/>
            </a:pPr>
            <a:r>
              <a:rPr lang="en-US" sz="900" b="1" dirty="0">
                <a:solidFill>
                  <a:srgbClr val="028090"/>
                </a:solidFill>
              </a:rPr>
              <a:t>Approved</a:t>
            </a:r>
            <a:endParaRPr lang="en-US" sz="900" dirty="0"/>
          </a:p>
        </p:txBody>
      </p:sp>
      <p:sp>
        <p:nvSpPr>
          <p:cNvPr id="52" name="Shape 50"/>
          <p:cNvSpPr/>
          <p:nvPr/>
        </p:nvSpPr>
        <p:spPr>
          <a:xfrm>
            <a:off x="548640" y="3374136"/>
            <a:ext cx="1371600" cy="329184"/>
          </a:xfrm>
          <a:prstGeom prst="rect">
            <a:avLst/>
          </a:prstGeom>
          <a:solidFill>
            <a:srgbClr val="FAF7F0"/>
          </a:solidFill>
          <a:ln w="5080">
            <a:solidFill>
              <a:srgbClr val="D8D3C7"/>
            </a:solidFill>
            <a:prstDash val="solid"/>
          </a:ln>
        </p:spPr>
        <p:txBody>
          <a:bodyPr/>
          <a:lstStyle/>
          <a:p>
            <a:endParaRPr lang="en-US"/>
          </a:p>
        </p:txBody>
      </p:sp>
      <p:sp>
        <p:nvSpPr>
          <p:cNvPr id="53" name="Text 51"/>
          <p:cNvSpPr/>
          <p:nvPr/>
        </p:nvSpPr>
        <p:spPr>
          <a:xfrm>
            <a:off x="594360" y="3374136"/>
            <a:ext cx="1280160" cy="329184"/>
          </a:xfrm>
          <a:prstGeom prst="rect">
            <a:avLst/>
          </a:prstGeom>
          <a:noFill/>
          <a:ln/>
        </p:spPr>
        <p:txBody>
          <a:bodyPr wrap="square" lIns="0" tIns="0" rIns="0" bIns="0" rtlCol="0" anchor="ctr"/>
          <a:lstStyle/>
          <a:p>
            <a:pPr marL="0" indent="0">
              <a:buNone/>
            </a:pPr>
            <a:r>
              <a:rPr lang="en-US" sz="900" dirty="0">
                <a:solidFill>
                  <a:srgbClr val="1E293B"/>
                </a:solidFill>
              </a:rPr>
              <a:t>Billing export</a:t>
            </a:r>
            <a:endParaRPr lang="en-US" sz="900" dirty="0"/>
          </a:p>
        </p:txBody>
      </p:sp>
      <p:sp>
        <p:nvSpPr>
          <p:cNvPr id="54" name="Shape 52"/>
          <p:cNvSpPr/>
          <p:nvPr/>
        </p:nvSpPr>
        <p:spPr>
          <a:xfrm>
            <a:off x="1920240" y="3374136"/>
            <a:ext cx="777240" cy="329184"/>
          </a:xfrm>
          <a:prstGeom prst="rect">
            <a:avLst/>
          </a:prstGeom>
          <a:solidFill>
            <a:srgbClr val="FAF7F0"/>
          </a:solidFill>
          <a:ln w="5080">
            <a:solidFill>
              <a:srgbClr val="D8D3C7"/>
            </a:solidFill>
            <a:prstDash val="solid"/>
          </a:ln>
        </p:spPr>
        <p:txBody>
          <a:bodyPr/>
          <a:lstStyle/>
          <a:p>
            <a:endParaRPr lang="en-US"/>
          </a:p>
        </p:txBody>
      </p:sp>
      <p:sp>
        <p:nvSpPr>
          <p:cNvPr id="55" name="Text 53"/>
          <p:cNvSpPr/>
          <p:nvPr/>
        </p:nvSpPr>
        <p:spPr>
          <a:xfrm>
            <a:off x="1965960" y="3374136"/>
            <a:ext cx="685800" cy="329184"/>
          </a:xfrm>
          <a:prstGeom prst="rect">
            <a:avLst/>
          </a:prstGeom>
          <a:noFill/>
          <a:ln/>
        </p:spPr>
        <p:txBody>
          <a:bodyPr wrap="square" lIns="0" tIns="0" rIns="0" bIns="0" rtlCol="0" anchor="ctr"/>
          <a:lstStyle/>
          <a:p>
            <a:pPr marL="0" indent="0">
              <a:buNone/>
            </a:pPr>
            <a:r>
              <a:rPr lang="en-US" sz="900" dirty="0">
                <a:solidFill>
                  <a:srgbClr val="1E293B"/>
                </a:solidFill>
              </a:rPr>
              <a:t>Billing</a:t>
            </a:r>
            <a:endParaRPr lang="en-US" sz="900" dirty="0"/>
          </a:p>
        </p:txBody>
      </p:sp>
      <p:sp>
        <p:nvSpPr>
          <p:cNvPr id="56" name="Shape 54"/>
          <p:cNvSpPr/>
          <p:nvPr/>
        </p:nvSpPr>
        <p:spPr>
          <a:xfrm>
            <a:off x="2697480" y="3374136"/>
            <a:ext cx="868680" cy="329184"/>
          </a:xfrm>
          <a:prstGeom prst="rect">
            <a:avLst/>
          </a:prstGeom>
          <a:solidFill>
            <a:srgbClr val="FAF7F0"/>
          </a:solidFill>
          <a:ln w="5080">
            <a:solidFill>
              <a:srgbClr val="D8D3C7"/>
            </a:solidFill>
            <a:prstDash val="solid"/>
          </a:ln>
        </p:spPr>
        <p:txBody>
          <a:bodyPr/>
          <a:lstStyle/>
          <a:p>
            <a:endParaRPr lang="en-US"/>
          </a:p>
        </p:txBody>
      </p:sp>
      <p:sp>
        <p:nvSpPr>
          <p:cNvPr id="57" name="Text 55"/>
          <p:cNvSpPr/>
          <p:nvPr/>
        </p:nvSpPr>
        <p:spPr>
          <a:xfrm>
            <a:off x="2743200" y="3374136"/>
            <a:ext cx="777240" cy="329184"/>
          </a:xfrm>
          <a:prstGeom prst="rect">
            <a:avLst/>
          </a:prstGeom>
          <a:noFill/>
          <a:ln/>
        </p:spPr>
        <p:txBody>
          <a:bodyPr wrap="square" lIns="0" tIns="0" rIns="0" bIns="0" rtlCol="0" anchor="ctr"/>
          <a:lstStyle/>
          <a:p>
            <a:pPr marL="0" indent="0">
              <a:buNone/>
            </a:pPr>
            <a:r>
              <a:rPr lang="en-US" sz="900" dirty="0">
                <a:solidFill>
                  <a:srgbClr val="1E293B"/>
                </a:solidFill>
              </a:rPr>
              <a:t>Data Lake</a:t>
            </a:r>
            <a:endParaRPr lang="en-US" sz="900" dirty="0"/>
          </a:p>
        </p:txBody>
      </p:sp>
      <p:sp>
        <p:nvSpPr>
          <p:cNvPr id="58" name="Shape 56"/>
          <p:cNvSpPr/>
          <p:nvPr/>
        </p:nvSpPr>
        <p:spPr>
          <a:xfrm>
            <a:off x="3566160" y="3374136"/>
            <a:ext cx="1097280" cy="329184"/>
          </a:xfrm>
          <a:prstGeom prst="rect">
            <a:avLst/>
          </a:prstGeom>
          <a:solidFill>
            <a:srgbClr val="FAF7F0"/>
          </a:solidFill>
          <a:ln w="5080">
            <a:solidFill>
              <a:srgbClr val="D8D3C7"/>
            </a:solidFill>
            <a:prstDash val="solid"/>
          </a:ln>
        </p:spPr>
        <p:txBody>
          <a:bodyPr/>
          <a:lstStyle/>
          <a:p>
            <a:endParaRPr lang="en-US"/>
          </a:p>
        </p:txBody>
      </p:sp>
      <p:sp>
        <p:nvSpPr>
          <p:cNvPr id="59" name="Text 57"/>
          <p:cNvSpPr/>
          <p:nvPr/>
        </p:nvSpPr>
        <p:spPr>
          <a:xfrm>
            <a:off x="3611880" y="3374136"/>
            <a:ext cx="1005840" cy="329184"/>
          </a:xfrm>
          <a:prstGeom prst="rect">
            <a:avLst/>
          </a:prstGeom>
          <a:noFill/>
          <a:ln/>
        </p:spPr>
        <p:txBody>
          <a:bodyPr wrap="square" lIns="0" tIns="0" rIns="0" bIns="0" rtlCol="0" anchor="ctr"/>
          <a:lstStyle/>
          <a:p>
            <a:pPr marL="0" indent="0">
              <a:buNone/>
            </a:pPr>
            <a:r>
              <a:rPr lang="en-US" sz="900" dirty="0">
                <a:solidFill>
                  <a:srgbClr val="1E293B"/>
                </a:solidFill>
              </a:rPr>
              <a:t>amount.gross</a:t>
            </a:r>
            <a:endParaRPr lang="en-US" sz="900" dirty="0"/>
          </a:p>
        </p:txBody>
      </p:sp>
      <p:sp>
        <p:nvSpPr>
          <p:cNvPr id="60" name="Shape 58"/>
          <p:cNvSpPr/>
          <p:nvPr/>
        </p:nvSpPr>
        <p:spPr>
          <a:xfrm>
            <a:off x="4663440" y="3374136"/>
            <a:ext cx="822960" cy="329184"/>
          </a:xfrm>
          <a:prstGeom prst="rect">
            <a:avLst/>
          </a:prstGeom>
          <a:solidFill>
            <a:srgbClr val="FAF7F0"/>
          </a:solidFill>
          <a:ln w="5080">
            <a:solidFill>
              <a:srgbClr val="D8D3C7"/>
            </a:solidFill>
            <a:prstDash val="solid"/>
          </a:ln>
        </p:spPr>
        <p:txBody>
          <a:bodyPr/>
          <a:lstStyle/>
          <a:p>
            <a:endParaRPr lang="en-US"/>
          </a:p>
        </p:txBody>
      </p:sp>
      <p:sp>
        <p:nvSpPr>
          <p:cNvPr id="61" name="Text 59"/>
          <p:cNvSpPr/>
          <p:nvPr/>
        </p:nvSpPr>
        <p:spPr>
          <a:xfrm>
            <a:off x="4709160" y="3374136"/>
            <a:ext cx="731520" cy="329184"/>
          </a:xfrm>
          <a:prstGeom prst="rect">
            <a:avLst/>
          </a:prstGeom>
          <a:noFill/>
          <a:ln/>
        </p:spPr>
        <p:txBody>
          <a:bodyPr wrap="square" lIns="0" tIns="0" rIns="0" bIns="0" rtlCol="0" anchor="ctr"/>
          <a:lstStyle/>
          <a:p>
            <a:pPr marL="0" indent="0">
              <a:buNone/>
            </a:pPr>
            <a:r>
              <a:rPr lang="en-US" sz="900" b="1" dirty="0">
                <a:solidFill>
                  <a:srgbClr val="F2A65A"/>
                </a:solidFill>
              </a:rPr>
              <a:t>Review</a:t>
            </a:r>
            <a:endParaRPr lang="en-US" sz="900" dirty="0"/>
          </a:p>
        </p:txBody>
      </p:sp>
      <p:sp>
        <p:nvSpPr>
          <p:cNvPr id="62" name="Shape 60"/>
          <p:cNvSpPr/>
          <p:nvPr/>
        </p:nvSpPr>
        <p:spPr>
          <a:xfrm>
            <a:off x="548640" y="3703320"/>
            <a:ext cx="1371600" cy="329184"/>
          </a:xfrm>
          <a:prstGeom prst="rect">
            <a:avLst/>
          </a:prstGeom>
          <a:solidFill>
            <a:srgbClr val="FFFFFF"/>
          </a:solidFill>
          <a:ln w="5080">
            <a:solidFill>
              <a:srgbClr val="D8D3C7"/>
            </a:solidFill>
            <a:prstDash val="solid"/>
          </a:ln>
        </p:spPr>
        <p:txBody>
          <a:bodyPr/>
          <a:lstStyle/>
          <a:p>
            <a:endParaRPr lang="en-US"/>
          </a:p>
        </p:txBody>
      </p:sp>
      <p:sp>
        <p:nvSpPr>
          <p:cNvPr id="63" name="Text 61"/>
          <p:cNvSpPr/>
          <p:nvPr/>
        </p:nvSpPr>
        <p:spPr>
          <a:xfrm>
            <a:off x="594360" y="3703320"/>
            <a:ext cx="1280160" cy="329184"/>
          </a:xfrm>
          <a:prstGeom prst="rect">
            <a:avLst/>
          </a:prstGeom>
          <a:noFill/>
          <a:ln/>
        </p:spPr>
        <p:txBody>
          <a:bodyPr wrap="square" lIns="0" tIns="0" rIns="0" bIns="0" rtlCol="0" anchor="ctr"/>
          <a:lstStyle/>
          <a:p>
            <a:pPr marL="0" indent="0">
              <a:buNone/>
            </a:pPr>
            <a:r>
              <a:rPr lang="en-US" sz="900" dirty="0">
                <a:solidFill>
                  <a:srgbClr val="1E293B"/>
                </a:solidFill>
              </a:rPr>
              <a:t>Legacy load</a:t>
            </a:r>
            <a:endParaRPr lang="en-US" sz="900" dirty="0"/>
          </a:p>
        </p:txBody>
      </p:sp>
      <p:sp>
        <p:nvSpPr>
          <p:cNvPr id="64" name="Shape 62"/>
          <p:cNvSpPr/>
          <p:nvPr/>
        </p:nvSpPr>
        <p:spPr>
          <a:xfrm>
            <a:off x="1920240" y="3703320"/>
            <a:ext cx="777240" cy="329184"/>
          </a:xfrm>
          <a:prstGeom prst="rect">
            <a:avLst/>
          </a:prstGeom>
          <a:solidFill>
            <a:srgbClr val="FFFFFF"/>
          </a:solidFill>
          <a:ln w="5080">
            <a:solidFill>
              <a:srgbClr val="D8D3C7"/>
            </a:solidFill>
            <a:prstDash val="solid"/>
          </a:ln>
        </p:spPr>
        <p:txBody>
          <a:bodyPr/>
          <a:lstStyle/>
          <a:p>
            <a:endParaRPr lang="en-US"/>
          </a:p>
        </p:txBody>
      </p:sp>
      <p:sp>
        <p:nvSpPr>
          <p:cNvPr id="65" name="Text 63"/>
          <p:cNvSpPr/>
          <p:nvPr/>
        </p:nvSpPr>
        <p:spPr>
          <a:xfrm>
            <a:off x="1965960" y="3703320"/>
            <a:ext cx="685800" cy="329184"/>
          </a:xfrm>
          <a:prstGeom prst="rect">
            <a:avLst/>
          </a:prstGeom>
          <a:noFill/>
          <a:ln/>
        </p:spPr>
        <p:txBody>
          <a:bodyPr wrap="square" lIns="0" tIns="0" rIns="0" bIns="0" rtlCol="0" anchor="ctr"/>
          <a:lstStyle/>
          <a:p>
            <a:pPr marL="0" indent="0">
              <a:buNone/>
            </a:pPr>
            <a:r>
              <a:rPr lang="en-US" sz="900" dirty="0">
                <a:solidFill>
                  <a:srgbClr val="1E293B"/>
                </a:solidFill>
              </a:rPr>
              <a:t>Legacy</a:t>
            </a:r>
            <a:endParaRPr lang="en-US" sz="900" dirty="0"/>
          </a:p>
        </p:txBody>
      </p:sp>
      <p:sp>
        <p:nvSpPr>
          <p:cNvPr id="66" name="Shape 64"/>
          <p:cNvSpPr/>
          <p:nvPr/>
        </p:nvSpPr>
        <p:spPr>
          <a:xfrm>
            <a:off x="2697480" y="3703320"/>
            <a:ext cx="868680" cy="329184"/>
          </a:xfrm>
          <a:prstGeom prst="rect">
            <a:avLst/>
          </a:prstGeom>
          <a:solidFill>
            <a:srgbClr val="FFFFFF"/>
          </a:solidFill>
          <a:ln w="5080">
            <a:solidFill>
              <a:srgbClr val="D8D3C7"/>
            </a:solidFill>
            <a:prstDash val="solid"/>
          </a:ln>
        </p:spPr>
        <p:txBody>
          <a:bodyPr/>
          <a:lstStyle/>
          <a:p>
            <a:endParaRPr lang="en-US"/>
          </a:p>
        </p:txBody>
      </p:sp>
      <p:sp>
        <p:nvSpPr>
          <p:cNvPr id="67" name="Text 65"/>
          <p:cNvSpPr/>
          <p:nvPr/>
        </p:nvSpPr>
        <p:spPr>
          <a:xfrm>
            <a:off x="2743200" y="3703320"/>
            <a:ext cx="777240" cy="329184"/>
          </a:xfrm>
          <a:prstGeom prst="rect">
            <a:avLst/>
          </a:prstGeom>
          <a:noFill/>
          <a:ln/>
        </p:spPr>
        <p:txBody>
          <a:bodyPr wrap="square" lIns="0" tIns="0" rIns="0" bIns="0" rtlCol="0" anchor="ctr"/>
          <a:lstStyle/>
          <a:p>
            <a:pPr marL="0" indent="0">
              <a:buNone/>
            </a:pPr>
            <a:r>
              <a:rPr lang="en-US" sz="900" dirty="0">
                <a:solidFill>
                  <a:srgbClr val="1E293B"/>
                </a:solidFill>
              </a:rPr>
              <a:t>ERP</a:t>
            </a:r>
            <a:endParaRPr lang="en-US" sz="900" dirty="0"/>
          </a:p>
        </p:txBody>
      </p:sp>
      <p:sp>
        <p:nvSpPr>
          <p:cNvPr id="68" name="Shape 66"/>
          <p:cNvSpPr/>
          <p:nvPr/>
        </p:nvSpPr>
        <p:spPr>
          <a:xfrm>
            <a:off x="3566160" y="3703320"/>
            <a:ext cx="1097280" cy="329184"/>
          </a:xfrm>
          <a:prstGeom prst="rect">
            <a:avLst/>
          </a:prstGeom>
          <a:solidFill>
            <a:srgbClr val="FFFFFF"/>
          </a:solidFill>
          <a:ln w="5080">
            <a:solidFill>
              <a:srgbClr val="D8D3C7"/>
            </a:solidFill>
            <a:prstDash val="solid"/>
          </a:ln>
        </p:spPr>
        <p:txBody>
          <a:bodyPr/>
          <a:lstStyle/>
          <a:p>
            <a:endParaRPr lang="en-US"/>
          </a:p>
        </p:txBody>
      </p:sp>
      <p:sp>
        <p:nvSpPr>
          <p:cNvPr id="69" name="Text 67"/>
          <p:cNvSpPr/>
          <p:nvPr/>
        </p:nvSpPr>
        <p:spPr>
          <a:xfrm>
            <a:off x="3611880" y="3703320"/>
            <a:ext cx="1005840" cy="329184"/>
          </a:xfrm>
          <a:prstGeom prst="rect">
            <a:avLst/>
          </a:prstGeom>
          <a:noFill/>
          <a:ln/>
        </p:spPr>
        <p:txBody>
          <a:bodyPr wrap="square" lIns="0" tIns="0" rIns="0" bIns="0" rtlCol="0" anchor="ctr"/>
          <a:lstStyle/>
          <a:p>
            <a:pPr marL="0" indent="0">
              <a:buNone/>
            </a:pPr>
            <a:r>
              <a:rPr lang="en-US" sz="900" dirty="0">
                <a:solidFill>
                  <a:srgbClr val="1E293B"/>
                </a:solidFill>
              </a:rPr>
              <a:t>company.code</a:t>
            </a:r>
            <a:endParaRPr lang="en-US" sz="900" dirty="0"/>
          </a:p>
        </p:txBody>
      </p:sp>
      <p:sp>
        <p:nvSpPr>
          <p:cNvPr id="70" name="Shape 68"/>
          <p:cNvSpPr/>
          <p:nvPr/>
        </p:nvSpPr>
        <p:spPr>
          <a:xfrm>
            <a:off x="4663440" y="3703320"/>
            <a:ext cx="822960" cy="329184"/>
          </a:xfrm>
          <a:prstGeom prst="rect">
            <a:avLst/>
          </a:prstGeom>
          <a:solidFill>
            <a:srgbClr val="FFFFFF"/>
          </a:solidFill>
          <a:ln w="5080">
            <a:solidFill>
              <a:srgbClr val="D8D3C7"/>
            </a:solidFill>
            <a:prstDash val="solid"/>
          </a:ln>
        </p:spPr>
        <p:txBody>
          <a:bodyPr/>
          <a:lstStyle/>
          <a:p>
            <a:endParaRPr lang="en-US"/>
          </a:p>
        </p:txBody>
      </p:sp>
      <p:sp>
        <p:nvSpPr>
          <p:cNvPr id="71" name="Text 69"/>
          <p:cNvSpPr/>
          <p:nvPr/>
        </p:nvSpPr>
        <p:spPr>
          <a:xfrm>
            <a:off x="4709160" y="3703320"/>
            <a:ext cx="731520" cy="329184"/>
          </a:xfrm>
          <a:prstGeom prst="rect">
            <a:avLst/>
          </a:prstGeom>
          <a:noFill/>
          <a:ln/>
        </p:spPr>
        <p:txBody>
          <a:bodyPr wrap="square" lIns="0" tIns="0" rIns="0" bIns="0" rtlCol="0" anchor="ctr"/>
          <a:lstStyle/>
          <a:p>
            <a:pPr marL="0" indent="0">
              <a:buNone/>
            </a:pPr>
            <a:r>
              <a:rPr lang="en-US" sz="900" b="1" dirty="0">
                <a:solidFill>
                  <a:srgbClr val="028090"/>
                </a:solidFill>
              </a:rPr>
              <a:t>Approved</a:t>
            </a:r>
            <a:endParaRPr lang="en-US" sz="900" dirty="0"/>
          </a:p>
        </p:txBody>
      </p:sp>
      <p:sp>
        <p:nvSpPr>
          <p:cNvPr id="72" name="Shape 70"/>
          <p:cNvSpPr/>
          <p:nvPr/>
        </p:nvSpPr>
        <p:spPr>
          <a:xfrm>
            <a:off x="548640" y="4032504"/>
            <a:ext cx="1371600" cy="329184"/>
          </a:xfrm>
          <a:prstGeom prst="rect">
            <a:avLst/>
          </a:prstGeom>
          <a:solidFill>
            <a:srgbClr val="FAF7F0"/>
          </a:solidFill>
          <a:ln w="5080">
            <a:solidFill>
              <a:srgbClr val="D8D3C7"/>
            </a:solidFill>
            <a:prstDash val="solid"/>
          </a:ln>
        </p:spPr>
        <p:txBody>
          <a:bodyPr/>
          <a:lstStyle/>
          <a:p>
            <a:endParaRPr lang="en-US"/>
          </a:p>
        </p:txBody>
      </p:sp>
      <p:sp>
        <p:nvSpPr>
          <p:cNvPr id="73" name="Text 71"/>
          <p:cNvSpPr/>
          <p:nvPr/>
        </p:nvSpPr>
        <p:spPr>
          <a:xfrm>
            <a:off x="594360" y="4032504"/>
            <a:ext cx="1280160" cy="329184"/>
          </a:xfrm>
          <a:prstGeom prst="rect">
            <a:avLst/>
          </a:prstGeom>
          <a:noFill/>
          <a:ln/>
        </p:spPr>
        <p:txBody>
          <a:bodyPr wrap="square" lIns="0" tIns="0" rIns="0" bIns="0" rtlCol="0" anchor="ctr"/>
          <a:lstStyle/>
          <a:p>
            <a:pPr marL="0" indent="0">
              <a:buNone/>
            </a:pPr>
            <a:r>
              <a:rPr lang="en-US" sz="900" dirty="0">
                <a:solidFill>
                  <a:srgbClr val="1E293B"/>
                </a:solidFill>
              </a:rPr>
              <a:t>MDM customer</a:t>
            </a:r>
            <a:endParaRPr lang="en-US" sz="900" dirty="0"/>
          </a:p>
        </p:txBody>
      </p:sp>
      <p:sp>
        <p:nvSpPr>
          <p:cNvPr id="74" name="Shape 72"/>
          <p:cNvSpPr/>
          <p:nvPr/>
        </p:nvSpPr>
        <p:spPr>
          <a:xfrm>
            <a:off x="1920240" y="4032504"/>
            <a:ext cx="777240" cy="329184"/>
          </a:xfrm>
          <a:prstGeom prst="rect">
            <a:avLst/>
          </a:prstGeom>
          <a:solidFill>
            <a:srgbClr val="FAF7F0"/>
          </a:solidFill>
          <a:ln w="5080">
            <a:solidFill>
              <a:srgbClr val="D8D3C7"/>
            </a:solidFill>
            <a:prstDash val="solid"/>
          </a:ln>
        </p:spPr>
        <p:txBody>
          <a:bodyPr/>
          <a:lstStyle/>
          <a:p>
            <a:endParaRPr lang="en-US"/>
          </a:p>
        </p:txBody>
      </p:sp>
      <p:sp>
        <p:nvSpPr>
          <p:cNvPr id="75" name="Text 73"/>
          <p:cNvSpPr/>
          <p:nvPr/>
        </p:nvSpPr>
        <p:spPr>
          <a:xfrm>
            <a:off x="1965960" y="4032504"/>
            <a:ext cx="685800" cy="329184"/>
          </a:xfrm>
          <a:prstGeom prst="rect">
            <a:avLst/>
          </a:prstGeom>
          <a:noFill/>
          <a:ln/>
        </p:spPr>
        <p:txBody>
          <a:bodyPr wrap="square" lIns="0" tIns="0" rIns="0" bIns="0" rtlCol="0" anchor="ctr"/>
          <a:lstStyle/>
          <a:p>
            <a:pPr marL="0" indent="0">
              <a:buNone/>
            </a:pPr>
            <a:r>
              <a:rPr lang="en-US" sz="900" dirty="0">
                <a:solidFill>
                  <a:srgbClr val="1E293B"/>
                </a:solidFill>
              </a:rPr>
              <a:t>ERP+CRM</a:t>
            </a:r>
            <a:endParaRPr lang="en-US" sz="900" dirty="0"/>
          </a:p>
        </p:txBody>
      </p:sp>
      <p:sp>
        <p:nvSpPr>
          <p:cNvPr id="76" name="Shape 74"/>
          <p:cNvSpPr/>
          <p:nvPr/>
        </p:nvSpPr>
        <p:spPr>
          <a:xfrm>
            <a:off x="2697480" y="4032504"/>
            <a:ext cx="868680" cy="329184"/>
          </a:xfrm>
          <a:prstGeom prst="rect">
            <a:avLst/>
          </a:prstGeom>
          <a:solidFill>
            <a:srgbClr val="FAF7F0"/>
          </a:solidFill>
          <a:ln w="5080">
            <a:solidFill>
              <a:srgbClr val="D8D3C7"/>
            </a:solidFill>
            <a:prstDash val="solid"/>
          </a:ln>
        </p:spPr>
        <p:txBody>
          <a:bodyPr/>
          <a:lstStyle/>
          <a:p>
            <a:endParaRPr lang="en-US"/>
          </a:p>
        </p:txBody>
      </p:sp>
      <p:sp>
        <p:nvSpPr>
          <p:cNvPr id="77" name="Text 75"/>
          <p:cNvSpPr/>
          <p:nvPr/>
        </p:nvSpPr>
        <p:spPr>
          <a:xfrm>
            <a:off x="2743200" y="4032504"/>
            <a:ext cx="777240" cy="329184"/>
          </a:xfrm>
          <a:prstGeom prst="rect">
            <a:avLst/>
          </a:prstGeom>
          <a:noFill/>
          <a:ln/>
        </p:spPr>
        <p:txBody>
          <a:bodyPr wrap="square" lIns="0" tIns="0" rIns="0" bIns="0" rtlCol="0" anchor="ctr"/>
          <a:lstStyle/>
          <a:p>
            <a:pPr marL="0" indent="0">
              <a:buNone/>
            </a:pPr>
            <a:r>
              <a:rPr lang="en-US" sz="900" dirty="0">
                <a:solidFill>
                  <a:srgbClr val="1E293B"/>
                </a:solidFill>
              </a:rPr>
              <a:t>MDM hub</a:t>
            </a:r>
            <a:endParaRPr lang="en-US" sz="900" dirty="0"/>
          </a:p>
        </p:txBody>
      </p:sp>
      <p:sp>
        <p:nvSpPr>
          <p:cNvPr id="78" name="Shape 76"/>
          <p:cNvSpPr/>
          <p:nvPr/>
        </p:nvSpPr>
        <p:spPr>
          <a:xfrm>
            <a:off x="3566160" y="4032504"/>
            <a:ext cx="1097280" cy="329184"/>
          </a:xfrm>
          <a:prstGeom prst="rect">
            <a:avLst/>
          </a:prstGeom>
          <a:solidFill>
            <a:srgbClr val="FAF7F0"/>
          </a:solidFill>
          <a:ln w="5080">
            <a:solidFill>
              <a:srgbClr val="D8D3C7"/>
            </a:solidFill>
            <a:prstDash val="solid"/>
          </a:ln>
        </p:spPr>
        <p:txBody>
          <a:bodyPr/>
          <a:lstStyle/>
          <a:p>
            <a:endParaRPr lang="en-US"/>
          </a:p>
        </p:txBody>
      </p:sp>
      <p:sp>
        <p:nvSpPr>
          <p:cNvPr id="79" name="Text 77"/>
          <p:cNvSpPr/>
          <p:nvPr/>
        </p:nvSpPr>
        <p:spPr>
          <a:xfrm>
            <a:off x="3611880" y="4032504"/>
            <a:ext cx="1005840" cy="329184"/>
          </a:xfrm>
          <a:prstGeom prst="rect">
            <a:avLst/>
          </a:prstGeom>
          <a:noFill/>
          <a:ln/>
        </p:spPr>
        <p:txBody>
          <a:bodyPr wrap="square" lIns="0" tIns="0" rIns="0" bIns="0" rtlCol="0" anchor="ctr"/>
          <a:lstStyle/>
          <a:p>
            <a:pPr marL="0" indent="0">
              <a:buNone/>
            </a:pPr>
            <a:r>
              <a:rPr lang="en-US" sz="900" dirty="0">
                <a:solidFill>
                  <a:srgbClr val="1E293B"/>
                </a:solidFill>
              </a:rPr>
              <a:t>customer.*</a:t>
            </a:r>
            <a:endParaRPr lang="en-US" sz="900" dirty="0"/>
          </a:p>
        </p:txBody>
      </p:sp>
      <p:sp>
        <p:nvSpPr>
          <p:cNvPr id="80" name="Shape 78"/>
          <p:cNvSpPr/>
          <p:nvPr/>
        </p:nvSpPr>
        <p:spPr>
          <a:xfrm>
            <a:off x="4663440" y="4032504"/>
            <a:ext cx="822960" cy="329184"/>
          </a:xfrm>
          <a:prstGeom prst="rect">
            <a:avLst/>
          </a:prstGeom>
          <a:solidFill>
            <a:srgbClr val="FAF7F0"/>
          </a:solidFill>
          <a:ln w="5080">
            <a:solidFill>
              <a:srgbClr val="D8D3C7"/>
            </a:solidFill>
            <a:prstDash val="solid"/>
          </a:ln>
        </p:spPr>
        <p:txBody>
          <a:bodyPr/>
          <a:lstStyle/>
          <a:p>
            <a:endParaRPr lang="en-US"/>
          </a:p>
        </p:txBody>
      </p:sp>
      <p:sp>
        <p:nvSpPr>
          <p:cNvPr id="81" name="Text 79"/>
          <p:cNvSpPr/>
          <p:nvPr/>
        </p:nvSpPr>
        <p:spPr>
          <a:xfrm>
            <a:off x="4709160" y="4032504"/>
            <a:ext cx="731520" cy="329184"/>
          </a:xfrm>
          <a:prstGeom prst="rect">
            <a:avLst/>
          </a:prstGeom>
          <a:noFill/>
          <a:ln/>
        </p:spPr>
        <p:txBody>
          <a:bodyPr wrap="square" lIns="0" tIns="0" rIns="0" bIns="0" rtlCol="0" anchor="ctr"/>
          <a:lstStyle/>
          <a:p>
            <a:pPr marL="0" indent="0">
              <a:buNone/>
            </a:pPr>
            <a:r>
              <a:rPr lang="en-US" sz="900" b="1" dirty="0">
                <a:solidFill>
                  <a:srgbClr val="64748B"/>
                </a:solidFill>
              </a:rPr>
              <a:t>Draft</a:t>
            </a:r>
            <a:endParaRPr lang="en-US" sz="900" dirty="0"/>
          </a:p>
        </p:txBody>
      </p:sp>
      <p:sp>
        <p:nvSpPr>
          <p:cNvPr id="82" name="Shape 80"/>
          <p:cNvSpPr/>
          <p:nvPr/>
        </p:nvSpPr>
        <p:spPr>
          <a:xfrm>
            <a:off x="5760720" y="1371600"/>
            <a:ext cx="3017520" cy="777240"/>
          </a:xfrm>
          <a:prstGeom prst="rect">
            <a:avLst/>
          </a:prstGeom>
          <a:solidFill>
            <a:srgbClr val="FFFFFF"/>
          </a:solidFill>
          <a:ln w="9525">
            <a:solidFill>
              <a:srgbClr val="D8D3C7"/>
            </a:solidFill>
            <a:prstDash val="solid"/>
          </a:ln>
        </p:spPr>
        <p:txBody>
          <a:bodyPr/>
          <a:lstStyle/>
          <a:p>
            <a:endParaRPr lang="en-US"/>
          </a:p>
        </p:txBody>
      </p:sp>
      <p:sp>
        <p:nvSpPr>
          <p:cNvPr id="83" name="Shape 81"/>
          <p:cNvSpPr/>
          <p:nvPr/>
        </p:nvSpPr>
        <p:spPr>
          <a:xfrm>
            <a:off x="5760720" y="1371600"/>
            <a:ext cx="73152" cy="777240"/>
          </a:xfrm>
          <a:prstGeom prst="rect">
            <a:avLst/>
          </a:prstGeom>
          <a:solidFill>
            <a:srgbClr val="028090"/>
          </a:solidFill>
          <a:ln w="12700">
            <a:solidFill>
              <a:srgbClr val="028090"/>
            </a:solidFill>
            <a:prstDash val="solid"/>
          </a:ln>
        </p:spPr>
        <p:txBody>
          <a:bodyPr/>
          <a:lstStyle/>
          <a:p>
            <a:endParaRPr lang="en-US"/>
          </a:p>
        </p:txBody>
      </p:sp>
      <p:sp>
        <p:nvSpPr>
          <p:cNvPr id="84" name="Text 82"/>
          <p:cNvSpPr/>
          <p:nvPr/>
        </p:nvSpPr>
        <p:spPr>
          <a:xfrm>
            <a:off x="5943600" y="1463040"/>
            <a:ext cx="2743200" cy="292608"/>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Search</a:t>
            </a:r>
            <a:endParaRPr lang="en-US" sz="1300" dirty="0"/>
          </a:p>
        </p:txBody>
      </p:sp>
      <p:sp>
        <p:nvSpPr>
          <p:cNvPr id="85" name="Text 83"/>
          <p:cNvSpPr/>
          <p:nvPr/>
        </p:nvSpPr>
        <p:spPr>
          <a:xfrm>
            <a:off x="5943600" y="1755648"/>
            <a:ext cx="2743200" cy="365760"/>
          </a:xfrm>
          <a:prstGeom prst="rect">
            <a:avLst/>
          </a:prstGeom>
          <a:noFill/>
          <a:ln/>
        </p:spPr>
        <p:txBody>
          <a:bodyPr wrap="square" lIns="0" tIns="0" rIns="0" bIns="0" rtlCol="0" anchor="t"/>
          <a:lstStyle/>
          <a:p>
            <a:pPr marL="0" indent="0">
              <a:buNone/>
            </a:pPr>
            <a:r>
              <a:rPr lang="en-US" sz="1000" dirty="0">
                <a:solidFill>
                  <a:srgbClr val="1E293B"/>
                </a:solidFill>
              </a:rPr>
              <a:t>By source, target, concept, owner, status.</a:t>
            </a:r>
            <a:endParaRPr lang="en-US" sz="1000" dirty="0"/>
          </a:p>
        </p:txBody>
      </p:sp>
      <p:sp>
        <p:nvSpPr>
          <p:cNvPr id="86" name="Shape 84"/>
          <p:cNvSpPr/>
          <p:nvPr/>
        </p:nvSpPr>
        <p:spPr>
          <a:xfrm>
            <a:off x="5760720" y="2221992"/>
            <a:ext cx="3017520" cy="777240"/>
          </a:xfrm>
          <a:prstGeom prst="rect">
            <a:avLst/>
          </a:prstGeom>
          <a:solidFill>
            <a:srgbClr val="FFFFFF"/>
          </a:solidFill>
          <a:ln w="9525">
            <a:solidFill>
              <a:srgbClr val="D8D3C7"/>
            </a:solidFill>
            <a:prstDash val="solid"/>
          </a:ln>
        </p:spPr>
        <p:txBody>
          <a:bodyPr/>
          <a:lstStyle/>
          <a:p>
            <a:endParaRPr lang="en-US"/>
          </a:p>
        </p:txBody>
      </p:sp>
      <p:sp>
        <p:nvSpPr>
          <p:cNvPr id="87" name="Shape 85"/>
          <p:cNvSpPr/>
          <p:nvPr/>
        </p:nvSpPr>
        <p:spPr>
          <a:xfrm>
            <a:off x="5760720" y="2221992"/>
            <a:ext cx="73152" cy="777240"/>
          </a:xfrm>
          <a:prstGeom prst="rect">
            <a:avLst/>
          </a:prstGeom>
          <a:solidFill>
            <a:srgbClr val="028090"/>
          </a:solidFill>
          <a:ln w="12700">
            <a:solidFill>
              <a:srgbClr val="028090"/>
            </a:solidFill>
            <a:prstDash val="solid"/>
          </a:ln>
        </p:spPr>
        <p:txBody>
          <a:bodyPr/>
          <a:lstStyle/>
          <a:p>
            <a:endParaRPr lang="en-US"/>
          </a:p>
        </p:txBody>
      </p:sp>
      <p:sp>
        <p:nvSpPr>
          <p:cNvPr id="88" name="Text 86"/>
          <p:cNvSpPr/>
          <p:nvPr/>
        </p:nvSpPr>
        <p:spPr>
          <a:xfrm>
            <a:off x="5943600" y="2313432"/>
            <a:ext cx="2743200" cy="292608"/>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Reuse</a:t>
            </a:r>
            <a:endParaRPr lang="en-US" sz="1300" dirty="0"/>
          </a:p>
        </p:txBody>
      </p:sp>
      <p:sp>
        <p:nvSpPr>
          <p:cNvPr id="89" name="Text 87"/>
          <p:cNvSpPr/>
          <p:nvPr/>
        </p:nvSpPr>
        <p:spPr>
          <a:xfrm>
            <a:off x="5943600" y="2606040"/>
            <a:ext cx="2743200" cy="365760"/>
          </a:xfrm>
          <a:prstGeom prst="rect">
            <a:avLst/>
          </a:prstGeom>
          <a:noFill/>
          <a:ln/>
        </p:spPr>
        <p:txBody>
          <a:bodyPr wrap="square" lIns="0" tIns="0" rIns="0" bIns="0" rtlCol="0" anchor="t"/>
          <a:lstStyle/>
          <a:p>
            <a:pPr marL="0" indent="0">
              <a:buNone/>
            </a:pPr>
            <a:r>
              <a:rPr lang="en-US" sz="1000" dirty="0">
                <a:solidFill>
                  <a:srgbClr val="1E293B"/>
                </a:solidFill>
              </a:rPr>
              <a:t>Pull approved mappings into a new program.</a:t>
            </a:r>
            <a:endParaRPr lang="en-US" sz="1000" dirty="0"/>
          </a:p>
        </p:txBody>
      </p:sp>
      <p:sp>
        <p:nvSpPr>
          <p:cNvPr id="90" name="Shape 88"/>
          <p:cNvSpPr/>
          <p:nvPr/>
        </p:nvSpPr>
        <p:spPr>
          <a:xfrm>
            <a:off x="5760720" y="3072384"/>
            <a:ext cx="3017520" cy="777240"/>
          </a:xfrm>
          <a:prstGeom prst="rect">
            <a:avLst/>
          </a:prstGeom>
          <a:solidFill>
            <a:srgbClr val="FFFFFF"/>
          </a:solidFill>
          <a:ln w="9525">
            <a:solidFill>
              <a:srgbClr val="D8D3C7"/>
            </a:solidFill>
            <a:prstDash val="solid"/>
          </a:ln>
        </p:spPr>
        <p:txBody>
          <a:bodyPr/>
          <a:lstStyle/>
          <a:p>
            <a:endParaRPr lang="en-US"/>
          </a:p>
        </p:txBody>
      </p:sp>
      <p:sp>
        <p:nvSpPr>
          <p:cNvPr id="91" name="Shape 89"/>
          <p:cNvSpPr/>
          <p:nvPr/>
        </p:nvSpPr>
        <p:spPr>
          <a:xfrm>
            <a:off x="5760720" y="3072384"/>
            <a:ext cx="73152" cy="777240"/>
          </a:xfrm>
          <a:prstGeom prst="rect">
            <a:avLst/>
          </a:prstGeom>
          <a:solidFill>
            <a:srgbClr val="028090"/>
          </a:solidFill>
          <a:ln w="12700">
            <a:solidFill>
              <a:srgbClr val="028090"/>
            </a:solidFill>
            <a:prstDash val="solid"/>
          </a:ln>
        </p:spPr>
        <p:txBody>
          <a:bodyPr/>
          <a:lstStyle/>
          <a:p>
            <a:endParaRPr lang="en-US"/>
          </a:p>
        </p:txBody>
      </p:sp>
      <p:sp>
        <p:nvSpPr>
          <p:cNvPr id="92" name="Text 90"/>
          <p:cNvSpPr/>
          <p:nvPr/>
        </p:nvSpPr>
        <p:spPr>
          <a:xfrm>
            <a:off x="5943600" y="3163824"/>
            <a:ext cx="2743200" cy="292608"/>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Govern</a:t>
            </a:r>
            <a:endParaRPr lang="en-US" sz="1300" dirty="0"/>
          </a:p>
        </p:txBody>
      </p:sp>
      <p:sp>
        <p:nvSpPr>
          <p:cNvPr id="93" name="Text 91"/>
          <p:cNvSpPr/>
          <p:nvPr/>
        </p:nvSpPr>
        <p:spPr>
          <a:xfrm>
            <a:off x="5943600" y="3456432"/>
            <a:ext cx="2743200" cy="365760"/>
          </a:xfrm>
          <a:prstGeom prst="rect">
            <a:avLst/>
          </a:prstGeom>
          <a:noFill/>
          <a:ln/>
        </p:spPr>
        <p:txBody>
          <a:bodyPr wrap="square" lIns="0" tIns="0" rIns="0" bIns="0" rtlCol="0" anchor="t"/>
          <a:lstStyle/>
          <a:p>
            <a:pPr marL="0" indent="0">
              <a:buNone/>
            </a:pPr>
            <a:r>
              <a:rPr lang="en-US" sz="1000" dirty="0">
                <a:solidFill>
                  <a:srgbClr val="1E293B"/>
                </a:solidFill>
              </a:rPr>
              <a:t>Diff, audit, version status across the portfolio.</a:t>
            </a:r>
            <a:endParaRPr lang="en-US" sz="1000" dirty="0"/>
          </a:p>
        </p:txBody>
      </p:sp>
      <p:sp>
        <p:nvSpPr>
          <p:cNvPr id="94" name="Shape 92"/>
          <p:cNvSpPr/>
          <p:nvPr/>
        </p:nvSpPr>
        <p:spPr>
          <a:xfrm>
            <a:off x="5760720" y="3922776"/>
            <a:ext cx="3017520" cy="777240"/>
          </a:xfrm>
          <a:prstGeom prst="rect">
            <a:avLst/>
          </a:prstGeom>
          <a:solidFill>
            <a:srgbClr val="FFFFFF"/>
          </a:solidFill>
          <a:ln w="9525">
            <a:solidFill>
              <a:srgbClr val="D8D3C7"/>
            </a:solidFill>
            <a:prstDash val="solid"/>
          </a:ln>
        </p:spPr>
        <p:txBody>
          <a:bodyPr/>
          <a:lstStyle/>
          <a:p>
            <a:endParaRPr lang="en-US"/>
          </a:p>
        </p:txBody>
      </p:sp>
      <p:sp>
        <p:nvSpPr>
          <p:cNvPr id="95" name="Shape 93"/>
          <p:cNvSpPr/>
          <p:nvPr/>
        </p:nvSpPr>
        <p:spPr>
          <a:xfrm>
            <a:off x="5760720" y="3922776"/>
            <a:ext cx="73152" cy="777240"/>
          </a:xfrm>
          <a:prstGeom prst="rect">
            <a:avLst/>
          </a:prstGeom>
          <a:solidFill>
            <a:srgbClr val="028090"/>
          </a:solidFill>
          <a:ln w="12700">
            <a:solidFill>
              <a:srgbClr val="028090"/>
            </a:solidFill>
            <a:prstDash val="solid"/>
          </a:ln>
        </p:spPr>
        <p:txBody>
          <a:bodyPr/>
          <a:lstStyle/>
          <a:p>
            <a:endParaRPr lang="en-US"/>
          </a:p>
        </p:txBody>
      </p:sp>
      <p:sp>
        <p:nvSpPr>
          <p:cNvPr id="96" name="Text 94"/>
          <p:cNvSpPr/>
          <p:nvPr/>
        </p:nvSpPr>
        <p:spPr>
          <a:xfrm>
            <a:off x="5943600" y="4014216"/>
            <a:ext cx="2743200" cy="292608"/>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Cover</a:t>
            </a:r>
            <a:endParaRPr lang="en-US" sz="1300" dirty="0"/>
          </a:p>
        </p:txBody>
      </p:sp>
      <p:sp>
        <p:nvSpPr>
          <p:cNvPr id="97" name="Text 95"/>
          <p:cNvSpPr/>
          <p:nvPr/>
        </p:nvSpPr>
        <p:spPr>
          <a:xfrm>
            <a:off x="5943600" y="4306824"/>
            <a:ext cx="2743200" cy="365760"/>
          </a:xfrm>
          <a:prstGeom prst="rect">
            <a:avLst/>
          </a:prstGeom>
          <a:noFill/>
          <a:ln/>
        </p:spPr>
        <p:txBody>
          <a:bodyPr wrap="square" lIns="0" tIns="0" rIns="0" bIns="0" rtlCol="0" anchor="t"/>
          <a:lstStyle/>
          <a:p>
            <a:pPr marL="0" indent="0">
              <a:buNone/>
            </a:pPr>
            <a:r>
              <a:rPr lang="en-US" sz="1000" dirty="0">
                <a:solidFill>
                  <a:srgbClr val="1E293B"/>
                </a:solidFill>
              </a:rPr>
              <a:t>See concept coverage gaps for EA review.</a:t>
            </a:r>
            <a:endParaRPr lang="en-US" sz="1000" dirty="0"/>
          </a:p>
        </p:txBody>
      </p:sp>
      <p:sp>
        <p:nvSpPr>
          <p:cNvPr id="98" name="Shape 96"/>
          <p:cNvSpPr/>
          <p:nvPr/>
        </p:nvSpPr>
        <p:spPr>
          <a:xfrm>
            <a:off x="365760" y="4572000"/>
            <a:ext cx="8412480" cy="320040"/>
          </a:xfrm>
          <a:prstGeom prst="rect">
            <a:avLst/>
          </a:prstGeom>
          <a:solidFill>
            <a:srgbClr val="081A2E"/>
          </a:solidFill>
          <a:ln w="12700">
            <a:solidFill>
              <a:srgbClr val="081A2E"/>
            </a:solidFill>
            <a:prstDash val="solid"/>
          </a:ln>
        </p:spPr>
        <p:txBody>
          <a:bodyPr/>
          <a:lstStyle/>
          <a:p>
            <a:endParaRPr lang="en-US"/>
          </a:p>
        </p:txBody>
      </p:sp>
      <p:sp>
        <p:nvSpPr>
          <p:cNvPr id="99" name="Shape 97"/>
          <p:cNvSpPr/>
          <p:nvPr/>
        </p:nvSpPr>
        <p:spPr>
          <a:xfrm>
            <a:off x="365760" y="4572000"/>
            <a:ext cx="73152" cy="320040"/>
          </a:xfrm>
          <a:prstGeom prst="rect">
            <a:avLst/>
          </a:prstGeom>
          <a:solidFill>
            <a:srgbClr val="00A896"/>
          </a:solidFill>
          <a:ln w="12700">
            <a:solidFill>
              <a:srgbClr val="00A896"/>
            </a:solidFill>
            <a:prstDash val="solid"/>
          </a:ln>
        </p:spPr>
        <p:txBody>
          <a:bodyPr/>
          <a:lstStyle/>
          <a:p>
            <a:endParaRPr lang="en-US"/>
          </a:p>
        </p:txBody>
      </p:sp>
      <p:sp>
        <p:nvSpPr>
          <p:cNvPr id="100" name="Text 98"/>
          <p:cNvSpPr/>
          <p:nvPr/>
        </p:nvSpPr>
        <p:spPr>
          <a:xfrm>
            <a:off x="548640" y="4572000"/>
            <a:ext cx="8229600" cy="320040"/>
          </a:xfrm>
          <a:prstGeom prst="rect">
            <a:avLst/>
          </a:prstGeom>
          <a:noFill/>
          <a:ln/>
        </p:spPr>
        <p:txBody>
          <a:bodyPr wrap="square" lIns="0" tIns="0" rIns="0" bIns="0" rtlCol="0" anchor="ctr"/>
          <a:lstStyle/>
          <a:p>
            <a:pPr marL="0" indent="0" algn="ctr">
              <a:buNone/>
            </a:pPr>
            <a:r>
              <a:rPr lang="en-US" sz="1000" i="1" dirty="0">
                <a:solidFill>
                  <a:srgbClr val="FFFFFF"/>
                </a:solidFill>
              </a:rPr>
              <a:t>Fed by approved mapping sets, canonical coverage, audit  ·  Consumed by analysts, EA, PMO, MDM team</a:t>
            </a:r>
            <a:endParaRPr lang="en-US" sz="1000" dirty="0"/>
          </a:p>
        </p:txBody>
      </p:sp>
      <p:sp>
        <p:nvSpPr>
          <p:cNvPr id="101" name="Shape 99"/>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102" name="Text 100"/>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103" name="Text 101"/>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dirty="0">
                <a:solidFill>
                  <a:srgbClr val="FFFFFF"/>
                </a:solidFill>
              </a:rPr>
              <a:t>25 / 38</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6126480" cy="6400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Browsing the Catalog — Filters and Stakeholder Views</a:t>
            </a:r>
            <a:endParaRPr lang="en-US" sz="2000" dirty="0"/>
          </a:p>
        </p:txBody>
      </p:sp>
      <p:sp>
        <p:nvSpPr>
          <p:cNvPr id="5" name="Shape 3"/>
          <p:cNvSpPr/>
          <p:nvPr/>
        </p:nvSpPr>
        <p:spPr>
          <a:xfrm>
            <a:off x="6766560" y="201168"/>
            <a:ext cx="1371600" cy="411480"/>
          </a:xfrm>
          <a:prstGeom prst="roundRect">
            <a:avLst>
              <a:gd name="adj" fmla="val 13333"/>
            </a:avLst>
          </a:prstGeom>
          <a:solidFill>
            <a:srgbClr val="00A896"/>
          </a:solidFill>
          <a:ln w="12700">
            <a:solidFill>
              <a:srgbClr val="00A896"/>
            </a:solidFill>
            <a:prstDash val="solid"/>
          </a:ln>
        </p:spPr>
        <p:txBody>
          <a:bodyPr/>
          <a:lstStyle/>
          <a:p>
            <a:endParaRPr lang="en-US"/>
          </a:p>
        </p:txBody>
      </p:sp>
      <p:sp>
        <p:nvSpPr>
          <p:cNvPr id="6" name="Text 4"/>
          <p:cNvSpPr/>
          <p:nvPr/>
        </p:nvSpPr>
        <p:spPr>
          <a:xfrm>
            <a:off x="6766560" y="201168"/>
            <a:ext cx="1371600" cy="411480"/>
          </a:xfrm>
          <a:prstGeom prst="rect">
            <a:avLst/>
          </a:prstGeom>
          <a:noFill/>
          <a:ln/>
        </p:spPr>
        <p:txBody>
          <a:bodyPr wrap="square" lIns="0" tIns="0" rIns="0" bIns="0" rtlCol="0" anchor="ctr"/>
          <a:lstStyle/>
          <a:p>
            <a:pPr marL="0" indent="0" algn="ctr">
              <a:buNone/>
            </a:pPr>
            <a:r>
              <a:rPr lang="en-US" sz="1000" b="1" kern="0" spc="200" dirty="0">
                <a:solidFill>
                  <a:srgbClr val="FFFFFF"/>
                </a:solidFill>
              </a:rPr>
              <a:t>✓  DELIVERED</a:t>
            </a:r>
            <a:endParaRPr lang="en-US" sz="1000" dirty="0"/>
          </a:p>
        </p:txBody>
      </p:sp>
      <p:sp>
        <p:nvSpPr>
          <p:cNvPr id="7" name="Text 5"/>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rPr>
              <a:t>Appendix · Live filters and views available in the workspace today</a:t>
            </a:r>
            <a:endParaRPr lang="en-US" sz="1100" dirty="0"/>
          </a:p>
        </p:txBody>
      </p:sp>
      <p:sp>
        <p:nvSpPr>
          <p:cNvPr id="8" name="Shape 6"/>
          <p:cNvSpPr/>
          <p:nvPr/>
        </p:nvSpPr>
        <p:spPr>
          <a:xfrm>
            <a:off x="365760" y="1417320"/>
            <a:ext cx="2194560" cy="3291840"/>
          </a:xfrm>
          <a:prstGeom prst="rect">
            <a:avLst/>
          </a:prstGeom>
          <a:solidFill>
            <a:srgbClr val="FFFFFF"/>
          </a:solidFill>
          <a:ln w="9525">
            <a:solidFill>
              <a:srgbClr val="D8D3C7"/>
            </a:solidFill>
            <a:prstDash val="solid"/>
          </a:ln>
        </p:spPr>
        <p:txBody>
          <a:bodyPr/>
          <a:lstStyle/>
          <a:p>
            <a:endParaRPr lang="en-US"/>
          </a:p>
        </p:txBody>
      </p:sp>
      <p:sp>
        <p:nvSpPr>
          <p:cNvPr id="9" name="Shape 7"/>
          <p:cNvSpPr/>
          <p:nvPr/>
        </p:nvSpPr>
        <p:spPr>
          <a:xfrm>
            <a:off x="365760" y="1417320"/>
            <a:ext cx="73152" cy="3291840"/>
          </a:xfrm>
          <a:prstGeom prst="rect">
            <a:avLst/>
          </a:prstGeom>
          <a:solidFill>
            <a:srgbClr val="00A896"/>
          </a:solidFill>
          <a:ln w="12700">
            <a:solidFill>
              <a:srgbClr val="00A896"/>
            </a:solidFill>
            <a:prstDash val="solid"/>
          </a:ln>
        </p:spPr>
        <p:txBody>
          <a:bodyPr/>
          <a:lstStyle/>
          <a:p>
            <a:endParaRPr lang="en-US"/>
          </a:p>
        </p:txBody>
      </p:sp>
      <p:sp>
        <p:nvSpPr>
          <p:cNvPr id="10" name="Text 8"/>
          <p:cNvSpPr/>
          <p:nvPr/>
        </p:nvSpPr>
        <p:spPr>
          <a:xfrm>
            <a:off x="548640" y="1508760"/>
            <a:ext cx="1828800" cy="274320"/>
          </a:xfrm>
          <a:prstGeom prst="rect">
            <a:avLst/>
          </a:prstGeom>
          <a:noFill/>
          <a:ln/>
        </p:spPr>
        <p:txBody>
          <a:bodyPr wrap="square" lIns="0" tIns="0" rIns="0" bIns="0" rtlCol="0" anchor="ctr"/>
          <a:lstStyle/>
          <a:p>
            <a:pPr marL="0" indent="0">
              <a:buNone/>
            </a:pPr>
            <a:r>
              <a:rPr lang="en-US" sz="1200" b="1" dirty="0">
                <a:solidFill>
                  <a:srgbClr val="0F2A47"/>
                </a:solidFill>
                <a:latin typeface="Cambria" pitchFamily="34" charset="0"/>
                <a:ea typeface="Cambria" pitchFamily="34" charset="-122"/>
                <a:cs typeface="Cambria" pitchFamily="34" charset="-120"/>
              </a:rPr>
              <a:t>Live filters</a:t>
            </a:r>
            <a:endParaRPr lang="en-US" sz="1200" dirty="0"/>
          </a:p>
        </p:txBody>
      </p:sp>
      <p:sp>
        <p:nvSpPr>
          <p:cNvPr id="11" name="Shape 9"/>
          <p:cNvSpPr/>
          <p:nvPr/>
        </p:nvSpPr>
        <p:spPr>
          <a:xfrm>
            <a:off x="548640" y="1874520"/>
            <a:ext cx="1828800" cy="320040"/>
          </a:xfrm>
          <a:prstGeom prst="rect">
            <a:avLst/>
          </a:prstGeom>
          <a:solidFill>
            <a:srgbClr val="FFFFFF"/>
          </a:solidFill>
          <a:ln w="6350">
            <a:solidFill>
              <a:srgbClr val="D8D3C7"/>
            </a:solidFill>
            <a:prstDash val="solid"/>
          </a:ln>
        </p:spPr>
        <p:txBody>
          <a:bodyPr/>
          <a:lstStyle/>
          <a:p>
            <a:endParaRPr lang="en-US"/>
          </a:p>
        </p:txBody>
      </p:sp>
      <p:sp>
        <p:nvSpPr>
          <p:cNvPr id="12" name="Text 10"/>
          <p:cNvSpPr/>
          <p:nvPr/>
        </p:nvSpPr>
        <p:spPr>
          <a:xfrm>
            <a:off x="640080" y="1874520"/>
            <a:ext cx="1005840" cy="320040"/>
          </a:xfrm>
          <a:prstGeom prst="rect">
            <a:avLst/>
          </a:prstGeom>
          <a:noFill/>
          <a:ln/>
        </p:spPr>
        <p:txBody>
          <a:bodyPr wrap="square" lIns="0" tIns="0" rIns="0" bIns="0" rtlCol="0" anchor="ctr"/>
          <a:lstStyle/>
          <a:p>
            <a:pPr marL="0" indent="0">
              <a:buNone/>
            </a:pPr>
            <a:r>
              <a:rPr lang="en-US" sz="900" dirty="0">
                <a:solidFill>
                  <a:srgbClr val="64748B"/>
                </a:solidFill>
              </a:rPr>
              <a:t>Source system</a:t>
            </a:r>
            <a:endParaRPr lang="en-US" sz="900" dirty="0"/>
          </a:p>
        </p:txBody>
      </p:sp>
      <p:sp>
        <p:nvSpPr>
          <p:cNvPr id="13" name="Text 11"/>
          <p:cNvSpPr/>
          <p:nvPr/>
        </p:nvSpPr>
        <p:spPr>
          <a:xfrm>
            <a:off x="1600200" y="1874520"/>
            <a:ext cx="685800" cy="320040"/>
          </a:xfrm>
          <a:prstGeom prst="rect">
            <a:avLst/>
          </a:prstGeom>
          <a:noFill/>
          <a:ln/>
        </p:spPr>
        <p:txBody>
          <a:bodyPr wrap="square" lIns="0" tIns="0" rIns="0" bIns="0" rtlCol="0" anchor="ctr"/>
          <a:lstStyle/>
          <a:p>
            <a:pPr marL="0" indent="0">
              <a:buNone/>
            </a:pPr>
            <a:r>
              <a:rPr lang="en-US" sz="900" b="1" dirty="0">
                <a:solidFill>
                  <a:srgbClr val="028090"/>
                </a:solidFill>
              </a:rPr>
              <a:t>ERP</a:t>
            </a:r>
            <a:endParaRPr lang="en-US" sz="900" dirty="0"/>
          </a:p>
        </p:txBody>
      </p:sp>
      <p:sp>
        <p:nvSpPr>
          <p:cNvPr id="14" name="Text 12"/>
          <p:cNvSpPr/>
          <p:nvPr/>
        </p:nvSpPr>
        <p:spPr>
          <a:xfrm>
            <a:off x="2194560" y="1874520"/>
            <a:ext cx="137160" cy="320040"/>
          </a:xfrm>
          <a:prstGeom prst="rect">
            <a:avLst/>
          </a:prstGeom>
          <a:noFill/>
          <a:ln/>
        </p:spPr>
        <p:txBody>
          <a:bodyPr wrap="square" lIns="0" tIns="0" rIns="0" bIns="0" rtlCol="0" anchor="ctr"/>
          <a:lstStyle/>
          <a:p>
            <a:pPr marL="0" indent="0" algn="r">
              <a:buNone/>
            </a:pPr>
            <a:r>
              <a:rPr lang="en-US" sz="900" dirty="0">
                <a:solidFill>
                  <a:srgbClr val="64748B"/>
                </a:solidFill>
              </a:rPr>
              <a:t>▾</a:t>
            </a:r>
            <a:endParaRPr lang="en-US" sz="900" dirty="0"/>
          </a:p>
        </p:txBody>
      </p:sp>
      <p:sp>
        <p:nvSpPr>
          <p:cNvPr id="15" name="Shape 13"/>
          <p:cNvSpPr/>
          <p:nvPr/>
        </p:nvSpPr>
        <p:spPr>
          <a:xfrm>
            <a:off x="548640" y="2286000"/>
            <a:ext cx="1828800" cy="320040"/>
          </a:xfrm>
          <a:prstGeom prst="rect">
            <a:avLst/>
          </a:prstGeom>
          <a:solidFill>
            <a:srgbClr val="FFFFFF"/>
          </a:solidFill>
          <a:ln w="6350">
            <a:solidFill>
              <a:srgbClr val="D8D3C7"/>
            </a:solidFill>
            <a:prstDash val="solid"/>
          </a:ln>
        </p:spPr>
        <p:txBody>
          <a:bodyPr/>
          <a:lstStyle/>
          <a:p>
            <a:endParaRPr lang="en-US"/>
          </a:p>
        </p:txBody>
      </p:sp>
      <p:sp>
        <p:nvSpPr>
          <p:cNvPr id="16" name="Text 14"/>
          <p:cNvSpPr/>
          <p:nvPr/>
        </p:nvSpPr>
        <p:spPr>
          <a:xfrm>
            <a:off x="640080" y="2286000"/>
            <a:ext cx="1005840" cy="320040"/>
          </a:xfrm>
          <a:prstGeom prst="rect">
            <a:avLst/>
          </a:prstGeom>
          <a:noFill/>
          <a:ln/>
        </p:spPr>
        <p:txBody>
          <a:bodyPr wrap="square" lIns="0" tIns="0" rIns="0" bIns="0" rtlCol="0" anchor="ctr"/>
          <a:lstStyle/>
          <a:p>
            <a:pPr marL="0" indent="0">
              <a:buNone/>
            </a:pPr>
            <a:r>
              <a:rPr lang="en-US" sz="900" dirty="0">
                <a:solidFill>
                  <a:srgbClr val="64748B"/>
                </a:solidFill>
              </a:rPr>
              <a:t>Target system</a:t>
            </a:r>
            <a:endParaRPr lang="en-US" sz="900" dirty="0"/>
          </a:p>
        </p:txBody>
      </p:sp>
      <p:sp>
        <p:nvSpPr>
          <p:cNvPr id="17" name="Text 15"/>
          <p:cNvSpPr/>
          <p:nvPr/>
        </p:nvSpPr>
        <p:spPr>
          <a:xfrm>
            <a:off x="1600200" y="2286000"/>
            <a:ext cx="685800" cy="320040"/>
          </a:xfrm>
          <a:prstGeom prst="rect">
            <a:avLst/>
          </a:prstGeom>
          <a:noFill/>
          <a:ln/>
        </p:spPr>
        <p:txBody>
          <a:bodyPr wrap="square" lIns="0" tIns="0" rIns="0" bIns="0" rtlCol="0" anchor="ctr"/>
          <a:lstStyle/>
          <a:p>
            <a:pPr marL="0" indent="0">
              <a:buNone/>
            </a:pPr>
            <a:r>
              <a:rPr lang="en-US" sz="900" b="1" dirty="0">
                <a:solidFill>
                  <a:srgbClr val="028090"/>
                </a:solidFill>
              </a:rPr>
              <a:t>MDM hub</a:t>
            </a:r>
            <a:endParaRPr lang="en-US" sz="900" dirty="0"/>
          </a:p>
        </p:txBody>
      </p:sp>
      <p:sp>
        <p:nvSpPr>
          <p:cNvPr id="18" name="Text 16"/>
          <p:cNvSpPr/>
          <p:nvPr/>
        </p:nvSpPr>
        <p:spPr>
          <a:xfrm>
            <a:off x="2194560" y="2286000"/>
            <a:ext cx="137160" cy="320040"/>
          </a:xfrm>
          <a:prstGeom prst="rect">
            <a:avLst/>
          </a:prstGeom>
          <a:noFill/>
          <a:ln/>
        </p:spPr>
        <p:txBody>
          <a:bodyPr wrap="square" lIns="0" tIns="0" rIns="0" bIns="0" rtlCol="0" anchor="ctr"/>
          <a:lstStyle/>
          <a:p>
            <a:pPr marL="0" indent="0" algn="r">
              <a:buNone/>
            </a:pPr>
            <a:r>
              <a:rPr lang="en-US" sz="900" dirty="0">
                <a:solidFill>
                  <a:srgbClr val="64748B"/>
                </a:solidFill>
              </a:rPr>
              <a:t>▾</a:t>
            </a:r>
            <a:endParaRPr lang="en-US" sz="900" dirty="0"/>
          </a:p>
        </p:txBody>
      </p:sp>
      <p:sp>
        <p:nvSpPr>
          <p:cNvPr id="19" name="Shape 17"/>
          <p:cNvSpPr/>
          <p:nvPr/>
        </p:nvSpPr>
        <p:spPr>
          <a:xfrm>
            <a:off x="548640" y="2697480"/>
            <a:ext cx="1828800" cy="320040"/>
          </a:xfrm>
          <a:prstGeom prst="rect">
            <a:avLst/>
          </a:prstGeom>
          <a:solidFill>
            <a:srgbClr val="FFFFFF"/>
          </a:solidFill>
          <a:ln w="6350">
            <a:solidFill>
              <a:srgbClr val="D8D3C7"/>
            </a:solidFill>
            <a:prstDash val="solid"/>
          </a:ln>
        </p:spPr>
        <p:txBody>
          <a:bodyPr/>
          <a:lstStyle/>
          <a:p>
            <a:endParaRPr lang="en-US"/>
          </a:p>
        </p:txBody>
      </p:sp>
      <p:sp>
        <p:nvSpPr>
          <p:cNvPr id="20" name="Text 18"/>
          <p:cNvSpPr/>
          <p:nvPr/>
        </p:nvSpPr>
        <p:spPr>
          <a:xfrm>
            <a:off x="640080" y="2697480"/>
            <a:ext cx="1005840" cy="320040"/>
          </a:xfrm>
          <a:prstGeom prst="rect">
            <a:avLst/>
          </a:prstGeom>
          <a:noFill/>
          <a:ln/>
        </p:spPr>
        <p:txBody>
          <a:bodyPr wrap="square" lIns="0" tIns="0" rIns="0" bIns="0" rtlCol="0" anchor="ctr"/>
          <a:lstStyle/>
          <a:p>
            <a:pPr marL="0" indent="0">
              <a:buNone/>
            </a:pPr>
            <a:r>
              <a:rPr lang="en-US" sz="900" dirty="0">
                <a:solidFill>
                  <a:srgbClr val="64748B"/>
                </a:solidFill>
              </a:rPr>
              <a:t>Concept</a:t>
            </a:r>
            <a:endParaRPr lang="en-US" sz="900" dirty="0"/>
          </a:p>
        </p:txBody>
      </p:sp>
      <p:sp>
        <p:nvSpPr>
          <p:cNvPr id="21" name="Text 19"/>
          <p:cNvSpPr/>
          <p:nvPr/>
        </p:nvSpPr>
        <p:spPr>
          <a:xfrm>
            <a:off x="1600200" y="2697480"/>
            <a:ext cx="685800" cy="320040"/>
          </a:xfrm>
          <a:prstGeom prst="rect">
            <a:avLst/>
          </a:prstGeom>
          <a:noFill/>
          <a:ln/>
        </p:spPr>
        <p:txBody>
          <a:bodyPr wrap="square" lIns="0" tIns="0" rIns="0" bIns="0" rtlCol="0" anchor="ctr"/>
          <a:lstStyle/>
          <a:p>
            <a:pPr marL="0" indent="0">
              <a:buNone/>
            </a:pPr>
            <a:r>
              <a:rPr lang="en-US" sz="900" b="1" dirty="0">
                <a:solidFill>
                  <a:srgbClr val="028090"/>
                </a:solidFill>
              </a:rPr>
              <a:t>customer.id</a:t>
            </a:r>
            <a:endParaRPr lang="en-US" sz="900" dirty="0"/>
          </a:p>
        </p:txBody>
      </p:sp>
      <p:sp>
        <p:nvSpPr>
          <p:cNvPr id="22" name="Text 20"/>
          <p:cNvSpPr/>
          <p:nvPr/>
        </p:nvSpPr>
        <p:spPr>
          <a:xfrm>
            <a:off x="2194560" y="2697480"/>
            <a:ext cx="137160" cy="320040"/>
          </a:xfrm>
          <a:prstGeom prst="rect">
            <a:avLst/>
          </a:prstGeom>
          <a:noFill/>
          <a:ln/>
        </p:spPr>
        <p:txBody>
          <a:bodyPr wrap="square" lIns="0" tIns="0" rIns="0" bIns="0" rtlCol="0" anchor="ctr"/>
          <a:lstStyle/>
          <a:p>
            <a:pPr marL="0" indent="0" algn="r">
              <a:buNone/>
            </a:pPr>
            <a:r>
              <a:rPr lang="en-US" sz="900" dirty="0">
                <a:solidFill>
                  <a:srgbClr val="64748B"/>
                </a:solidFill>
              </a:rPr>
              <a:t>▾</a:t>
            </a:r>
            <a:endParaRPr lang="en-US" sz="900" dirty="0"/>
          </a:p>
        </p:txBody>
      </p:sp>
      <p:sp>
        <p:nvSpPr>
          <p:cNvPr id="23" name="Shape 21"/>
          <p:cNvSpPr/>
          <p:nvPr/>
        </p:nvSpPr>
        <p:spPr>
          <a:xfrm>
            <a:off x="548640" y="3108960"/>
            <a:ext cx="1828800" cy="320040"/>
          </a:xfrm>
          <a:prstGeom prst="rect">
            <a:avLst/>
          </a:prstGeom>
          <a:solidFill>
            <a:srgbClr val="FFFFFF"/>
          </a:solidFill>
          <a:ln w="6350">
            <a:solidFill>
              <a:srgbClr val="D8D3C7"/>
            </a:solidFill>
            <a:prstDash val="solid"/>
          </a:ln>
        </p:spPr>
        <p:txBody>
          <a:bodyPr/>
          <a:lstStyle/>
          <a:p>
            <a:endParaRPr lang="en-US"/>
          </a:p>
        </p:txBody>
      </p:sp>
      <p:sp>
        <p:nvSpPr>
          <p:cNvPr id="24" name="Text 22"/>
          <p:cNvSpPr/>
          <p:nvPr/>
        </p:nvSpPr>
        <p:spPr>
          <a:xfrm>
            <a:off x="640080" y="3108960"/>
            <a:ext cx="1005840" cy="320040"/>
          </a:xfrm>
          <a:prstGeom prst="rect">
            <a:avLst/>
          </a:prstGeom>
          <a:noFill/>
          <a:ln/>
        </p:spPr>
        <p:txBody>
          <a:bodyPr wrap="square" lIns="0" tIns="0" rIns="0" bIns="0" rtlCol="0" anchor="ctr"/>
          <a:lstStyle/>
          <a:p>
            <a:pPr marL="0" indent="0">
              <a:buNone/>
            </a:pPr>
            <a:r>
              <a:rPr lang="en-US" sz="900" dirty="0">
                <a:solidFill>
                  <a:srgbClr val="64748B"/>
                </a:solidFill>
              </a:rPr>
              <a:t>Owner</a:t>
            </a:r>
            <a:endParaRPr lang="en-US" sz="900" dirty="0"/>
          </a:p>
        </p:txBody>
      </p:sp>
      <p:sp>
        <p:nvSpPr>
          <p:cNvPr id="25" name="Text 23"/>
          <p:cNvSpPr/>
          <p:nvPr/>
        </p:nvSpPr>
        <p:spPr>
          <a:xfrm>
            <a:off x="1600200" y="3108960"/>
            <a:ext cx="685800" cy="320040"/>
          </a:xfrm>
          <a:prstGeom prst="rect">
            <a:avLst/>
          </a:prstGeom>
          <a:noFill/>
          <a:ln/>
        </p:spPr>
        <p:txBody>
          <a:bodyPr wrap="square" lIns="0" tIns="0" rIns="0" bIns="0" rtlCol="0" anchor="ctr"/>
          <a:lstStyle/>
          <a:p>
            <a:pPr marL="0" indent="0">
              <a:buNone/>
            </a:pPr>
            <a:r>
              <a:rPr lang="en-US" sz="900" b="1" dirty="0">
                <a:solidFill>
                  <a:srgbClr val="028090"/>
                </a:solidFill>
              </a:rPr>
              <a:t>Anna L.</a:t>
            </a:r>
            <a:endParaRPr lang="en-US" sz="900" dirty="0"/>
          </a:p>
        </p:txBody>
      </p:sp>
      <p:sp>
        <p:nvSpPr>
          <p:cNvPr id="26" name="Text 24"/>
          <p:cNvSpPr/>
          <p:nvPr/>
        </p:nvSpPr>
        <p:spPr>
          <a:xfrm>
            <a:off x="2194560" y="3108960"/>
            <a:ext cx="137160" cy="320040"/>
          </a:xfrm>
          <a:prstGeom prst="rect">
            <a:avLst/>
          </a:prstGeom>
          <a:noFill/>
          <a:ln/>
        </p:spPr>
        <p:txBody>
          <a:bodyPr wrap="square" lIns="0" tIns="0" rIns="0" bIns="0" rtlCol="0" anchor="ctr"/>
          <a:lstStyle/>
          <a:p>
            <a:pPr marL="0" indent="0" algn="r">
              <a:buNone/>
            </a:pPr>
            <a:r>
              <a:rPr lang="en-US" sz="900" dirty="0">
                <a:solidFill>
                  <a:srgbClr val="64748B"/>
                </a:solidFill>
              </a:rPr>
              <a:t>▾</a:t>
            </a:r>
            <a:endParaRPr lang="en-US" sz="900" dirty="0"/>
          </a:p>
        </p:txBody>
      </p:sp>
      <p:sp>
        <p:nvSpPr>
          <p:cNvPr id="27" name="Shape 25"/>
          <p:cNvSpPr/>
          <p:nvPr/>
        </p:nvSpPr>
        <p:spPr>
          <a:xfrm>
            <a:off x="548640" y="3520440"/>
            <a:ext cx="1828800" cy="320040"/>
          </a:xfrm>
          <a:prstGeom prst="rect">
            <a:avLst/>
          </a:prstGeom>
          <a:solidFill>
            <a:srgbClr val="FFFFFF"/>
          </a:solidFill>
          <a:ln w="6350">
            <a:solidFill>
              <a:srgbClr val="D8D3C7"/>
            </a:solidFill>
            <a:prstDash val="solid"/>
          </a:ln>
        </p:spPr>
        <p:txBody>
          <a:bodyPr/>
          <a:lstStyle/>
          <a:p>
            <a:endParaRPr lang="en-US"/>
          </a:p>
        </p:txBody>
      </p:sp>
      <p:sp>
        <p:nvSpPr>
          <p:cNvPr id="28" name="Text 26"/>
          <p:cNvSpPr/>
          <p:nvPr/>
        </p:nvSpPr>
        <p:spPr>
          <a:xfrm>
            <a:off x="640080" y="3520440"/>
            <a:ext cx="1005840" cy="320040"/>
          </a:xfrm>
          <a:prstGeom prst="rect">
            <a:avLst/>
          </a:prstGeom>
          <a:noFill/>
          <a:ln/>
        </p:spPr>
        <p:txBody>
          <a:bodyPr wrap="square" lIns="0" tIns="0" rIns="0" bIns="0" rtlCol="0" anchor="ctr"/>
          <a:lstStyle/>
          <a:p>
            <a:pPr marL="0" indent="0">
              <a:buNone/>
            </a:pPr>
            <a:r>
              <a:rPr lang="en-US" sz="900" dirty="0">
                <a:solidFill>
                  <a:srgbClr val="64748B"/>
                </a:solidFill>
              </a:rPr>
              <a:t>Status</a:t>
            </a:r>
            <a:endParaRPr lang="en-US" sz="900" dirty="0"/>
          </a:p>
        </p:txBody>
      </p:sp>
      <p:sp>
        <p:nvSpPr>
          <p:cNvPr id="29" name="Text 27"/>
          <p:cNvSpPr/>
          <p:nvPr/>
        </p:nvSpPr>
        <p:spPr>
          <a:xfrm>
            <a:off x="1600200" y="3520440"/>
            <a:ext cx="685800" cy="320040"/>
          </a:xfrm>
          <a:prstGeom prst="rect">
            <a:avLst/>
          </a:prstGeom>
          <a:noFill/>
          <a:ln/>
        </p:spPr>
        <p:txBody>
          <a:bodyPr wrap="square" lIns="0" tIns="0" rIns="0" bIns="0" rtlCol="0" anchor="ctr"/>
          <a:lstStyle/>
          <a:p>
            <a:pPr marL="0" indent="0">
              <a:buNone/>
            </a:pPr>
            <a:r>
              <a:rPr lang="en-US" sz="900" b="1" dirty="0">
                <a:solidFill>
                  <a:srgbClr val="028090"/>
                </a:solidFill>
              </a:rPr>
              <a:t>Approved</a:t>
            </a:r>
            <a:endParaRPr lang="en-US" sz="900" dirty="0"/>
          </a:p>
        </p:txBody>
      </p:sp>
      <p:sp>
        <p:nvSpPr>
          <p:cNvPr id="30" name="Text 28"/>
          <p:cNvSpPr/>
          <p:nvPr/>
        </p:nvSpPr>
        <p:spPr>
          <a:xfrm>
            <a:off x="2194560" y="3520440"/>
            <a:ext cx="137160" cy="320040"/>
          </a:xfrm>
          <a:prstGeom prst="rect">
            <a:avLst/>
          </a:prstGeom>
          <a:noFill/>
          <a:ln/>
        </p:spPr>
        <p:txBody>
          <a:bodyPr wrap="square" lIns="0" tIns="0" rIns="0" bIns="0" rtlCol="0" anchor="ctr"/>
          <a:lstStyle/>
          <a:p>
            <a:pPr marL="0" indent="0" algn="r">
              <a:buNone/>
            </a:pPr>
            <a:r>
              <a:rPr lang="en-US" sz="900" dirty="0">
                <a:solidFill>
                  <a:srgbClr val="64748B"/>
                </a:solidFill>
              </a:rPr>
              <a:t>▾</a:t>
            </a:r>
            <a:endParaRPr lang="en-US" sz="900" dirty="0"/>
          </a:p>
        </p:txBody>
      </p:sp>
      <p:sp>
        <p:nvSpPr>
          <p:cNvPr id="31" name="Shape 29"/>
          <p:cNvSpPr/>
          <p:nvPr/>
        </p:nvSpPr>
        <p:spPr>
          <a:xfrm>
            <a:off x="548640" y="3931920"/>
            <a:ext cx="1828800" cy="320040"/>
          </a:xfrm>
          <a:prstGeom prst="rect">
            <a:avLst/>
          </a:prstGeom>
          <a:solidFill>
            <a:srgbClr val="FFFFFF"/>
          </a:solidFill>
          <a:ln w="6350">
            <a:solidFill>
              <a:srgbClr val="D8D3C7"/>
            </a:solidFill>
            <a:prstDash val="solid"/>
          </a:ln>
        </p:spPr>
        <p:txBody>
          <a:bodyPr/>
          <a:lstStyle/>
          <a:p>
            <a:endParaRPr lang="en-US"/>
          </a:p>
        </p:txBody>
      </p:sp>
      <p:sp>
        <p:nvSpPr>
          <p:cNvPr id="32" name="Text 30"/>
          <p:cNvSpPr/>
          <p:nvPr/>
        </p:nvSpPr>
        <p:spPr>
          <a:xfrm>
            <a:off x="640080" y="3931920"/>
            <a:ext cx="1005840" cy="320040"/>
          </a:xfrm>
          <a:prstGeom prst="rect">
            <a:avLst/>
          </a:prstGeom>
          <a:noFill/>
          <a:ln/>
        </p:spPr>
        <p:txBody>
          <a:bodyPr wrap="square" lIns="0" tIns="0" rIns="0" bIns="0" rtlCol="0" anchor="ctr"/>
          <a:lstStyle/>
          <a:p>
            <a:pPr marL="0" indent="0">
              <a:buNone/>
            </a:pPr>
            <a:r>
              <a:rPr lang="en-US" sz="900" dirty="0">
                <a:solidFill>
                  <a:srgbClr val="64748B"/>
                </a:solidFill>
              </a:rPr>
              <a:t>Reuse signals</a:t>
            </a:r>
            <a:endParaRPr lang="en-US" sz="900" dirty="0"/>
          </a:p>
        </p:txBody>
      </p:sp>
      <p:sp>
        <p:nvSpPr>
          <p:cNvPr id="33" name="Text 31"/>
          <p:cNvSpPr/>
          <p:nvPr/>
        </p:nvSpPr>
        <p:spPr>
          <a:xfrm>
            <a:off x="1600200" y="3931920"/>
            <a:ext cx="685800" cy="320040"/>
          </a:xfrm>
          <a:prstGeom prst="rect">
            <a:avLst/>
          </a:prstGeom>
          <a:noFill/>
          <a:ln/>
        </p:spPr>
        <p:txBody>
          <a:bodyPr wrap="square" lIns="0" tIns="0" rIns="0" bIns="0" rtlCol="0" anchor="ctr"/>
          <a:lstStyle/>
          <a:p>
            <a:pPr marL="0" indent="0">
              <a:buNone/>
            </a:pPr>
            <a:r>
              <a:rPr lang="en-US" sz="900" b="1" dirty="0">
                <a:solidFill>
                  <a:srgbClr val="028090"/>
                </a:solidFill>
              </a:rPr>
              <a:t>≥ 2 reuses</a:t>
            </a:r>
            <a:endParaRPr lang="en-US" sz="900" dirty="0"/>
          </a:p>
        </p:txBody>
      </p:sp>
      <p:sp>
        <p:nvSpPr>
          <p:cNvPr id="34" name="Text 32"/>
          <p:cNvSpPr/>
          <p:nvPr/>
        </p:nvSpPr>
        <p:spPr>
          <a:xfrm>
            <a:off x="2194560" y="3931920"/>
            <a:ext cx="137160" cy="320040"/>
          </a:xfrm>
          <a:prstGeom prst="rect">
            <a:avLst/>
          </a:prstGeom>
          <a:noFill/>
          <a:ln/>
        </p:spPr>
        <p:txBody>
          <a:bodyPr wrap="square" lIns="0" tIns="0" rIns="0" bIns="0" rtlCol="0" anchor="ctr"/>
          <a:lstStyle/>
          <a:p>
            <a:pPr marL="0" indent="0" algn="r">
              <a:buNone/>
            </a:pPr>
            <a:r>
              <a:rPr lang="en-US" sz="900" dirty="0">
                <a:solidFill>
                  <a:srgbClr val="64748B"/>
                </a:solidFill>
              </a:rPr>
              <a:t>▾</a:t>
            </a:r>
            <a:endParaRPr lang="en-US" sz="900" dirty="0"/>
          </a:p>
        </p:txBody>
      </p:sp>
      <p:sp>
        <p:nvSpPr>
          <p:cNvPr id="35" name="Shape 33"/>
          <p:cNvSpPr/>
          <p:nvPr/>
        </p:nvSpPr>
        <p:spPr>
          <a:xfrm>
            <a:off x="2743200" y="1417320"/>
            <a:ext cx="3017520" cy="1554480"/>
          </a:xfrm>
          <a:prstGeom prst="rect">
            <a:avLst/>
          </a:prstGeom>
          <a:solidFill>
            <a:srgbClr val="FFFFFF"/>
          </a:solidFill>
          <a:ln w="9525">
            <a:solidFill>
              <a:srgbClr val="D8D3C7"/>
            </a:solidFill>
            <a:prstDash val="solid"/>
          </a:ln>
        </p:spPr>
        <p:txBody>
          <a:bodyPr/>
          <a:lstStyle/>
          <a:p>
            <a:endParaRPr lang="en-US"/>
          </a:p>
        </p:txBody>
      </p:sp>
      <p:sp>
        <p:nvSpPr>
          <p:cNvPr id="36" name="Shape 34"/>
          <p:cNvSpPr/>
          <p:nvPr/>
        </p:nvSpPr>
        <p:spPr>
          <a:xfrm>
            <a:off x="2743200" y="1417320"/>
            <a:ext cx="73152" cy="1554480"/>
          </a:xfrm>
          <a:prstGeom prst="rect">
            <a:avLst/>
          </a:prstGeom>
          <a:solidFill>
            <a:srgbClr val="00A896"/>
          </a:solidFill>
          <a:ln w="12700">
            <a:solidFill>
              <a:srgbClr val="00A896"/>
            </a:solidFill>
            <a:prstDash val="solid"/>
          </a:ln>
        </p:spPr>
        <p:txBody>
          <a:bodyPr/>
          <a:lstStyle/>
          <a:p>
            <a:endParaRPr lang="en-US"/>
          </a:p>
        </p:txBody>
      </p:sp>
      <p:sp>
        <p:nvSpPr>
          <p:cNvPr id="37" name="Shape 35"/>
          <p:cNvSpPr/>
          <p:nvPr/>
        </p:nvSpPr>
        <p:spPr>
          <a:xfrm>
            <a:off x="2926080" y="1581912"/>
            <a:ext cx="2651760" cy="164592"/>
          </a:xfrm>
          <a:prstGeom prst="rect">
            <a:avLst/>
          </a:prstGeom>
          <a:solidFill>
            <a:srgbClr val="00A896"/>
          </a:solidFill>
          <a:ln w="12700">
            <a:solidFill>
              <a:srgbClr val="00A896"/>
            </a:solidFill>
            <a:prstDash val="solid"/>
          </a:ln>
        </p:spPr>
        <p:txBody>
          <a:bodyPr/>
          <a:lstStyle/>
          <a:p>
            <a:endParaRPr lang="en-US"/>
          </a:p>
        </p:txBody>
      </p:sp>
      <p:sp>
        <p:nvSpPr>
          <p:cNvPr id="38" name="Shape 36"/>
          <p:cNvSpPr/>
          <p:nvPr/>
        </p:nvSpPr>
        <p:spPr>
          <a:xfrm>
            <a:off x="2926080" y="1801368"/>
            <a:ext cx="2651760" cy="73152"/>
          </a:xfrm>
          <a:prstGeom prst="rect">
            <a:avLst/>
          </a:prstGeom>
          <a:solidFill>
            <a:srgbClr val="EFEAD8"/>
          </a:solidFill>
          <a:ln w="12700">
            <a:solidFill>
              <a:srgbClr val="EFEAD8"/>
            </a:solidFill>
            <a:prstDash val="solid"/>
          </a:ln>
        </p:spPr>
        <p:txBody>
          <a:bodyPr/>
          <a:lstStyle/>
          <a:p>
            <a:endParaRPr lang="en-US"/>
          </a:p>
        </p:txBody>
      </p:sp>
      <p:sp>
        <p:nvSpPr>
          <p:cNvPr id="39" name="Shape 37"/>
          <p:cNvSpPr/>
          <p:nvPr/>
        </p:nvSpPr>
        <p:spPr>
          <a:xfrm>
            <a:off x="2926080" y="1920240"/>
            <a:ext cx="2651760" cy="73152"/>
          </a:xfrm>
          <a:prstGeom prst="rect">
            <a:avLst/>
          </a:prstGeom>
          <a:solidFill>
            <a:srgbClr val="EFEAD8"/>
          </a:solidFill>
          <a:ln w="12700">
            <a:solidFill>
              <a:srgbClr val="EFEAD8"/>
            </a:solidFill>
            <a:prstDash val="solid"/>
          </a:ln>
        </p:spPr>
        <p:txBody>
          <a:bodyPr/>
          <a:lstStyle/>
          <a:p>
            <a:endParaRPr lang="en-US"/>
          </a:p>
        </p:txBody>
      </p:sp>
      <p:sp>
        <p:nvSpPr>
          <p:cNvPr id="40" name="Shape 38"/>
          <p:cNvSpPr/>
          <p:nvPr/>
        </p:nvSpPr>
        <p:spPr>
          <a:xfrm>
            <a:off x="2926080" y="2039112"/>
            <a:ext cx="2651760" cy="73152"/>
          </a:xfrm>
          <a:prstGeom prst="rect">
            <a:avLst/>
          </a:prstGeom>
          <a:solidFill>
            <a:srgbClr val="EFEAD8"/>
          </a:solidFill>
          <a:ln w="12700">
            <a:solidFill>
              <a:srgbClr val="EFEAD8"/>
            </a:solidFill>
            <a:prstDash val="solid"/>
          </a:ln>
        </p:spPr>
        <p:txBody>
          <a:bodyPr/>
          <a:lstStyle/>
          <a:p>
            <a:endParaRPr lang="en-US"/>
          </a:p>
        </p:txBody>
      </p:sp>
      <p:sp>
        <p:nvSpPr>
          <p:cNvPr id="41" name="Text 39"/>
          <p:cNvSpPr/>
          <p:nvPr/>
        </p:nvSpPr>
        <p:spPr>
          <a:xfrm>
            <a:off x="2926080" y="2194560"/>
            <a:ext cx="2651760" cy="292608"/>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Integration list</a:t>
            </a:r>
            <a:endParaRPr lang="en-US" sz="1300" dirty="0"/>
          </a:p>
        </p:txBody>
      </p:sp>
      <p:sp>
        <p:nvSpPr>
          <p:cNvPr id="42" name="Text 40"/>
          <p:cNvSpPr/>
          <p:nvPr/>
        </p:nvSpPr>
        <p:spPr>
          <a:xfrm>
            <a:off x="2926080" y="2514600"/>
            <a:ext cx="2651760" cy="274320"/>
          </a:xfrm>
          <a:prstGeom prst="rect">
            <a:avLst/>
          </a:prstGeom>
          <a:noFill/>
          <a:ln/>
        </p:spPr>
        <p:txBody>
          <a:bodyPr wrap="square" lIns="0" tIns="0" rIns="0" bIns="0" rtlCol="0" anchor="ctr"/>
          <a:lstStyle/>
          <a:p>
            <a:pPr marL="0" indent="0">
              <a:buNone/>
            </a:pPr>
            <a:r>
              <a:rPr lang="en-US" sz="900" dirty="0">
                <a:solidFill>
                  <a:srgbClr val="1E293B"/>
                </a:solidFill>
              </a:rPr>
              <a:t>Portfolio overview, status at a glance</a:t>
            </a:r>
            <a:endParaRPr lang="en-US" sz="900" dirty="0"/>
          </a:p>
        </p:txBody>
      </p:sp>
      <p:sp>
        <p:nvSpPr>
          <p:cNvPr id="43" name="Text 41"/>
          <p:cNvSpPr/>
          <p:nvPr/>
        </p:nvSpPr>
        <p:spPr>
          <a:xfrm>
            <a:off x="2926080" y="2743200"/>
            <a:ext cx="2651760" cy="228600"/>
          </a:xfrm>
          <a:prstGeom prst="rect">
            <a:avLst/>
          </a:prstGeom>
          <a:noFill/>
          <a:ln/>
        </p:spPr>
        <p:txBody>
          <a:bodyPr wrap="square" lIns="0" tIns="0" rIns="0" bIns="0" rtlCol="0" anchor="ctr"/>
          <a:lstStyle/>
          <a:p>
            <a:pPr marL="0" indent="0">
              <a:buNone/>
            </a:pPr>
            <a:r>
              <a:rPr lang="en-US" sz="900" i="1" dirty="0">
                <a:solidFill>
                  <a:srgbClr val="00A896"/>
                </a:solidFill>
              </a:rPr>
              <a:t>Best for: PMO</a:t>
            </a:r>
            <a:endParaRPr lang="en-US" sz="900" dirty="0"/>
          </a:p>
        </p:txBody>
      </p:sp>
      <p:sp>
        <p:nvSpPr>
          <p:cNvPr id="44" name="Shape 42"/>
          <p:cNvSpPr/>
          <p:nvPr/>
        </p:nvSpPr>
        <p:spPr>
          <a:xfrm>
            <a:off x="5897880" y="1417320"/>
            <a:ext cx="3017520" cy="1554480"/>
          </a:xfrm>
          <a:prstGeom prst="rect">
            <a:avLst/>
          </a:prstGeom>
          <a:solidFill>
            <a:srgbClr val="FFFFFF"/>
          </a:solidFill>
          <a:ln w="9525">
            <a:solidFill>
              <a:srgbClr val="D8D3C7"/>
            </a:solidFill>
            <a:prstDash val="solid"/>
          </a:ln>
        </p:spPr>
        <p:txBody>
          <a:bodyPr/>
          <a:lstStyle/>
          <a:p>
            <a:endParaRPr lang="en-US"/>
          </a:p>
        </p:txBody>
      </p:sp>
      <p:sp>
        <p:nvSpPr>
          <p:cNvPr id="45" name="Shape 43"/>
          <p:cNvSpPr/>
          <p:nvPr/>
        </p:nvSpPr>
        <p:spPr>
          <a:xfrm>
            <a:off x="5897880" y="1417320"/>
            <a:ext cx="73152" cy="1554480"/>
          </a:xfrm>
          <a:prstGeom prst="rect">
            <a:avLst/>
          </a:prstGeom>
          <a:solidFill>
            <a:srgbClr val="0F2A47"/>
          </a:solidFill>
          <a:ln w="12700">
            <a:solidFill>
              <a:srgbClr val="0F2A47"/>
            </a:solidFill>
            <a:prstDash val="solid"/>
          </a:ln>
        </p:spPr>
        <p:txBody>
          <a:bodyPr/>
          <a:lstStyle/>
          <a:p>
            <a:endParaRPr lang="en-US"/>
          </a:p>
        </p:txBody>
      </p:sp>
      <p:sp>
        <p:nvSpPr>
          <p:cNvPr id="46" name="Shape 44"/>
          <p:cNvSpPr/>
          <p:nvPr/>
        </p:nvSpPr>
        <p:spPr>
          <a:xfrm>
            <a:off x="6080760" y="1581912"/>
            <a:ext cx="2651760" cy="164592"/>
          </a:xfrm>
          <a:prstGeom prst="rect">
            <a:avLst/>
          </a:prstGeom>
          <a:solidFill>
            <a:srgbClr val="0F2A47"/>
          </a:solidFill>
          <a:ln w="12700">
            <a:solidFill>
              <a:srgbClr val="0F2A47"/>
            </a:solidFill>
            <a:prstDash val="solid"/>
          </a:ln>
        </p:spPr>
        <p:txBody>
          <a:bodyPr/>
          <a:lstStyle/>
          <a:p>
            <a:endParaRPr lang="en-US"/>
          </a:p>
        </p:txBody>
      </p:sp>
      <p:sp>
        <p:nvSpPr>
          <p:cNvPr id="47" name="Shape 45"/>
          <p:cNvSpPr/>
          <p:nvPr/>
        </p:nvSpPr>
        <p:spPr>
          <a:xfrm>
            <a:off x="6080760" y="1801368"/>
            <a:ext cx="2651760" cy="73152"/>
          </a:xfrm>
          <a:prstGeom prst="rect">
            <a:avLst/>
          </a:prstGeom>
          <a:solidFill>
            <a:srgbClr val="EFEAD8"/>
          </a:solidFill>
          <a:ln w="12700">
            <a:solidFill>
              <a:srgbClr val="EFEAD8"/>
            </a:solidFill>
            <a:prstDash val="solid"/>
          </a:ln>
        </p:spPr>
        <p:txBody>
          <a:bodyPr/>
          <a:lstStyle/>
          <a:p>
            <a:endParaRPr lang="en-US"/>
          </a:p>
        </p:txBody>
      </p:sp>
      <p:sp>
        <p:nvSpPr>
          <p:cNvPr id="48" name="Shape 46"/>
          <p:cNvSpPr/>
          <p:nvPr/>
        </p:nvSpPr>
        <p:spPr>
          <a:xfrm>
            <a:off x="6080760" y="1920240"/>
            <a:ext cx="2651760" cy="73152"/>
          </a:xfrm>
          <a:prstGeom prst="rect">
            <a:avLst/>
          </a:prstGeom>
          <a:solidFill>
            <a:srgbClr val="EFEAD8"/>
          </a:solidFill>
          <a:ln w="12700">
            <a:solidFill>
              <a:srgbClr val="EFEAD8"/>
            </a:solidFill>
            <a:prstDash val="solid"/>
          </a:ln>
        </p:spPr>
        <p:txBody>
          <a:bodyPr/>
          <a:lstStyle/>
          <a:p>
            <a:endParaRPr lang="en-US"/>
          </a:p>
        </p:txBody>
      </p:sp>
      <p:sp>
        <p:nvSpPr>
          <p:cNvPr id="49" name="Shape 47"/>
          <p:cNvSpPr/>
          <p:nvPr/>
        </p:nvSpPr>
        <p:spPr>
          <a:xfrm>
            <a:off x="6080760" y="2039112"/>
            <a:ext cx="2651760" cy="73152"/>
          </a:xfrm>
          <a:prstGeom prst="rect">
            <a:avLst/>
          </a:prstGeom>
          <a:solidFill>
            <a:srgbClr val="EFEAD8"/>
          </a:solidFill>
          <a:ln w="12700">
            <a:solidFill>
              <a:srgbClr val="EFEAD8"/>
            </a:solidFill>
            <a:prstDash val="solid"/>
          </a:ln>
        </p:spPr>
        <p:txBody>
          <a:bodyPr/>
          <a:lstStyle/>
          <a:p>
            <a:endParaRPr lang="en-US"/>
          </a:p>
        </p:txBody>
      </p:sp>
      <p:sp>
        <p:nvSpPr>
          <p:cNvPr id="50" name="Text 48"/>
          <p:cNvSpPr/>
          <p:nvPr/>
        </p:nvSpPr>
        <p:spPr>
          <a:xfrm>
            <a:off x="6080760" y="2194560"/>
            <a:ext cx="2651760" cy="292608"/>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Integration detail</a:t>
            </a:r>
            <a:endParaRPr lang="en-US" sz="1300" dirty="0"/>
          </a:p>
        </p:txBody>
      </p:sp>
      <p:sp>
        <p:nvSpPr>
          <p:cNvPr id="51" name="Text 49"/>
          <p:cNvSpPr/>
          <p:nvPr/>
        </p:nvSpPr>
        <p:spPr>
          <a:xfrm>
            <a:off x="6080760" y="2514600"/>
            <a:ext cx="2651760" cy="274320"/>
          </a:xfrm>
          <a:prstGeom prst="rect">
            <a:avLst/>
          </a:prstGeom>
          <a:noFill/>
          <a:ln/>
        </p:spPr>
        <p:txBody>
          <a:bodyPr wrap="square" lIns="0" tIns="0" rIns="0" bIns="0" rtlCol="0" anchor="ctr"/>
          <a:lstStyle/>
          <a:p>
            <a:pPr marL="0" indent="0">
              <a:buNone/>
            </a:pPr>
            <a:r>
              <a:rPr lang="en-US" sz="900" dirty="0">
                <a:solidFill>
                  <a:srgbClr val="1E293B"/>
                </a:solidFill>
              </a:rPr>
              <a:t>Drill into a single mapping set's evidence</a:t>
            </a:r>
            <a:endParaRPr lang="en-US" sz="900" dirty="0"/>
          </a:p>
        </p:txBody>
      </p:sp>
      <p:sp>
        <p:nvSpPr>
          <p:cNvPr id="52" name="Text 50"/>
          <p:cNvSpPr/>
          <p:nvPr/>
        </p:nvSpPr>
        <p:spPr>
          <a:xfrm>
            <a:off x="6080760" y="2743200"/>
            <a:ext cx="2651760" cy="228600"/>
          </a:xfrm>
          <a:prstGeom prst="rect">
            <a:avLst/>
          </a:prstGeom>
          <a:noFill/>
          <a:ln/>
        </p:spPr>
        <p:txBody>
          <a:bodyPr wrap="square" lIns="0" tIns="0" rIns="0" bIns="0" rtlCol="0" anchor="ctr"/>
          <a:lstStyle/>
          <a:p>
            <a:pPr marL="0" indent="0">
              <a:buNone/>
            </a:pPr>
            <a:r>
              <a:rPr lang="en-US" sz="900" i="1" dirty="0">
                <a:solidFill>
                  <a:srgbClr val="0F2A47"/>
                </a:solidFill>
              </a:rPr>
              <a:t>Best for: Analyst</a:t>
            </a:r>
            <a:endParaRPr lang="en-US" sz="900" dirty="0"/>
          </a:p>
        </p:txBody>
      </p:sp>
      <p:sp>
        <p:nvSpPr>
          <p:cNvPr id="53" name="Shape 51"/>
          <p:cNvSpPr/>
          <p:nvPr/>
        </p:nvSpPr>
        <p:spPr>
          <a:xfrm>
            <a:off x="2743200" y="3108960"/>
            <a:ext cx="3017520" cy="1554480"/>
          </a:xfrm>
          <a:prstGeom prst="rect">
            <a:avLst/>
          </a:prstGeom>
          <a:solidFill>
            <a:srgbClr val="FFFFFF"/>
          </a:solidFill>
          <a:ln w="9525">
            <a:solidFill>
              <a:srgbClr val="D8D3C7"/>
            </a:solidFill>
            <a:prstDash val="solid"/>
          </a:ln>
        </p:spPr>
        <p:txBody>
          <a:bodyPr/>
          <a:lstStyle/>
          <a:p>
            <a:endParaRPr lang="en-US"/>
          </a:p>
        </p:txBody>
      </p:sp>
      <p:sp>
        <p:nvSpPr>
          <p:cNvPr id="54" name="Shape 52"/>
          <p:cNvSpPr/>
          <p:nvPr/>
        </p:nvSpPr>
        <p:spPr>
          <a:xfrm>
            <a:off x="2743200" y="3108960"/>
            <a:ext cx="73152" cy="1554480"/>
          </a:xfrm>
          <a:prstGeom prst="rect">
            <a:avLst/>
          </a:prstGeom>
          <a:solidFill>
            <a:srgbClr val="028090"/>
          </a:solidFill>
          <a:ln w="12700">
            <a:solidFill>
              <a:srgbClr val="028090"/>
            </a:solidFill>
            <a:prstDash val="solid"/>
          </a:ln>
        </p:spPr>
        <p:txBody>
          <a:bodyPr/>
          <a:lstStyle/>
          <a:p>
            <a:endParaRPr lang="en-US"/>
          </a:p>
        </p:txBody>
      </p:sp>
      <p:sp>
        <p:nvSpPr>
          <p:cNvPr id="55" name="Shape 53"/>
          <p:cNvSpPr/>
          <p:nvPr/>
        </p:nvSpPr>
        <p:spPr>
          <a:xfrm>
            <a:off x="2926080" y="3273552"/>
            <a:ext cx="2651760" cy="164592"/>
          </a:xfrm>
          <a:prstGeom prst="rect">
            <a:avLst/>
          </a:prstGeom>
          <a:solidFill>
            <a:srgbClr val="028090"/>
          </a:solidFill>
          <a:ln w="12700">
            <a:solidFill>
              <a:srgbClr val="028090"/>
            </a:solidFill>
            <a:prstDash val="solid"/>
          </a:ln>
        </p:spPr>
        <p:txBody>
          <a:bodyPr/>
          <a:lstStyle/>
          <a:p>
            <a:endParaRPr lang="en-US"/>
          </a:p>
        </p:txBody>
      </p:sp>
      <p:sp>
        <p:nvSpPr>
          <p:cNvPr id="56" name="Shape 54"/>
          <p:cNvSpPr/>
          <p:nvPr/>
        </p:nvSpPr>
        <p:spPr>
          <a:xfrm>
            <a:off x="2926080" y="3493008"/>
            <a:ext cx="2651760" cy="73152"/>
          </a:xfrm>
          <a:prstGeom prst="rect">
            <a:avLst/>
          </a:prstGeom>
          <a:solidFill>
            <a:srgbClr val="EFEAD8"/>
          </a:solidFill>
          <a:ln w="12700">
            <a:solidFill>
              <a:srgbClr val="EFEAD8"/>
            </a:solidFill>
            <a:prstDash val="solid"/>
          </a:ln>
        </p:spPr>
        <p:txBody>
          <a:bodyPr/>
          <a:lstStyle/>
          <a:p>
            <a:endParaRPr lang="en-US"/>
          </a:p>
        </p:txBody>
      </p:sp>
      <p:sp>
        <p:nvSpPr>
          <p:cNvPr id="57" name="Shape 55"/>
          <p:cNvSpPr/>
          <p:nvPr/>
        </p:nvSpPr>
        <p:spPr>
          <a:xfrm>
            <a:off x="2926080" y="3611880"/>
            <a:ext cx="2651760" cy="73152"/>
          </a:xfrm>
          <a:prstGeom prst="rect">
            <a:avLst/>
          </a:prstGeom>
          <a:solidFill>
            <a:srgbClr val="EFEAD8"/>
          </a:solidFill>
          <a:ln w="12700">
            <a:solidFill>
              <a:srgbClr val="EFEAD8"/>
            </a:solidFill>
            <a:prstDash val="solid"/>
          </a:ln>
        </p:spPr>
        <p:txBody>
          <a:bodyPr/>
          <a:lstStyle/>
          <a:p>
            <a:endParaRPr lang="en-US"/>
          </a:p>
        </p:txBody>
      </p:sp>
      <p:sp>
        <p:nvSpPr>
          <p:cNvPr id="58" name="Shape 56"/>
          <p:cNvSpPr/>
          <p:nvPr/>
        </p:nvSpPr>
        <p:spPr>
          <a:xfrm>
            <a:off x="2926080" y="3730752"/>
            <a:ext cx="2651760" cy="73152"/>
          </a:xfrm>
          <a:prstGeom prst="rect">
            <a:avLst/>
          </a:prstGeom>
          <a:solidFill>
            <a:srgbClr val="EFEAD8"/>
          </a:solidFill>
          <a:ln w="12700">
            <a:solidFill>
              <a:srgbClr val="EFEAD8"/>
            </a:solidFill>
            <a:prstDash val="solid"/>
          </a:ln>
        </p:spPr>
        <p:txBody>
          <a:bodyPr/>
          <a:lstStyle/>
          <a:p>
            <a:endParaRPr lang="en-US"/>
          </a:p>
        </p:txBody>
      </p:sp>
      <p:sp>
        <p:nvSpPr>
          <p:cNvPr id="59" name="Text 57"/>
          <p:cNvSpPr/>
          <p:nvPr/>
        </p:nvSpPr>
        <p:spPr>
          <a:xfrm>
            <a:off x="2926080" y="3886200"/>
            <a:ext cx="2651760" cy="292608"/>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Concept-centric view</a:t>
            </a:r>
            <a:endParaRPr lang="en-US" sz="1300" dirty="0"/>
          </a:p>
        </p:txBody>
      </p:sp>
      <p:sp>
        <p:nvSpPr>
          <p:cNvPr id="60" name="Text 58"/>
          <p:cNvSpPr/>
          <p:nvPr/>
        </p:nvSpPr>
        <p:spPr>
          <a:xfrm>
            <a:off x="2926080" y="4206240"/>
            <a:ext cx="2651760" cy="274320"/>
          </a:xfrm>
          <a:prstGeom prst="rect">
            <a:avLst/>
          </a:prstGeom>
          <a:noFill/>
          <a:ln/>
        </p:spPr>
        <p:txBody>
          <a:bodyPr wrap="square" lIns="0" tIns="0" rIns="0" bIns="0" rtlCol="0" anchor="ctr"/>
          <a:lstStyle/>
          <a:p>
            <a:pPr marL="0" indent="0">
              <a:buNone/>
            </a:pPr>
            <a:r>
              <a:rPr lang="en-US" sz="900" dirty="0">
                <a:solidFill>
                  <a:srgbClr val="1E293B"/>
                </a:solidFill>
              </a:rPr>
              <a:t>See which sources cover each canonical concept</a:t>
            </a:r>
            <a:endParaRPr lang="en-US" sz="900" dirty="0"/>
          </a:p>
        </p:txBody>
      </p:sp>
      <p:sp>
        <p:nvSpPr>
          <p:cNvPr id="61" name="Text 59"/>
          <p:cNvSpPr/>
          <p:nvPr/>
        </p:nvSpPr>
        <p:spPr>
          <a:xfrm>
            <a:off x="2926080" y="4434840"/>
            <a:ext cx="2651760" cy="228600"/>
          </a:xfrm>
          <a:prstGeom prst="rect">
            <a:avLst/>
          </a:prstGeom>
          <a:noFill/>
          <a:ln/>
        </p:spPr>
        <p:txBody>
          <a:bodyPr wrap="square" lIns="0" tIns="0" rIns="0" bIns="0" rtlCol="0" anchor="ctr"/>
          <a:lstStyle/>
          <a:p>
            <a:pPr marL="0" indent="0">
              <a:buNone/>
            </a:pPr>
            <a:r>
              <a:rPr lang="en-US" sz="900" i="1" dirty="0">
                <a:solidFill>
                  <a:srgbClr val="028090"/>
                </a:solidFill>
              </a:rPr>
              <a:t>Best for: EA</a:t>
            </a:r>
            <a:endParaRPr lang="en-US" sz="900" dirty="0"/>
          </a:p>
        </p:txBody>
      </p:sp>
      <p:sp>
        <p:nvSpPr>
          <p:cNvPr id="62" name="Shape 60"/>
          <p:cNvSpPr/>
          <p:nvPr/>
        </p:nvSpPr>
        <p:spPr>
          <a:xfrm>
            <a:off x="5897880" y="3108960"/>
            <a:ext cx="3017520" cy="1554480"/>
          </a:xfrm>
          <a:prstGeom prst="rect">
            <a:avLst/>
          </a:prstGeom>
          <a:solidFill>
            <a:srgbClr val="FFFFFF"/>
          </a:solidFill>
          <a:ln w="9525">
            <a:solidFill>
              <a:srgbClr val="D8D3C7"/>
            </a:solidFill>
            <a:prstDash val="solid"/>
          </a:ln>
        </p:spPr>
        <p:txBody>
          <a:bodyPr/>
          <a:lstStyle/>
          <a:p>
            <a:endParaRPr lang="en-US"/>
          </a:p>
        </p:txBody>
      </p:sp>
      <p:sp>
        <p:nvSpPr>
          <p:cNvPr id="63" name="Shape 61"/>
          <p:cNvSpPr/>
          <p:nvPr/>
        </p:nvSpPr>
        <p:spPr>
          <a:xfrm>
            <a:off x="5897880" y="3108960"/>
            <a:ext cx="73152" cy="1554480"/>
          </a:xfrm>
          <a:prstGeom prst="rect">
            <a:avLst/>
          </a:prstGeom>
          <a:solidFill>
            <a:srgbClr val="F2A65A"/>
          </a:solidFill>
          <a:ln w="12700">
            <a:solidFill>
              <a:srgbClr val="F2A65A"/>
            </a:solidFill>
            <a:prstDash val="solid"/>
          </a:ln>
        </p:spPr>
        <p:txBody>
          <a:bodyPr/>
          <a:lstStyle/>
          <a:p>
            <a:endParaRPr lang="en-US"/>
          </a:p>
        </p:txBody>
      </p:sp>
      <p:sp>
        <p:nvSpPr>
          <p:cNvPr id="64" name="Shape 62"/>
          <p:cNvSpPr/>
          <p:nvPr/>
        </p:nvSpPr>
        <p:spPr>
          <a:xfrm>
            <a:off x="6080760" y="3273552"/>
            <a:ext cx="2651760" cy="164592"/>
          </a:xfrm>
          <a:prstGeom prst="rect">
            <a:avLst/>
          </a:prstGeom>
          <a:solidFill>
            <a:srgbClr val="F2A65A"/>
          </a:solidFill>
          <a:ln w="12700">
            <a:solidFill>
              <a:srgbClr val="F2A65A"/>
            </a:solidFill>
            <a:prstDash val="solid"/>
          </a:ln>
        </p:spPr>
        <p:txBody>
          <a:bodyPr/>
          <a:lstStyle/>
          <a:p>
            <a:endParaRPr lang="en-US"/>
          </a:p>
        </p:txBody>
      </p:sp>
      <p:sp>
        <p:nvSpPr>
          <p:cNvPr id="65" name="Shape 63"/>
          <p:cNvSpPr/>
          <p:nvPr/>
        </p:nvSpPr>
        <p:spPr>
          <a:xfrm>
            <a:off x="6080760" y="3493008"/>
            <a:ext cx="2651760" cy="73152"/>
          </a:xfrm>
          <a:prstGeom prst="rect">
            <a:avLst/>
          </a:prstGeom>
          <a:solidFill>
            <a:srgbClr val="EFEAD8"/>
          </a:solidFill>
          <a:ln w="12700">
            <a:solidFill>
              <a:srgbClr val="EFEAD8"/>
            </a:solidFill>
            <a:prstDash val="solid"/>
          </a:ln>
        </p:spPr>
        <p:txBody>
          <a:bodyPr/>
          <a:lstStyle/>
          <a:p>
            <a:endParaRPr lang="en-US"/>
          </a:p>
        </p:txBody>
      </p:sp>
      <p:sp>
        <p:nvSpPr>
          <p:cNvPr id="66" name="Shape 64"/>
          <p:cNvSpPr/>
          <p:nvPr/>
        </p:nvSpPr>
        <p:spPr>
          <a:xfrm>
            <a:off x="6080760" y="3611880"/>
            <a:ext cx="2651760" cy="73152"/>
          </a:xfrm>
          <a:prstGeom prst="rect">
            <a:avLst/>
          </a:prstGeom>
          <a:solidFill>
            <a:srgbClr val="EFEAD8"/>
          </a:solidFill>
          <a:ln w="12700">
            <a:solidFill>
              <a:srgbClr val="EFEAD8"/>
            </a:solidFill>
            <a:prstDash val="solid"/>
          </a:ln>
        </p:spPr>
        <p:txBody>
          <a:bodyPr/>
          <a:lstStyle/>
          <a:p>
            <a:endParaRPr lang="en-US"/>
          </a:p>
        </p:txBody>
      </p:sp>
      <p:sp>
        <p:nvSpPr>
          <p:cNvPr id="67" name="Shape 65"/>
          <p:cNvSpPr/>
          <p:nvPr/>
        </p:nvSpPr>
        <p:spPr>
          <a:xfrm>
            <a:off x="6080760" y="3730752"/>
            <a:ext cx="2651760" cy="73152"/>
          </a:xfrm>
          <a:prstGeom prst="rect">
            <a:avLst/>
          </a:prstGeom>
          <a:solidFill>
            <a:srgbClr val="EFEAD8"/>
          </a:solidFill>
          <a:ln w="12700">
            <a:solidFill>
              <a:srgbClr val="EFEAD8"/>
            </a:solidFill>
            <a:prstDash val="solid"/>
          </a:ln>
        </p:spPr>
        <p:txBody>
          <a:bodyPr/>
          <a:lstStyle/>
          <a:p>
            <a:endParaRPr lang="en-US"/>
          </a:p>
        </p:txBody>
      </p:sp>
      <p:sp>
        <p:nvSpPr>
          <p:cNvPr id="68" name="Text 66"/>
          <p:cNvSpPr/>
          <p:nvPr/>
        </p:nvSpPr>
        <p:spPr>
          <a:xfrm>
            <a:off x="6080760" y="3886200"/>
            <a:ext cx="2651760" cy="292608"/>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Source→Target matrix</a:t>
            </a:r>
            <a:endParaRPr lang="en-US" sz="1300" dirty="0"/>
          </a:p>
        </p:txBody>
      </p:sp>
      <p:sp>
        <p:nvSpPr>
          <p:cNvPr id="69" name="Text 67"/>
          <p:cNvSpPr/>
          <p:nvPr/>
        </p:nvSpPr>
        <p:spPr>
          <a:xfrm>
            <a:off x="6080760" y="4206240"/>
            <a:ext cx="2651760" cy="274320"/>
          </a:xfrm>
          <a:prstGeom prst="rect">
            <a:avLst/>
          </a:prstGeom>
          <a:noFill/>
          <a:ln/>
        </p:spPr>
        <p:txBody>
          <a:bodyPr wrap="square" lIns="0" tIns="0" rIns="0" bIns="0" rtlCol="0" anchor="ctr"/>
          <a:lstStyle/>
          <a:p>
            <a:pPr marL="0" indent="0">
              <a:buNone/>
            </a:pPr>
            <a:r>
              <a:rPr lang="en-US" sz="900" dirty="0">
                <a:solidFill>
                  <a:srgbClr val="1E293B"/>
                </a:solidFill>
              </a:rPr>
              <a:t>Read the integration landscape at a glance</a:t>
            </a:r>
            <a:endParaRPr lang="en-US" sz="900" dirty="0"/>
          </a:p>
        </p:txBody>
      </p:sp>
      <p:sp>
        <p:nvSpPr>
          <p:cNvPr id="70" name="Text 68"/>
          <p:cNvSpPr/>
          <p:nvPr/>
        </p:nvSpPr>
        <p:spPr>
          <a:xfrm>
            <a:off x="6080760" y="4434840"/>
            <a:ext cx="2651760" cy="228600"/>
          </a:xfrm>
          <a:prstGeom prst="rect">
            <a:avLst/>
          </a:prstGeom>
          <a:noFill/>
          <a:ln/>
        </p:spPr>
        <p:txBody>
          <a:bodyPr wrap="square" lIns="0" tIns="0" rIns="0" bIns="0" rtlCol="0" anchor="ctr"/>
          <a:lstStyle/>
          <a:p>
            <a:pPr marL="0" indent="0">
              <a:buNone/>
            </a:pPr>
            <a:r>
              <a:rPr lang="en-US" sz="900" i="1" dirty="0">
                <a:solidFill>
                  <a:srgbClr val="F2A65A"/>
                </a:solidFill>
              </a:rPr>
              <a:t>Best for: Architect</a:t>
            </a:r>
            <a:endParaRPr lang="en-US" sz="900" dirty="0"/>
          </a:p>
        </p:txBody>
      </p:sp>
      <p:sp>
        <p:nvSpPr>
          <p:cNvPr id="71" name="Shape 69"/>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72" name="Text 70"/>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73" name="Text 71"/>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dirty="0">
                <a:solidFill>
                  <a:srgbClr val="FFFFFF"/>
                </a:solidFill>
              </a:rPr>
              <a:t>26 / 38</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
    <p:bg>
      <p:bgPr>
        <a:solidFill>
          <a:srgbClr val="081A2E"/>
        </a:solidFill>
        <a:effectLst/>
      </p:bgPr>
    </p:bg>
    <p:spTree>
      <p:nvGrpSpPr>
        <p:cNvPr id="1" name=""/>
        <p:cNvGrpSpPr/>
        <p:nvPr/>
      </p:nvGrpSpPr>
      <p:grpSpPr>
        <a:xfrm>
          <a:off x="0" y="0"/>
          <a:ext cx="0" cy="0"/>
          <a:chOff x="0" y="0"/>
          <a:chExt cx="0" cy="0"/>
        </a:xfrm>
      </p:grpSpPr>
      <p:sp>
        <p:nvSpPr>
          <p:cNvPr id="2" name="Shape 0"/>
          <p:cNvSpPr/>
          <p:nvPr/>
        </p:nvSpPr>
        <p:spPr>
          <a:xfrm>
            <a:off x="5943600" y="457200"/>
            <a:ext cx="0" cy="4206240"/>
          </a:xfrm>
          <a:prstGeom prst="line">
            <a:avLst/>
          </a:prstGeom>
          <a:noFill/>
          <a:ln w="6350">
            <a:solidFill>
              <a:srgbClr val="00A896">
                <a:alpha val="30000"/>
              </a:srgbClr>
            </a:solidFill>
            <a:prstDash val="solid"/>
          </a:ln>
        </p:spPr>
        <p:txBody>
          <a:bodyPr/>
          <a:lstStyle/>
          <a:p>
            <a:endParaRPr lang="en-US"/>
          </a:p>
        </p:txBody>
      </p:sp>
      <p:sp>
        <p:nvSpPr>
          <p:cNvPr id="3" name="Shape 1"/>
          <p:cNvSpPr/>
          <p:nvPr/>
        </p:nvSpPr>
        <p:spPr>
          <a:xfrm>
            <a:off x="6080760" y="457200"/>
            <a:ext cx="0" cy="4206240"/>
          </a:xfrm>
          <a:prstGeom prst="line">
            <a:avLst/>
          </a:prstGeom>
          <a:noFill/>
          <a:ln w="6350">
            <a:solidFill>
              <a:srgbClr val="00A896">
                <a:alpha val="38000"/>
              </a:srgbClr>
            </a:solidFill>
            <a:prstDash val="solid"/>
          </a:ln>
        </p:spPr>
        <p:txBody>
          <a:bodyPr/>
          <a:lstStyle/>
          <a:p>
            <a:endParaRPr lang="en-US"/>
          </a:p>
        </p:txBody>
      </p:sp>
      <p:sp>
        <p:nvSpPr>
          <p:cNvPr id="4" name="Shape 2"/>
          <p:cNvSpPr/>
          <p:nvPr/>
        </p:nvSpPr>
        <p:spPr>
          <a:xfrm>
            <a:off x="6217920" y="457200"/>
            <a:ext cx="0" cy="4206240"/>
          </a:xfrm>
          <a:prstGeom prst="line">
            <a:avLst/>
          </a:prstGeom>
          <a:noFill/>
          <a:ln w="6350">
            <a:solidFill>
              <a:srgbClr val="00A896">
                <a:alpha val="46000"/>
              </a:srgbClr>
            </a:solidFill>
            <a:prstDash val="solid"/>
          </a:ln>
        </p:spPr>
        <p:txBody>
          <a:bodyPr/>
          <a:lstStyle/>
          <a:p>
            <a:endParaRPr lang="en-US"/>
          </a:p>
        </p:txBody>
      </p:sp>
      <p:sp>
        <p:nvSpPr>
          <p:cNvPr id="5" name="Shape 3"/>
          <p:cNvSpPr/>
          <p:nvPr/>
        </p:nvSpPr>
        <p:spPr>
          <a:xfrm>
            <a:off x="6355080" y="457200"/>
            <a:ext cx="0" cy="4206240"/>
          </a:xfrm>
          <a:prstGeom prst="line">
            <a:avLst/>
          </a:prstGeom>
          <a:noFill/>
          <a:ln w="6350">
            <a:solidFill>
              <a:srgbClr val="00A896">
                <a:alpha val="54000"/>
              </a:srgbClr>
            </a:solidFill>
            <a:prstDash val="solid"/>
          </a:ln>
        </p:spPr>
        <p:txBody>
          <a:bodyPr/>
          <a:lstStyle/>
          <a:p>
            <a:endParaRPr lang="en-US"/>
          </a:p>
        </p:txBody>
      </p:sp>
      <p:sp>
        <p:nvSpPr>
          <p:cNvPr id="6" name="Shape 4"/>
          <p:cNvSpPr/>
          <p:nvPr/>
        </p:nvSpPr>
        <p:spPr>
          <a:xfrm>
            <a:off x="6492240" y="457200"/>
            <a:ext cx="0" cy="4206240"/>
          </a:xfrm>
          <a:prstGeom prst="line">
            <a:avLst/>
          </a:prstGeom>
          <a:noFill/>
          <a:ln w="6350">
            <a:solidFill>
              <a:srgbClr val="00A896">
                <a:alpha val="62000"/>
              </a:srgbClr>
            </a:solidFill>
            <a:prstDash val="solid"/>
          </a:ln>
        </p:spPr>
        <p:txBody>
          <a:bodyPr/>
          <a:lstStyle/>
          <a:p>
            <a:endParaRPr lang="en-US"/>
          </a:p>
        </p:txBody>
      </p:sp>
      <p:sp>
        <p:nvSpPr>
          <p:cNvPr id="7" name="Shape 5"/>
          <p:cNvSpPr/>
          <p:nvPr/>
        </p:nvSpPr>
        <p:spPr>
          <a:xfrm>
            <a:off x="6629400" y="457200"/>
            <a:ext cx="0" cy="4206240"/>
          </a:xfrm>
          <a:prstGeom prst="line">
            <a:avLst/>
          </a:prstGeom>
          <a:noFill/>
          <a:ln w="6350">
            <a:solidFill>
              <a:srgbClr val="00A896">
                <a:alpha val="70000"/>
              </a:srgbClr>
            </a:solidFill>
            <a:prstDash val="solid"/>
          </a:ln>
        </p:spPr>
        <p:txBody>
          <a:bodyPr/>
          <a:lstStyle/>
          <a:p>
            <a:endParaRPr lang="en-US"/>
          </a:p>
        </p:txBody>
      </p:sp>
      <p:sp>
        <p:nvSpPr>
          <p:cNvPr id="8" name="Text 6"/>
          <p:cNvSpPr/>
          <p:nvPr/>
        </p:nvSpPr>
        <p:spPr>
          <a:xfrm>
            <a:off x="548640" y="822960"/>
            <a:ext cx="8229600" cy="365760"/>
          </a:xfrm>
          <a:prstGeom prst="rect">
            <a:avLst/>
          </a:prstGeom>
          <a:noFill/>
          <a:ln/>
        </p:spPr>
        <p:txBody>
          <a:bodyPr wrap="square" lIns="0" tIns="0" rIns="0" bIns="0" rtlCol="0" anchor="ctr"/>
          <a:lstStyle/>
          <a:p>
            <a:pPr marL="0" indent="0">
              <a:buNone/>
            </a:pPr>
            <a:r>
              <a:rPr lang="en-US" sz="1100" b="1" kern="0" spc="800" dirty="0">
                <a:solidFill>
                  <a:srgbClr val="00A896"/>
                </a:solidFill>
              </a:rPr>
              <a:t>EXECUTIVE  ·  LEADERSHIP VIEW</a:t>
            </a:r>
            <a:endParaRPr lang="en-US" sz="1100" dirty="0"/>
          </a:p>
        </p:txBody>
      </p:sp>
      <p:sp>
        <p:nvSpPr>
          <p:cNvPr id="9" name="Text 7"/>
          <p:cNvSpPr/>
          <p:nvPr/>
        </p:nvSpPr>
        <p:spPr>
          <a:xfrm>
            <a:off x="548640" y="1280160"/>
            <a:ext cx="8229600" cy="86868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Executive Summary</a:t>
            </a:r>
            <a:endParaRPr lang="en-US" sz="3800" dirty="0"/>
          </a:p>
        </p:txBody>
      </p:sp>
      <p:sp>
        <p:nvSpPr>
          <p:cNvPr id="10" name="Text 8"/>
          <p:cNvSpPr/>
          <p:nvPr/>
        </p:nvSpPr>
        <p:spPr>
          <a:xfrm>
            <a:off x="548640" y="2103120"/>
            <a:ext cx="8229600" cy="8686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Why It Matters · What's Delivered · Where It Goes</a:t>
            </a:r>
            <a:endParaRPr lang="en-US" sz="3200" dirty="0"/>
          </a:p>
        </p:txBody>
      </p:sp>
      <p:sp>
        <p:nvSpPr>
          <p:cNvPr id="11" name="Shape 9"/>
          <p:cNvSpPr/>
          <p:nvPr/>
        </p:nvSpPr>
        <p:spPr>
          <a:xfrm>
            <a:off x="548640" y="3063240"/>
            <a:ext cx="1828800" cy="0"/>
          </a:xfrm>
          <a:prstGeom prst="line">
            <a:avLst/>
          </a:prstGeom>
          <a:noFill/>
          <a:ln w="25400">
            <a:solidFill>
              <a:srgbClr val="00A896"/>
            </a:solidFill>
            <a:prstDash val="solid"/>
          </a:ln>
        </p:spPr>
        <p:txBody>
          <a:bodyPr/>
          <a:lstStyle/>
          <a:p>
            <a:endParaRPr lang="en-US"/>
          </a:p>
        </p:txBody>
      </p:sp>
      <p:sp>
        <p:nvSpPr>
          <p:cNvPr id="12" name="Text 10"/>
          <p:cNvSpPr/>
          <p:nvPr/>
        </p:nvSpPr>
        <p:spPr>
          <a:xfrm>
            <a:off x="548640" y="3246120"/>
            <a:ext cx="5486400" cy="731520"/>
          </a:xfrm>
          <a:prstGeom prst="rect">
            <a:avLst/>
          </a:prstGeom>
          <a:noFill/>
          <a:ln/>
        </p:spPr>
        <p:txBody>
          <a:bodyPr wrap="square" lIns="0" tIns="0" rIns="0" bIns="0" rtlCol="0" anchor="ctr"/>
          <a:lstStyle/>
          <a:p>
            <a:pPr marL="0" indent="0">
              <a:buNone/>
            </a:pPr>
            <a:r>
              <a:rPr lang="en-US" sz="1400" i="1" dirty="0">
                <a:solidFill>
                  <a:srgbClr val="CADCFC"/>
                </a:solidFill>
              </a:rPr>
              <a:t>Leadership-level framing — one-sentence positioning, organizational value, current capabilities, and strategic direction.</a:t>
            </a:r>
            <a:endParaRPr lang="en-US" sz="1400" dirty="0"/>
          </a:p>
        </p:txBody>
      </p:sp>
      <p:sp>
        <p:nvSpPr>
          <p:cNvPr id="13" name="Text 11"/>
          <p:cNvSpPr/>
          <p:nvPr/>
        </p:nvSpPr>
        <p:spPr>
          <a:xfrm>
            <a:off x="548640" y="4160520"/>
            <a:ext cx="8229600" cy="365760"/>
          </a:xfrm>
          <a:prstGeom prst="rect">
            <a:avLst/>
          </a:prstGeom>
          <a:noFill/>
          <a:ln/>
        </p:spPr>
        <p:txBody>
          <a:bodyPr wrap="square" lIns="0" tIns="0" rIns="0" bIns="0" rtlCol="0" anchor="ctr"/>
          <a:lstStyle/>
          <a:p>
            <a:pPr marL="0" indent="0">
              <a:buNone/>
            </a:pPr>
            <a:r>
              <a:rPr lang="en-US" sz="1200" kern="0" spc="200" dirty="0">
                <a:solidFill>
                  <a:srgbClr val="00A896"/>
                </a:solidFill>
              </a:rPr>
              <a:t>4 slides  ·  E1 → E4</a:t>
            </a:r>
            <a:endParaRPr lang="en-US" sz="1200" dirty="0"/>
          </a:p>
        </p:txBody>
      </p:sp>
      <p:sp>
        <p:nvSpPr>
          <p:cNvPr id="14" name="Shape 12"/>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15" name="Text 13"/>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16" name="Text 14"/>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27 </a:t>
            </a:r>
            <a:r>
              <a:rPr lang="en-US" sz="900" dirty="0">
                <a:solidFill>
                  <a:srgbClr val="FFFFFF"/>
                </a:solidFill>
              </a:rPr>
              <a:t>/ </a:t>
            </a:r>
            <a:r>
              <a:rPr lang="en-US" sz="900">
                <a:solidFill>
                  <a:srgbClr val="FFFFFF"/>
                </a:solidFill>
              </a:rPr>
              <a:t>38</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7">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Semantra Executive Summary</a:t>
            </a:r>
            <a:endParaRPr lang="en-US" sz="26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Executive E1 · One-sentence framing</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28 </a:t>
            </a:r>
            <a:r>
              <a:rPr lang="en-US" sz="900" dirty="0">
                <a:solidFill>
                  <a:srgbClr val="FFFFFF"/>
                </a:solidFill>
              </a:rPr>
              <a:t>/ </a:t>
            </a:r>
            <a:r>
              <a:rPr lang="en-US" sz="900">
                <a:solidFill>
                  <a:srgbClr val="FFFFFF"/>
                </a:solidFill>
              </a:rPr>
              <a:t>38</a:t>
            </a:r>
            <a:endParaRPr lang="en-US" sz="900" dirty="0"/>
          </a:p>
        </p:txBody>
      </p:sp>
      <p:sp>
        <p:nvSpPr>
          <p:cNvPr id="10" name="Text 8"/>
          <p:cNvSpPr/>
          <p:nvPr/>
        </p:nvSpPr>
        <p:spPr>
          <a:xfrm>
            <a:off x="457200" y="1371600"/>
            <a:ext cx="8229600" cy="1005840"/>
          </a:xfrm>
          <a:prstGeom prst="rect">
            <a:avLst/>
          </a:prstGeom>
          <a:noFill/>
          <a:ln/>
        </p:spPr>
        <p:txBody>
          <a:bodyPr wrap="square" lIns="0" tIns="0" rIns="0" bIns="0" rtlCol="0" anchor="ctr"/>
          <a:lstStyle/>
          <a:p>
            <a:pPr marL="0" indent="0">
              <a:buNone/>
            </a:pPr>
            <a:r>
              <a:rPr lang="en-US" sz="2600" b="1" i="1" dirty="0">
                <a:solidFill>
                  <a:srgbClr val="0F2A47"/>
                </a:solidFill>
                <a:latin typeface="Cambria" pitchFamily="34" charset="0"/>
                <a:ea typeface="Cambria" pitchFamily="34" charset="-122"/>
                <a:cs typeface="Cambria" pitchFamily="34" charset="-120"/>
              </a:rPr>
              <a:t>Semantra is a controlled semantic mapping capability — not just a mapping utility.</a:t>
            </a:r>
            <a:endParaRPr lang="en-US" sz="2600" dirty="0"/>
          </a:p>
        </p:txBody>
      </p:sp>
      <p:sp>
        <p:nvSpPr>
          <p:cNvPr id="11" name="Shape 9"/>
          <p:cNvSpPr/>
          <p:nvPr/>
        </p:nvSpPr>
        <p:spPr>
          <a:xfrm>
            <a:off x="457200" y="2468880"/>
            <a:ext cx="1828800" cy="0"/>
          </a:xfrm>
          <a:prstGeom prst="line">
            <a:avLst/>
          </a:prstGeom>
          <a:noFill/>
          <a:ln w="25400">
            <a:solidFill>
              <a:srgbClr val="00A896"/>
            </a:solidFill>
            <a:prstDash val="solid"/>
          </a:ln>
        </p:spPr>
        <p:txBody>
          <a:bodyPr/>
          <a:lstStyle/>
          <a:p>
            <a:endParaRPr lang="en-US"/>
          </a:p>
        </p:txBody>
      </p:sp>
      <p:sp>
        <p:nvSpPr>
          <p:cNvPr id="12" name="Shape 10"/>
          <p:cNvSpPr/>
          <p:nvPr/>
        </p:nvSpPr>
        <p:spPr>
          <a:xfrm>
            <a:off x="576072" y="2834640"/>
            <a:ext cx="1874520" cy="411480"/>
          </a:xfrm>
          <a:prstGeom prst="rect">
            <a:avLst/>
          </a:prstGeom>
          <a:solidFill>
            <a:srgbClr val="0F2A47"/>
          </a:solidFill>
          <a:ln w="12700">
            <a:solidFill>
              <a:srgbClr val="0F2A47"/>
            </a:solidFill>
            <a:prstDash val="solid"/>
          </a:ln>
        </p:spPr>
        <p:txBody>
          <a:bodyPr/>
          <a:lstStyle/>
          <a:p>
            <a:endParaRPr lang="en-US"/>
          </a:p>
        </p:txBody>
      </p:sp>
      <p:sp>
        <p:nvSpPr>
          <p:cNvPr id="13" name="Text 11"/>
          <p:cNvSpPr/>
          <p:nvPr/>
        </p:nvSpPr>
        <p:spPr>
          <a:xfrm>
            <a:off x="576072" y="2834640"/>
            <a:ext cx="1874520" cy="411480"/>
          </a:xfrm>
          <a:prstGeom prst="rect">
            <a:avLst/>
          </a:prstGeom>
          <a:noFill/>
          <a:ln/>
        </p:spPr>
        <p:txBody>
          <a:bodyPr wrap="square" lIns="0" tIns="0" rIns="0" bIns="0" rtlCol="0" anchor="ctr"/>
          <a:lstStyle/>
          <a:p>
            <a:pPr marL="0" indent="0" algn="ctr">
              <a:buNone/>
            </a:pPr>
            <a:r>
              <a:rPr lang="en-US" sz="1400" b="1" kern="0" spc="200" dirty="0">
                <a:solidFill>
                  <a:srgbClr val="00A896"/>
                </a:solidFill>
                <a:latin typeface="Cambria" pitchFamily="34" charset="0"/>
                <a:ea typeface="Cambria" pitchFamily="34" charset="-122"/>
                <a:cs typeface="Cambria" pitchFamily="34" charset="-120"/>
              </a:rPr>
              <a:t>Understand</a:t>
            </a:r>
            <a:endParaRPr lang="en-US" sz="1400" dirty="0"/>
          </a:p>
        </p:txBody>
      </p:sp>
      <p:sp>
        <p:nvSpPr>
          <p:cNvPr id="14" name="Shape 12"/>
          <p:cNvSpPr/>
          <p:nvPr/>
        </p:nvSpPr>
        <p:spPr>
          <a:xfrm>
            <a:off x="576072" y="3246120"/>
            <a:ext cx="1874520" cy="1143000"/>
          </a:xfrm>
          <a:prstGeom prst="rect">
            <a:avLst/>
          </a:prstGeom>
          <a:solidFill>
            <a:srgbClr val="FFFFFF"/>
          </a:solidFill>
          <a:ln w="9525">
            <a:solidFill>
              <a:srgbClr val="D8D3C7"/>
            </a:solidFill>
            <a:prstDash val="solid"/>
          </a:ln>
        </p:spPr>
        <p:txBody>
          <a:bodyPr/>
          <a:lstStyle/>
          <a:p>
            <a:endParaRPr lang="en-US"/>
          </a:p>
        </p:txBody>
      </p:sp>
      <p:sp>
        <p:nvSpPr>
          <p:cNvPr id="15" name="Text 13"/>
          <p:cNvSpPr/>
          <p:nvPr/>
        </p:nvSpPr>
        <p:spPr>
          <a:xfrm>
            <a:off x="713232" y="3337560"/>
            <a:ext cx="1600200" cy="1005840"/>
          </a:xfrm>
          <a:prstGeom prst="rect">
            <a:avLst/>
          </a:prstGeom>
          <a:noFill/>
          <a:ln/>
        </p:spPr>
        <p:txBody>
          <a:bodyPr wrap="square" lIns="0" tIns="0" rIns="0" bIns="0" rtlCol="0" anchor="t"/>
          <a:lstStyle/>
          <a:p>
            <a:pPr marL="0" indent="0">
              <a:buNone/>
            </a:pPr>
            <a:r>
              <a:rPr lang="en-US" sz="1200" dirty="0">
                <a:solidFill>
                  <a:srgbClr val="1E293B"/>
                </a:solidFill>
              </a:rPr>
              <a:t>Schemas &amp; specs</a:t>
            </a:r>
            <a:endParaRPr lang="en-US" sz="1200" dirty="0"/>
          </a:p>
        </p:txBody>
      </p:sp>
      <p:sp>
        <p:nvSpPr>
          <p:cNvPr id="16" name="Shape 14"/>
          <p:cNvSpPr/>
          <p:nvPr/>
        </p:nvSpPr>
        <p:spPr>
          <a:xfrm>
            <a:off x="2615184" y="2834640"/>
            <a:ext cx="1874520" cy="411480"/>
          </a:xfrm>
          <a:prstGeom prst="rect">
            <a:avLst/>
          </a:prstGeom>
          <a:solidFill>
            <a:srgbClr val="0F2A47"/>
          </a:solidFill>
          <a:ln w="12700">
            <a:solidFill>
              <a:srgbClr val="0F2A47"/>
            </a:solidFill>
            <a:prstDash val="solid"/>
          </a:ln>
        </p:spPr>
        <p:txBody>
          <a:bodyPr/>
          <a:lstStyle/>
          <a:p>
            <a:endParaRPr lang="en-US"/>
          </a:p>
        </p:txBody>
      </p:sp>
      <p:sp>
        <p:nvSpPr>
          <p:cNvPr id="17" name="Text 15"/>
          <p:cNvSpPr/>
          <p:nvPr/>
        </p:nvSpPr>
        <p:spPr>
          <a:xfrm>
            <a:off x="2615184" y="2834640"/>
            <a:ext cx="1874520" cy="411480"/>
          </a:xfrm>
          <a:prstGeom prst="rect">
            <a:avLst/>
          </a:prstGeom>
          <a:noFill/>
          <a:ln/>
        </p:spPr>
        <p:txBody>
          <a:bodyPr wrap="square" lIns="0" tIns="0" rIns="0" bIns="0" rtlCol="0" anchor="ctr"/>
          <a:lstStyle/>
          <a:p>
            <a:pPr marL="0" indent="0" algn="ctr">
              <a:buNone/>
            </a:pPr>
            <a:r>
              <a:rPr lang="en-US" sz="1400" b="1" kern="0" spc="200" dirty="0">
                <a:solidFill>
                  <a:srgbClr val="00A896"/>
                </a:solidFill>
                <a:latin typeface="Cambria" pitchFamily="34" charset="0"/>
                <a:ea typeface="Cambria" pitchFamily="34" charset="-122"/>
                <a:cs typeface="Cambria" pitchFamily="34" charset="-120"/>
              </a:rPr>
              <a:t>Align</a:t>
            </a:r>
            <a:endParaRPr lang="en-US" sz="1400" dirty="0"/>
          </a:p>
        </p:txBody>
      </p:sp>
      <p:sp>
        <p:nvSpPr>
          <p:cNvPr id="18" name="Shape 16"/>
          <p:cNvSpPr/>
          <p:nvPr/>
        </p:nvSpPr>
        <p:spPr>
          <a:xfrm>
            <a:off x="2615184" y="3246120"/>
            <a:ext cx="1874520" cy="1143000"/>
          </a:xfrm>
          <a:prstGeom prst="rect">
            <a:avLst/>
          </a:prstGeom>
          <a:solidFill>
            <a:srgbClr val="FFFFFF"/>
          </a:solidFill>
          <a:ln w="9525">
            <a:solidFill>
              <a:srgbClr val="D8D3C7"/>
            </a:solidFill>
            <a:prstDash val="solid"/>
          </a:ln>
        </p:spPr>
        <p:txBody>
          <a:bodyPr/>
          <a:lstStyle/>
          <a:p>
            <a:endParaRPr lang="en-US"/>
          </a:p>
        </p:txBody>
      </p:sp>
      <p:sp>
        <p:nvSpPr>
          <p:cNvPr id="19" name="Text 17"/>
          <p:cNvSpPr/>
          <p:nvPr/>
        </p:nvSpPr>
        <p:spPr>
          <a:xfrm>
            <a:off x="2752344" y="3337560"/>
            <a:ext cx="1600200" cy="1005840"/>
          </a:xfrm>
          <a:prstGeom prst="rect">
            <a:avLst/>
          </a:prstGeom>
          <a:noFill/>
          <a:ln/>
        </p:spPr>
        <p:txBody>
          <a:bodyPr wrap="square" lIns="0" tIns="0" rIns="0" bIns="0" rtlCol="0" anchor="t"/>
          <a:lstStyle/>
          <a:p>
            <a:pPr marL="0" indent="0">
              <a:buNone/>
            </a:pPr>
            <a:r>
              <a:rPr lang="en-US" sz="1200" dirty="0">
                <a:solidFill>
                  <a:srgbClr val="1E293B"/>
                </a:solidFill>
              </a:rPr>
              <a:t>Through canonical concepts</a:t>
            </a:r>
            <a:endParaRPr lang="en-US" sz="1200" dirty="0"/>
          </a:p>
        </p:txBody>
      </p:sp>
      <p:sp>
        <p:nvSpPr>
          <p:cNvPr id="20" name="Shape 18"/>
          <p:cNvSpPr/>
          <p:nvPr/>
        </p:nvSpPr>
        <p:spPr>
          <a:xfrm>
            <a:off x="4654296" y="2834640"/>
            <a:ext cx="1874520" cy="411480"/>
          </a:xfrm>
          <a:prstGeom prst="rect">
            <a:avLst/>
          </a:prstGeom>
          <a:solidFill>
            <a:srgbClr val="0F2A47"/>
          </a:solidFill>
          <a:ln w="12700">
            <a:solidFill>
              <a:srgbClr val="0F2A47"/>
            </a:solidFill>
            <a:prstDash val="solid"/>
          </a:ln>
        </p:spPr>
        <p:txBody>
          <a:bodyPr/>
          <a:lstStyle/>
          <a:p>
            <a:endParaRPr lang="en-US"/>
          </a:p>
        </p:txBody>
      </p:sp>
      <p:sp>
        <p:nvSpPr>
          <p:cNvPr id="21" name="Text 19"/>
          <p:cNvSpPr/>
          <p:nvPr/>
        </p:nvSpPr>
        <p:spPr>
          <a:xfrm>
            <a:off x="4654296" y="2834640"/>
            <a:ext cx="1874520" cy="411480"/>
          </a:xfrm>
          <a:prstGeom prst="rect">
            <a:avLst/>
          </a:prstGeom>
          <a:noFill/>
          <a:ln/>
        </p:spPr>
        <p:txBody>
          <a:bodyPr wrap="square" lIns="0" tIns="0" rIns="0" bIns="0" rtlCol="0" anchor="ctr"/>
          <a:lstStyle/>
          <a:p>
            <a:pPr marL="0" indent="0" algn="ctr">
              <a:buNone/>
            </a:pPr>
            <a:r>
              <a:rPr lang="en-US" sz="1400" b="1" kern="0" spc="200" dirty="0">
                <a:solidFill>
                  <a:srgbClr val="00A896"/>
                </a:solidFill>
                <a:latin typeface="Cambria" pitchFamily="34" charset="0"/>
                <a:ea typeface="Cambria" pitchFamily="34" charset="-122"/>
                <a:cs typeface="Cambria" pitchFamily="34" charset="-120"/>
              </a:rPr>
              <a:t>Review</a:t>
            </a:r>
            <a:endParaRPr lang="en-US" sz="1400" dirty="0"/>
          </a:p>
        </p:txBody>
      </p:sp>
      <p:sp>
        <p:nvSpPr>
          <p:cNvPr id="22" name="Shape 20"/>
          <p:cNvSpPr/>
          <p:nvPr/>
        </p:nvSpPr>
        <p:spPr>
          <a:xfrm>
            <a:off x="4654296" y="3246120"/>
            <a:ext cx="1874520" cy="1143000"/>
          </a:xfrm>
          <a:prstGeom prst="rect">
            <a:avLst/>
          </a:prstGeom>
          <a:solidFill>
            <a:srgbClr val="FFFFFF"/>
          </a:solidFill>
          <a:ln w="9525">
            <a:solidFill>
              <a:srgbClr val="D8D3C7"/>
            </a:solidFill>
            <a:prstDash val="solid"/>
          </a:ln>
        </p:spPr>
        <p:txBody>
          <a:bodyPr/>
          <a:lstStyle/>
          <a:p>
            <a:endParaRPr lang="en-US"/>
          </a:p>
        </p:txBody>
      </p:sp>
      <p:sp>
        <p:nvSpPr>
          <p:cNvPr id="23" name="Text 21"/>
          <p:cNvSpPr/>
          <p:nvPr/>
        </p:nvSpPr>
        <p:spPr>
          <a:xfrm>
            <a:off x="4791456" y="3337560"/>
            <a:ext cx="1600200" cy="1005840"/>
          </a:xfrm>
          <a:prstGeom prst="rect">
            <a:avLst/>
          </a:prstGeom>
          <a:noFill/>
          <a:ln/>
        </p:spPr>
        <p:txBody>
          <a:bodyPr wrap="square" lIns="0" tIns="0" rIns="0" bIns="0" rtlCol="0" anchor="t"/>
          <a:lstStyle/>
          <a:p>
            <a:pPr marL="0" indent="0">
              <a:buNone/>
            </a:pPr>
            <a:r>
              <a:rPr lang="en-US" sz="1200" dirty="0">
                <a:solidFill>
                  <a:srgbClr val="1E293B"/>
                </a:solidFill>
              </a:rPr>
              <a:t>Decisions before execution</a:t>
            </a:r>
            <a:endParaRPr lang="en-US" sz="1200" dirty="0"/>
          </a:p>
        </p:txBody>
      </p:sp>
      <p:sp>
        <p:nvSpPr>
          <p:cNvPr id="24" name="Shape 22"/>
          <p:cNvSpPr/>
          <p:nvPr/>
        </p:nvSpPr>
        <p:spPr>
          <a:xfrm>
            <a:off x="6693408" y="2834640"/>
            <a:ext cx="1874520" cy="411480"/>
          </a:xfrm>
          <a:prstGeom prst="rect">
            <a:avLst/>
          </a:prstGeom>
          <a:solidFill>
            <a:srgbClr val="0F2A47"/>
          </a:solidFill>
          <a:ln w="12700">
            <a:solidFill>
              <a:srgbClr val="0F2A47"/>
            </a:solidFill>
            <a:prstDash val="solid"/>
          </a:ln>
        </p:spPr>
        <p:txBody>
          <a:bodyPr/>
          <a:lstStyle/>
          <a:p>
            <a:endParaRPr lang="en-US"/>
          </a:p>
        </p:txBody>
      </p:sp>
      <p:sp>
        <p:nvSpPr>
          <p:cNvPr id="25" name="Text 23"/>
          <p:cNvSpPr/>
          <p:nvPr/>
        </p:nvSpPr>
        <p:spPr>
          <a:xfrm>
            <a:off x="6693408" y="2834640"/>
            <a:ext cx="1874520" cy="411480"/>
          </a:xfrm>
          <a:prstGeom prst="rect">
            <a:avLst/>
          </a:prstGeom>
          <a:noFill/>
          <a:ln/>
        </p:spPr>
        <p:txBody>
          <a:bodyPr wrap="square" lIns="0" tIns="0" rIns="0" bIns="0" rtlCol="0" anchor="ctr"/>
          <a:lstStyle/>
          <a:p>
            <a:pPr marL="0" indent="0" algn="ctr">
              <a:buNone/>
            </a:pPr>
            <a:r>
              <a:rPr lang="en-US" sz="1400" b="1" kern="0" spc="200" dirty="0">
                <a:solidFill>
                  <a:srgbClr val="00A896"/>
                </a:solidFill>
                <a:latin typeface="Cambria" pitchFamily="34" charset="0"/>
                <a:ea typeface="Cambria" pitchFamily="34" charset="-122"/>
                <a:cs typeface="Cambria" pitchFamily="34" charset="-120"/>
              </a:rPr>
              <a:t>Reuse</a:t>
            </a:r>
            <a:endParaRPr lang="en-US" sz="1400" dirty="0"/>
          </a:p>
        </p:txBody>
      </p:sp>
      <p:sp>
        <p:nvSpPr>
          <p:cNvPr id="26" name="Shape 24"/>
          <p:cNvSpPr/>
          <p:nvPr/>
        </p:nvSpPr>
        <p:spPr>
          <a:xfrm>
            <a:off x="6693408" y="3246120"/>
            <a:ext cx="1874520" cy="1143000"/>
          </a:xfrm>
          <a:prstGeom prst="rect">
            <a:avLst/>
          </a:prstGeom>
          <a:solidFill>
            <a:srgbClr val="FFFFFF"/>
          </a:solidFill>
          <a:ln w="9525">
            <a:solidFill>
              <a:srgbClr val="D8D3C7"/>
            </a:solidFill>
            <a:prstDash val="solid"/>
          </a:ln>
        </p:spPr>
        <p:txBody>
          <a:bodyPr/>
          <a:lstStyle/>
          <a:p>
            <a:endParaRPr lang="en-US"/>
          </a:p>
        </p:txBody>
      </p:sp>
      <p:sp>
        <p:nvSpPr>
          <p:cNvPr id="27" name="Text 25"/>
          <p:cNvSpPr/>
          <p:nvPr/>
        </p:nvSpPr>
        <p:spPr>
          <a:xfrm>
            <a:off x="6830568" y="3337560"/>
            <a:ext cx="1600200" cy="1005840"/>
          </a:xfrm>
          <a:prstGeom prst="rect">
            <a:avLst/>
          </a:prstGeom>
          <a:noFill/>
          <a:ln/>
        </p:spPr>
        <p:txBody>
          <a:bodyPr wrap="square" lIns="0" tIns="0" rIns="0" bIns="0" rtlCol="0" anchor="t"/>
          <a:lstStyle/>
          <a:p>
            <a:pPr marL="0" indent="0">
              <a:buNone/>
            </a:pPr>
            <a:r>
              <a:rPr lang="en-US" sz="1200" dirty="0">
                <a:solidFill>
                  <a:srgbClr val="1E293B"/>
                </a:solidFill>
              </a:rPr>
              <a:t>Across projects &amp; teams</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8">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Why Semantra Matters</a:t>
            </a:r>
            <a:endParaRPr lang="en-US" sz="26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Executive E2 · Better organizational memory and delivery control</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29 </a:t>
            </a:r>
            <a:r>
              <a:rPr lang="en-US" sz="900" dirty="0">
                <a:solidFill>
                  <a:srgbClr val="FFFFFF"/>
                </a:solidFill>
              </a:rPr>
              <a:t>/ </a:t>
            </a:r>
            <a:r>
              <a:rPr lang="en-US" sz="900">
                <a:solidFill>
                  <a:srgbClr val="FFFFFF"/>
                </a:solidFill>
              </a:rPr>
              <a:t>38</a:t>
            </a:r>
            <a:endParaRPr lang="en-US" sz="900" dirty="0"/>
          </a:p>
        </p:txBody>
      </p:sp>
      <p:sp>
        <p:nvSpPr>
          <p:cNvPr id="10" name="Shape 8"/>
          <p:cNvSpPr/>
          <p:nvPr/>
        </p:nvSpPr>
        <p:spPr>
          <a:xfrm>
            <a:off x="320040" y="1691640"/>
            <a:ext cx="1627632" cy="457200"/>
          </a:xfrm>
          <a:prstGeom prst="rect">
            <a:avLst/>
          </a:prstGeom>
          <a:solidFill>
            <a:srgbClr val="00A896"/>
          </a:solidFill>
          <a:ln w="12700">
            <a:solidFill>
              <a:srgbClr val="00A896"/>
            </a:solidFill>
            <a:prstDash val="solid"/>
          </a:ln>
        </p:spPr>
        <p:txBody>
          <a:bodyPr/>
          <a:lstStyle/>
          <a:p>
            <a:endParaRPr lang="en-US"/>
          </a:p>
        </p:txBody>
      </p:sp>
      <p:sp>
        <p:nvSpPr>
          <p:cNvPr id="11" name="Text 9"/>
          <p:cNvSpPr/>
          <p:nvPr/>
        </p:nvSpPr>
        <p:spPr>
          <a:xfrm>
            <a:off x="320040" y="1691640"/>
            <a:ext cx="162763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Efficiency</a:t>
            </a:r>
            <a:endParaRPr lang="en-US" sz="1300" dirty="0"/>
          </a:p>
        </p:txBody>
      </p:sp>
      <p:sp>
        <p:nvSpPr>
          <p:cNvPr id="12" name="Shape 10"/>
          <p:cNvSpPr/>
          <p:nvPr/>
        </p:nvSpPr>
        <p:spPr>
          <a:xfrm>
            <a:off x="320040" y="2148840"/>
            <a:ext cx="1627632" cy="1920240"/>
          </a:xfrm>
          <a:prstGeom prst="rect">
            <a:avLst/>
          </a:prstGeom>
          <a:solidFill>
            <a:srgbClr val="FFFFFF"/>
          </a:solidFill>
          <a:ln w="9525">
            <a:solidFill>
              <a:srgbClr val="D8D3C7"/>
            </a:solidFill>
            <a:prstDash val="solid"/>
          </a:ln>
        </p:spPr>
        <p:txBody>
          <a:bodyPr/>
          <a:lstStyle/>
          <a:p>
            <a:endParaRPr lang="en-US"/>
          </a:p>
        </p:txBody>
      </p:sp>
      <p:sp>
        <p:nvSpPr>
          <p:cNvPr id="13" name="Text 11"/>
          <p:cNvSpPr/>
          <p:nvPr/>
        </p:nvSpPr>
        <p:spPr>
          <a:xfrm>
            <a:off x="457200" y="2286000"/>
            <a:ext cx="1353312" cy="1737360"/>
          </a:xfrm>
          <a:prstGeom prst="rect">
            <a:avLst/>
          </a:prstGeom>
          <a:noFill/>
          <a:ln/>
        </p:spPr>
        <p:txBody>
          <a:bodyPr wrap="square" lIns="0" tIns="0" rIns="0" bIns="0" rtlCol="0" anchor="t"/>
          <a:lstStyle/>
          <a:p>
            <a:pPr marL="0" indent="0">
              <a:buNone/>
            </a:pPr>
            <a:r>
              <a:rPr lang="en-US" sz="1200" dirty="0">
                <a:solidFill>
                  <a:srgbClr val="1E293B"/>
                </a:solidFill>
              </a:rPr>
              <a:t>Reduces manual mapping effort</a:t>
            </a:r>
            <a:endParaRPr lang="en-US" sz="1200" dirty="0"/>
          </a:p>
        </p:txBody>
      </p:sp>
      <p:sp>
        <p:nvSpPr>
          <p:cNvPr id="14" name="Shape 12"/>
          <p:cNvSpPr/>
          <p:nvPr/>
        </p:nvSpPr>
        <p:spPr>
          <a:xfrm>
            <a:off x="2039112" y="1691640"/>
            <a:ext cx="1627632" cy="457200"/>
          </a:xfrm>
          <a:prstGeom prst="rect">
            <a:avLst/>
          </a:prstGeom>
          <a:solidFill>
            <a:srgbClr val="0F2A47"/>
          </a:solidFill>
          <a:ln w="12700">
            <a:solidFill>
              <a:srgbClr val="0F2A47"/>
            </a:solidFill>
            <a:prstDash val="solid"/>
          </a:ln>
        </p:spPr>
        <p:txBody>
          <a:bodyPr/>
          <a:lstStyle/>
          <a:p>
            <a:endParaRPr lang="en-US"/>
          </a:p>
        </p:txBody>
      </p:sp>
      <p:sp>
        <p:nvSpPr>
          <p:cNvPr id="15" name="Text 13"/>
          <p:cNvSpPr/>
          <p:nvPr/>
        </p:nvSpPr>
        <p:spPr>
          <a:xfrm>
            <a:off x="2039112" y="1691640"/>
            <a:ext cx="162763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Trust</a:t>
            </a:r>
            <a:endParaRPr lang="en-US" sz="1300" dirty="0"/>
          </a:p>
        </p:txBody>
      </p:sp>
      <p:sp>
        <p:nvSpPr>
          <p:cNvPr id="16" name="Shape 14"/>
          <p:cNvSpPr/>
          <p:nvPr/>
        </p:nvSpPr>
        <p:spPr>
          <a:xfrm>
            <a:off x="2039112" y="2148840"/>
            <a:ext cx="1627632" cy="1920240"/>
          </a:xfrm>
          <a:prstGeom prst="rect">
            <a:avLst/>
          </a:prstGeom>
          <a:solidFill>
            <a:srgbClr val="FFFFFF"/>
          </a:solidFill>
          <a:ln w="9525">
            <a:solidFill>
              <a:srgbClr val="D8D3C7"/>
            </a:solidFill>
            <a:prstDash val="solid"/>
          </a:ln>
        </p:spPr>
        <p:txBody>
          <a:bodyPr/>
          <a:lstStyle/>
          <a:p>
            <a:endParaRPr lang="en-US"/>
          </a:p>
        </p:txBody>
      </p:sp>
      <p:sp>
        <p:nvSpPr>
          <p:cNvPr id="17" name="Text 15"/>
          <p:cNvSpPr/>
          <p:nvPr/>
        </p:nvSpPr>
        <p:spPr>
          <a:xfrm>
            <a:off x="2176272" y="2286000"/>
            <a:ext cx="1353312" cy="1737360"/>
          </a:xfrm>
          <a:prstGeom prst="rect">
            <a:avLst/>
          </a:prstGeom>
          <a:noFill/>
          <a:ln/>
        </p:spPr>
        <p:txBody>
          <a:bodyPr wrap="square" lIns="0" tIns="0" rIns="0" bIns="0" rtlCol="0" anchor="t"/>
          <a:lstStyle/>
          <a:p>
            <a:pPr marL="0" indent="0">
              <a:buNone/>
            </a:pPr>
            <a:r>
              <a:rPr lang="en-US" sz="1200" dirty="0">
                <a:solidFill>
                  <a:srgbClr val="1E293B"/>
                </a:solidFill>
              </a:rPr>
              <a:t>Improves explainability of decisions</a:t>
            </a:r>
            <a:endParaRPr lang="en-US" sz="1200" dirty="0"/>
          </a:p>
        </p:txBody>
      </p:sp>
      <p:sp>
        <p:nvSpPr>
          <p:cNvPr id="18" name="Shape 16"/>
          <p:cNvSpPr/>
          <p:nvPr/>
        </p:nvSpPr>
        <p:spPr>
          <a:xfrm>
            <a:off x="3758184" y="1691640"/>
            <a:ext cx="1627632" cy="457200"/>
          </a:xfrm>
          <a:prstGeom prst="rect">
            <a:avLst/>
          </a:prstGeom>
          <a:solidFill>
            <a:srgbClr val="028090"/>
          </a:solidFill>
          <a:ln w="12700">
            <a:solidFill>
              <a:srgbClr val="028090"/>
            </a:solidFill>
            <a:prstDash val="solid"/>
          </a:ln>
        </p:spPr>
        <p:txBody>
          <a:bodyPr/>
          <a:lstStyle/>
          <a:p>
            <a:endParaRPr lang="en-US"/>
          </a:p>
        </p:txBody>
      </p:sp>
      <p:sp>
        <p:nvSpPr>
          <p:cNvPr id="19" name="Text 17"/>
          <p:cNvSpPr/>
          <p:nvPr/>
        </p:nvSpPr>
        <p:spPr>
          <a:xfrm>
            <a:off x="3758184" y="1691640"/>
            <a:ext cx="162763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Standardization</a:t>
            </a:r>
            <a:endParaRPr lang="en-US" sz="1300" dirty="0"/>
          </a:p>
        </p:txBody>
      </p:sp>
      <p:sp>
        <p:nvSpPr>
          <p:cNvPr id="20" name="Shape 18"/>
          <p:cNvSpPr/>
          <p:nvPr/>
        </p:nvSpPr>
        <p:spPr>
          <a:xfrm>
            <a:off x="3758184" y="2148840"/>
            <a:ext cx="1627632" cy="1920240"/>
          </a:xfrm>
          <a:prstGeom prst="rect">
            <a:avLst/>
          </a:prstGeom>
          <a:solidFill>
            <a:srgbClr val="FFFFFF"/>
          </a:solidFill>
          <a:ln w="9525">
            <a:solidFill>
              <a:srgbClr val="D8D3C7"/>
            </a:solidFill>
            <a:prstDash val="solid"/>
          </a:ln>
        </p:spPr>
        <p:txBody>
          <a:bodyPr/>
          <a:lstStyle/>
          <a:p>
            <a:endParaRPr lang="en-US"/>
          </a:p>
        </p:txBody>
      </p:sp>
      <p:sp>
        <p:nvSpPr>
          <p:cNvPr id="21" name="Text 19"/>
          <p:cNvSpPr/>
          <p:nvPr/>
        </p:nvSpPr>
        <p:spPr>
          <a:xfrm>
            <a:off x="3895344" y="2286000"/>
            <a:ext cx="1353312" cy="1737360"/>
          </a:xfrm>
          <a:prstGeom prst="rect">
            <a:avLst/>
          </a:prstGeom>
          <a:noFill/>
          <a:ln/>
        </p:spPr>
        <p:txBody>
          <a:bodyPr wrap="square" lIns="0" tIns="0" rIns="0" bIns="0" rtlCol="0" anchor="t"/>
          <a:lstStyle/>
          <a:p>
            <a:pPr marL="0" indent="0">
              <a:buNone/>
            </a:pPr>
            <a:r>
              <a:rPr lang="en-US" sz="1200" dirty="0">
                <a:solidFill>
                  <a:srgbClr val="1E293B"/>
                </a:solidFill>
              </a:rPr>
              <a:t>Canonical alignment across projects</a:t>
            </a:r>
            <a:endParaRPr lang="en-US" sz="1200" dirty="0"/>
          </a:p>
        </p:txBody>
      </p:sp>
      <p:sp>
        <p:nvSpPr>
          <p:cNvPr id="22" name="Shape 20"/>
          <p:cNvSpPr/>
          <p:nvPr/>
        </p:nvSpPr>
        <p:spPr>
          <a:xfrm>
            <a:off x="5477256" y="1691640"/>
            <a:ext cx="1627632" cy="457200"/>
          </a:xfrm>
          <a:prstGeom prst="rect">
            <a:avLst/>
          </a:prstGeom>
          <a:solidFill>
            <a:srgbClr val="F2A65A"/>
          </a:solidFill>
          <a:ln w="12700">
            <a:solidFill>
              <a:srgbClr val="F2A65A"/>
            </a:solidFill>
            <a:prstDash val="solid"/>
          </a:ln>
        </p:spPr>
        <p:txBody>
          <a:bodyPr/>
          <a:lstStyle/>
          <a:p>
            <a:endParaRPr lang="en-US"/>
          </a:p>
        </p:txBody>
      </p:sp>
      <p:sp>
        <p:nvSpPr>
          <p:cNvPr id="23" name="Text 21"/>
          <p:cNvSpPr/>
          <p:nvPr/>
        </p:nvSpPr>
        <p:spPr>
          <a:xfrm>
            <a:off x="5477256" y="1691640"/>
            <a:ext cx="162763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Reuse</a:t>
            </a:r>
            <a:endParaRPr lang="en-US" sz="1300" dirty="0"/>
          </a:p>
        </p:txBody>
      </p:sp>
      <p:sp>
        <p:nvSpPr>
          <p:cNvPr id="24" name="Shape 22"/>
          <p:cNvSpPr/>
          <p:nvPr/>
        </p:nvSpPr>
        <p:spPr>
          <a:xfrm>
            <a:off x="5477256" y="2148840"/>
            <a:ext cx="1627632" cy="1920240"/>
          </a:xfrm>
          <a:prstGeom prst="rect">
            <a:avLst/>
          </a:prstGeom>
          <a:solidFill>
            <a:srgbClr val="FFFFFF"/>
          </a:solidFill>
          <a:ln w="9525">
            <a:solidFill>
              <a:srgbClr val="D8D3C7"/>
            </a:solidFill>
            <a:prstDash val="solid"/>
          </a:ln>
        </p:spPr>
        <p:txBody>
          <a:bodyPr/>
          <a:lstStyle/>
          <a:p>
            <a:endParaRPr lang="en-US"/>
          </a:p>
        </p:txBody>
      </p:sp>
      <p:sp>
        <p:nvSpPr>
          <p:cNvPr id="25" name="Text 23"/>
          <p:cNvSpPr/>
          <p:nvPr/>
        </p:nvSpPr>
        <p:spPr>
          <a:xfrm>
            <a:off x="5614416" y="2286000"/>
            <a:ext cx="1353312" cy="1737360"/>
          </a:xfrm>
          <a:prstGeom prst="rect">
            <a:avLst/>
          </a:prstGeom>
          <a:noFill/>
          <a:ln/>
        </p:spPr>
        <p:txBody>
          <a:bodyPr wrap="square" lIns="0" tIns="0" rIns="0" bIns="0" rtlCol="0" anchor="t"/>
          <a:lstStyle/>
          <a:p>
            <a:pPr marL="0" indent="0">
              <a:buNone/>
            </a:pPr>
            <a:r>
              <a:rPr lang="en-US" sz="1200" dirty="0">
                <a:solidFill>
                  <a:srgbClr val="1E293B"/>
                </a:solidFill>
              </a:rPr>
              <a:t>Reusable integration knowledge</a:t>
            </a:r>
            <a:endParaRPr lang="en-US" sz="1200" dirty="0"/>
          </a:p>
        </p:txBody>
      </p:sp>
      <p:sp>
        <p:nvSpPr>
          <p:cNvPr id="26" name="Shape 24"/>
          <p:cNvSpPr/>
          <p:nvPr/>
        </p:nvSpPr>
        <p:spPr>
          <a:xfrm>
            <a:off x="7196328" y="1691640"/>
            <a:ext cx="1627632" cy="457200"/>
          </a:xfrm>
          <a:prstGeom prst="rect">
            <a:avLst/>
          </a:prstGeom>
          <a:solidFill>
            <a:srgbClr val="081A2E"/>
          </a:solidFill>
          <a:ln w="12700">
            <a:solidFill>
              <a:srgbClr val="081A2E"/>
            </a:solidFill>
            <a:prstDash val="solid"/>
          </a:ln>
        </p:spPr>
        <p:txBody>
          <a:bodyPr/>
          <a:lstStyle/>
          <a:p>
            <a:endParaRPr lang="en-US"/>
          </a:p>
        </p:txBody>
      </p:sp>
      <p:sp>
        <p:nvSpPr>
          <p:cNvPr id="27" name="Text 25"/>
          <p:cNvSpPr/>
          <p:nvPr/>
        </p:nvSpPr>
        <p:spPr>
          <a:xfrm>
            <a:off x="7196328" y="1691640"/>
            <a:ext cx="162763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Visibility</a:t>
            </a:r>
            <a:endParaRPr lang="en-US" sz="1300" dirty="0"/>
          </a:p>
        </p:txBody>
      </p:sp>
      <p:sp>
        <p:nvSpPr>
          <p:cNvPr id="28" name="Shape 26"/>
          <p:cNvSpPr/>
          <p:nvPr/>
        </p:nvSpPr>
        <p:spPr>
          <a:xfrm>
            <a:off x="7196328" y="2148840"/>
            <a:ext cx="1627632" cy="1920240"/>
          </a:xfrm>
          <a:prstGeom prst="rect">
            <a:avLst/>
          </a:prstGeom>
          <a:solidFill>
            <a:srgbClr val="FFFFFF"/>
          </a:solidFill>
          <a:ln w="9525">
            <a:solidFill>
              <a:srgbClr val="D8D3C7"/>
            </a:solidFill>
            <a:prstDash val="solid"/>
          </a:ln>
        </p:spPr>
        <p:txBody>
          <a:bodyPr/>
          <a:lstStyle/>
          <a:p>
            <a:endParaRPr lang="en-US"/>
          </a:p>
        </p:txBody>
      </p:sp>
      <p:sp>
        <p:nvSpPr>
          <p:cNvPr id="29" name="Text 27"/>
          <p:cNvSpPr/>
          <p:nvPr/>
        </p:nvSpPr>
        <p:spPr>
          <a:xfrm>
            <a:off x="7333488" y="2286000"/>
            <a:ext cx="1353312" cy="1737360"/>
          </a:xfrm>
          <a:prstGeom prst="rect">
            <a:avLst/>
          </a:prstGeom>
          <a:noFill/>
          <a:ln/>
        </p:spPr>
        <p:txBody>
          <a:bodyPr wrap="square" lIns="0" tIns="0" rIns="0" bIns="0" rtlCol="0" anchor="t"/>
          <a:lstStyle/>
          <a:p>
            <a:pPr marL="0" indent="0">
              <a:buNone/>
            </a:pPr>
            <a:r>
              <a:rPr lang="en-US" sz="1200" dirty="0">
                <a:solidFill>
                  <a:srgbClr val="1E293B"/>
                </a:solidFill>
              </a:rPr>
              <a:t>PMO &amp; EA insight into mapping work</a:t>
            </a:r>
            <a:endParaRPr lang="en-US" sz="1200" dirty="0"/>
          </a:p>
        </p:txBody>
      </p:sp>
      <p:sp>
        <p:nvSpPr>
          <p:cNvPr id="30" name="Text 28"/>
          <p:cNvSpPr/>
          <p:nvPr/>
        </p:nvSpPr>
        <p:spPr>
          <a:xfrm>
            <a:off x="457200" y="4434840"/>
            <a:ext cx="8229600" cy="274320"/>
          </a:xfrm>
          <a:prstGeom prst="rect">
            <a:avLst/>
          </a:prstGeom>
          <a:noFill/>
          <a:ln/>
        </p:spPr>
        <p:txBody>
          <a:bodyPr wrap="square" lIns="0" tIns="0" rIns="0" bIns="0" rtlCol="0" anchor="ctr"/>
          <a:lstStyle/>
          <a:p>
            <a:pPr marL="0" indent="0" algn="ctr">
              <a:buNone/>
            </a:pPr>
            <a:r>
              <a:rPr lang="en-US" sz="1100" i="1" dirty="0">
                <a:solidFill>
                  <a:srgbClr val="0F2A47"/>
                </a:solidFill>
              </a:rPr>
              <a:t>The value is not only faster mapping — it is reduced reinvention across projects.</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What Exists Today</a:t>
            </a:r>
            <a:endParaRPr lang="en-US" sz="22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Executive E3 · Pilot-grade capability, not a roadmap concept</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457200" y="1417320"/>
            <a:ext cx="2194560" cy="411480"/>
          </a:xfrm>
          <a:prstGeom prst="roundRect">
            <a:avLst>
              <a:gd name="adj" fmla="val 17778"/>
            </a:avLst>
          </a:prstGeom>
          <a:solidFill>
            <a:srgbClr val="00A896"/>
          </a:solidFill>
          <a:ln w="12700">
            <a:solidFill>
              <a:srgbClr val="00A896"/>
            </a:solidFill>
            <a:prstDash val="solid"/>
          </a:ln>
        </p:spPr>
        <p:txBody>
          <a:bodyPr/>
          <a:lstStyle/>
          <a:p>
            <a:endParaRPr lang="en-US"/>
          </a:p>
        </p:txBody>
      </p:sp>
      <p:sp>
        <p:nvSpPr>
          <p:cNvPr id="8" name="Text 6"/>
          <p:cNvSpPr/>
          <p:nvPr/>
        </p:nvSpPr>
        <p:spPr>
          <a:xfrm>
            <a:off x="457200" y="1417320"/>
            <a:ext cx="2194560" cy="411480"/>
          </a:xfrm>
          <a:prstGeom prst="rect">
            <a:avLst/>
          </a:prstGeom>
          <a:noFill/>
          <a:ln/>
        </p:spPr>
        <p:txBody>
          <a:bodyPr wrap="square" lIns="0" tIns="0" rIns="0" bIns="0" rtlCol="0" anchor="ctr"/>
          <a:lstStyle/>
          <a:p>
            <a:pPr marL="0" indent="0" algn="ctr">
              <a:buNone/>
            </a:pPr>
            <a:r>
              <a:rPr lang="en-US" sz="1100" b="1" kern="0" spc="200" dirty="0">
                <a:solidFill>
                  <a:srgbClr val="FFFFFF"/>
                </a:solidFill>
              </a:rPr>
              <a:t>✓  DELIVERED TODAY</a:t>
            </a:r>
            <a:endParaRPr lang="en-US" sz="1100" dirty="0"/>
          </a:p>
        </p:txBody>
      </p:sp>
      <p:sp>
        <p:nvSpPr>
          <p:cNvPr id="9" name="Shape 7"/>
          <p:cNvSpPr/>
          <p:nvPr/>
        </p:nvSpPr>
        <p:spPr>
          <a:xfrm>
            <a:off x="406908" y="2011680"/>
            <a:ext cx="1993392" cy="1325880"/>
          </a:xfrm>
          <a:prstGeom prst="rect">
            <a:avLst/>
          </a:prstGeom>
          <a:solidFill>
            <a:srgbClr val="FFFFFF"/>
          </a:solidFill>
          <a:ln w="9525">
            <a:solidFill>
              <a:srgbClr val="D8D3C7"/>
            </a:solidFill>
            <a:prstDash val="solid"/>
          </a:ln>
        </p:spPr>
        <p:txBody>
          <a:bodyPr/>
          <a:lstStyle/>
          <a:p>
            <a:endParaRPr lang="en-US"/>
          </a:p>
        </p:txBody>
      </p:sp>
      <p:sp>
        <p:nvSpPr>
          <p:cNvPr id="10" name="Shape 8"/>
          <p:cNvSpPr/>
          <p:nvPr/>
        </p:nvSpPr>
        <p:spPr>
          <a:xfrm>
            <a:off x="406908" y="2011680"/>
            <a:ext cx="73152" cy="1325880"/>
          </a:xfrm>
          <a:prstGeom prst="rect">
            <a:avLst/>
          </a:prstGeom>
          <a:solidFill>
            <a:srgbClr val="00A896"/>
          </a:solidFill>
          <a:ln w="12700">
            <a:solidFill>
              <a:srgbClr val="00A896"/>
            </a:solidFill>
            <a:prstDash val="solid"/>
          </a:ln>
        </p:spPr>
        <p:txBody>
          <a:bodyPr/>
          <a:lstStyle/>
          <a:p>
            <a:endParaRPr lang="en-US"/>
          </a:p>
        </p:txBody>
      </p:sp>
      <p:sp>
        <p:nvSpPr>
          <p:cNvPr id="11" name="Text 9"/>
          <p:cNvSpPr/>
          <p:nvPr/>
        </p:nvSpPr>
        <p:spPr>
          <a:xfrm>
            <a:off x="544068" y="2148840"/>
            <a:ext cx="1764792" cy="411480"/>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Multi-format ingestion</a:t>
            </a:r>
            <a:endParaRPr lang="en-US" sz="1300" dirty="0"/>
          </a:p>
        </p:txBody>
      </p:sp>
      <p:sp>
        <p:nvSpPr>
          <p:cNvPr id="12" name="Text 10"/>
          <p:cNvSpPr/>
          <p:nvPr/>
        </p:nvSpPr>
        <p:spPr>
          <a:xfrm>
            <a:off x="544068" y="2606040"/>
            <a:ext cx="1764792" cy="685800"/>
          </a:xfrm>
          <a:prstGeom prst="rect">
            <a:avLst/>
          </a:prstGeom>
          <a:noFill/>
          <a:ln/>
        </p:spPr>
        <p:txBody>
          <a:bodyPr wrap="square" lIns="0" tIns="0" rIns="0" bIns="0" rtlCol="0" anchor="ctr"/>
          <a:lstStyle/>
          <a:p>
            <a:pPr marL="0" indent="0">
              <a:buNone/>
            </a:pPr>
            <a:r>
              <a:rPr lang="en-US" sz="1000" dirty="0">
                <a:solidFill>
                  <a:srgbClr val="1E293B"/>
                </a:solidFill>
              </a:rPr>
              <a:t>Source/target + schema-spec inputs</a:t>
            </a:r>
            <a:endParaRPr lang="en-US" sz="1000" dirty="0"/>
          </a:p>
        </p:txBody>
      </p:sp>
      <p:sp>
        <p:nvSpPr>
          <p:cNvPr id="13" name="Shape 11"/>
          <p:cNvSpPr/>
          <p:nvPr/>
        </p:nvSpPr>
        <p:spPr>
          <a:xfrm>
            <a:off x="2519172" y="2011680"/>
            <a:ext cx="1993392" cy="1325880"/>
          </a:xfrm>
          <a:prstGeom prst="rect">
            <a:avLst/>
          </a:prstGeom>
          <a:solidFill>
            <a:srgbClr val="FFFFFF"/>
          </a:solidFill>
          <a:ln w="9525">
            <a:solidFill>
              <a:srgbClr val="D8D3C7"/>
            </a:solidFill>
            <a:prstDash val="solid"/>
          </a:ln>
        </p:spPr>
        <p:txBody>
          <a:bodyPr/>
          <a:lstStyle/>
          <a:p>
            <a:endParaRPr lang="en-US"/>
          </a:p>
        </p:txBody>
      </p:sp>
      <p:sp>
        <p:nvSpPr>
          <p:cNvPr id="14" name="Shape 12"/>
          <p:cNvSpPr/>
          <p:nvPr/>
        </p:nvSpPr>
        <p:spPr>
          <a:xfrm>
            <a:off x="2519172" y="2011680"/>
            <a:ext cx="73152" cy="1325880"/>
          </a:xfrm>
          <a:prstGeom prst="rect">
            <a:avLst/>
          </a:prstGeom>
          <a:solidFill>
            <a:srgbClr val="00A896"/>
          </a:solidFill>
          <a:ln w="12700">
            <a:solidFill>
              <a:srgbClr val="00A896"/>
            </a:solidFill>
            <a:prstDash val="solid"/>
          </a:ln>
        </p:spPr>
        <p:txBody>
          <a:bodyPr/>
          <a:lstStyle/>
          <a:p>
            <a:endParaRPr lang="en-US"/>
          </a:p>
        </p:txBody>
      </p:sp>
      <p:sp>
        <p:nvSpPr>
          <p:cNvPr id="15" name="Text 13"/>
          <p:cNvSpPr/>
          <p:nvPr/>
        </p:nvSpPr>
        <p:spPr>
          <a:xfrm>
            <a:off x="2656332" y="2148840"/>
            <a:ext cx="1764792" cy="411480"/>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Multi-signal mapping engine</a:t>
            </a:r>
            <a:endParaRPr lang="en-US" sz="1300" dirty="0"/>
          </a:p>
        </p:txBody>
      </p:sp>
      <p:sp>
        <p:nvSpPr>
          <p:cNvPr id="16" name="Text 14"/>
          <p:cNvSpPr/>
          <p:nvPr/>
        </p:nvSpPr>
        <p:spPr>
          <a:xfrm>
            <a:off x="2656332" y="2606040"/>
            <a:ext cx="1764792" cy="685800"/>
          </a:xfrm>
          <a:prstGeom prst="rect">
            <a:avLst/>
          </a:prstGeom>
          <a:noFill/>
          <a:ln/>
        </p:spPr>
        <p:txBody>
          <a:bodyPr wrap="square" lIns="0" tIns="0" rIns="0" bIns="0" rtlCol="0" anchor="ctr"/>
          <a:lstStyle/>
          <a:p>
            <a:pPr marL="0" indent="0">
              <a:buNone/>
            </a:pPr>
            <a:r>
              <a:rPr lang="en-US" sz="1000" dirty="0">
                <a:solidFill>
                  <a:srgbClr val="1E293B"/>
                </a:solidFill>
              </a:rPr>
              <a:t>Explainable, deterministic-first</a:t>
            </a:r>
            <a:endParaRPr lang="en-US" sz="1000" dirty="0"/>
          </a:p>
        </p:txBody>
      </p:sp>
      <p:sp>
        <p:nvSpPr>
          <p:cNvPr id="17" name="Shape 15"/>
          <p:cNvSpPr/>
          <p:nvPr/>
        </p:nvSpPr>
        <p:spPr>
          <a:xfrm>
            <a:off x="4631436" y="2011680"/>
            <a:ext cx="1993392" cy="1325880"/>
          </a:xfrm>
          <a:prstGeom prst="rect">
            <a:avLst/>
          </a:prstGeom>
          <a:solidFill>
            <a:srgbClr val="FFFFFF"/>
          </a:solidFill>
          <a:ln w="9525">
            <a:solidFill>
              <a:srgbClr val="D8D3C7"/>
            </a:solidFill>
            <a:prstDash val="solid"/>
          </a:ln>
        </p:spPr>
        <p:txBody>
          <a:bodyPr/>
          <a:lstStyle/>
          <a:p>
            <a:endParaRPr lang="en-US"/>
          </a:p>
        </p:txBody>
      </p:sp>
      <p:sp>
        <p:nvSpPr>
          <p:cNvPr id="18" name="Shape 16"/>
          <p:cNvSpPr/>
          <p:nvPr/>
        </p:nvSpPr>
        <p:spPr>
          <a:xfrm>
            <a:off x="4631436" y="2011680"/>
            <a:ext cx="73152" cy="1325880"/>
          </a:xfrm>
          <a:prstGeom prst="rect">
            <a:avLst/>
          </a:prstGeom>
          <a:solidFill>
            <a:srgbClr val="00A896"/>
          </a:solidFill>
          <a:ln w="12700">
            <a:solidFill>
              <a:srgbClr val="00A896"/>
            </a:solidFill>
            <a:prstDash val="solid"/>
          </a:ln>
        </p:spPr>
        <p:txBody>
          <a:bodyPr/>
          <a:lstStyle/>
          <a:p>
            <a:endParaRPr lang="en-US"/>
          </a:p>
        </p:txBody>
      </p:sp>
      <p:sp>
        <p:nvSpPr>
          <p:cNvPr id="19" name="Text 17"/>
          <p:cNvSpPr/>
          <p:nvPr/>
        </p:nvSpPr>
        <p:spPr>
          <a:xfrm>
            <a:off x="4768596" y="2148840"/>
            <a:ext cx="1764792" cy="411480"/>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Canonical-first capability</a:t>
            </a:r>
            <a:endParaRPr lang="en-US" sz="1300" dirty="0"/>
          </a:p>
        </p:txBody>
      </p:sp>
      <p:sp>
        <p:nvSpPr>
          <p:cNvPr id="20" name="Text 18"/>
          <p:cNvSpPr/>
          <p:nvPr/>
        </p:nvSpPr>
        <p:spPr>
          <a:xfrm>
            <a:off x="4768596" y="2606040"/>
            <a:ext cx="1764792" cy="685800"/>
          </a:xfrm>
          <a:prstGeom prst="rect">
            <a:avLst/>
          </a:prstGeom>
          <a:noFill/>
          <a:ln/>
        </p:spPr>
        <p:txBody>
          <a:bodyPr wrap="square" lIns="0" tIns="0" rIns="0" bIns="0" rtlCol="0" anchor="ctr"/>
          <a:lstStyle/>
          <a:p>
            <a:pPr marL="0" indent="0">
              <a:buNone/>
            </a:pPr>
            <a:r>
              <a:rPr lang="en-US" sz="1000" dirty="0">
                <a:solidFill>
                  <a:srgbClr val="1E293B"/>
                </a:solidFill>
              </a:rPr>
              <a:t>Source → concept mapping</a:t>
            </a:r>
            <a:endParaRPr lang="en-US" sz="1000" dirty="0"/>
          </a:p>
        </p:txBody>
      </p:sp>
      <p:sp>
        <p:nvSpPr>
          <p:cNvPr id="21" name="Shape 19"/>
          <p:cNvSpPr/>
          <p:nvPr/>
        </p:nvSpPr>
        <p:spPr>
          <a:xfrm>
            <a:off x="6743700" y="2011680"/>
            <a:ext cx="1993392" cy="1325880"/>
          </a:xfrm>
          <a:prstGeom prst="rect">
            <a:avLst/>
          </a:prstGeom>
          <a:solidFill>
            <a:srgbClr val="FFFFFF"/>
          </a:solidFill>
          <a:ln w="9525">
            <a:solidFill>
              <a:srgbClr val="D8D3C7"/>
            </a:solidFill>
            <a:prstDash val="solid"/>
          </a:ln>
        </p:spPr>
        <p:txBody>
          <a:bodyPr/>
          <a:lstStyle/>
          <a:p>
            <a:endParaRPr lang="en-US"/>
          </a:p>
        </p:txBody>
      </p:sp>
      <p:sp>
        <p:nvSpPr>
          <p:cNvPr id="22" name="Shape 20"/>
          <p:cNvSpPr/>
          <p:nvPr/>
        </p:nvSpPr>
        <p:spPr>
          <a:xfrm>
            <a:off x="6743700" y="2011680"/>
            <a:ext cx="73152" cy="1325880"/>
          </a:xfrm>
          <a:prstGeom prst="rect">
            <a:avLst/>
          </a:prstGeom>
          <a:solidFill>
            <a:srgbClr val="00A896"/>
          </a:solidFill>
          <a:ln w="12700">
            <a:solidFill>
              <a:srgbClr val="00A896"/>
            </a:solidFill>
            <a:prstDash val="solid"/>
          </a:ln>
        </p:spPr>
        <p:txBody>
          <a:bodyPr/>
          <a:lstStyle/>
          <a:p>
            <a:endParaRPr lang="en-US"/>
          </a:p>
        </p:txBody>
      </p:sp>
      <p:sp>
        <p:nvSpPr>
          <p:cNvPr id="23" name="Text 21"/>
          <p:cNvSpPr/>
          <p:nvPr/>
        </p:nvSpPr>
        <p:spPr>
          <a:xfrm>
            <a:off x="6880860" y="2148840"/>
            <a:ext cx="1764792" cy="411480"/>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Bounded LLM usage</a:t>
            </a:r>
            <a:endParaRPr lang="en-US" sz="1300" dirty="0"/>
          </a:p>
        </p:txBody>
      </p:sp>
      <p:sp>
        <p:nvSpPr>
          <p:cNvPr id="24" name="Text 22"/>
          <p:cNvSpPr/>
          <p:nvPr/>
        </p:nvSpPr>
        <p:spPr>
          <a:xfrm>
            <a:off x="6880860" y="2606040"/>
            <a:ext cx="1764792" cy="685800"/>
          </a:xfrm>
          <a:prstGeom prst="rect">
            <a:avLst/>
          </a:prstGeom>
          <a:noFill/>
          <a:ln/>
        </p:spPr>
        <p:txBody>
          <a:bodyPr wrap="square" lIns="0" tIns="0" rIns="0" bIns="0" rtlCol="0" anchor="ctr"/>
          <a:lstStyle/>
          <a:p>
            <a:pPr marL="0" indent="0">
              <a:buNone/>
            </a:pPr>
            <a:r>
              <a:rPr lang="en-US" sz="1000" dirty="0">
                <a:solidFill>
                  <a:srgbClr val="1E293B"/>
                </a:solidFill>
              </a:rPr>
              <a:t>Validation &amp; transformation help</a:t>
            </a:r>
            <a:endParaRPr lang="en-US" sz="1000" dirty="0"/>
          </a:p>
        </p:txBody>
      </p:sp>
      <p:sp>
        <p:nvSpPr>
          <p:cNvPr id="25" name="Shape 23"/>
          <p:cNvSpPr/>
          <p:nvPr/>
        </p:nvSpPr>
        <p:spPr>
          <a:xfrm>
            <a:off x="406908" y="3456432"/>
            <a:ext cx="1993392" cy="1325880"/>
          </a:xfrm>
          <a:prstGeom prst="rect">
            <a:avLst/>
          </a:prstGeom>
          <a:solidFill>
            <a:srgbClr val="FFFFFF"/>
          </a:solidFill>
          <a:ln w="9525">
            <a:solidFill>
              <a:srgbClr val="D8D3C7"/>
            </a:solidFill>
            <a:prstDash val="solid"/>
          </a:ln>
        </p:spPr>
        <p:txBody>
          <a:bodyPr/>
          <a:lstStyle/>
          <a:p>
            <a:endParaRPr lang="en-US"/>
          </a:p>
        </p:txBody>
      </p:sp>
      <p:sp>
        <p:nvSpPr>
          <p:cNvPr id="26" name="Shape 24"/>
          <p:cNvSpPr/>
          <p:nvPr/>
        </p:nvSpPr>
        <p:spPr>
          <a:xfrm>
            <a:off x="406908" y="3456432"/>
            <a:ext cx="73152" cy="1325880"/>
          </a:xfrm>
          <a:prstGeom prst="rect">
            <a:avLst/>
          </a:prstGeom>
          <a:solidFill>
            <a:srgbClr val="00A896"/>
          </a:solidFill>
          <a:ln w="12700">
            <a:solidFill>
              <a:srgbClr val="00A896"/>
            </a:solidFill>
            <a:prstDash val="solid"/>
          </a:ln>
        </p:spPr>
        <p:txBody>
          <a:bodyPr/>
          <a:lstStyle/>
          <a:p>
            <a:endParaRPr lang="en-US"/>
          </a:p>
        </p:txBody>
      </p:sp>
      <p:sp>
        <p:nvSpPr>
          <p:cNvPr id="27" name="Text 25"/>
          <p:cNvSpPr/>
          <p:nvPr/>
        </p:nvSpPr>
        <p:spPr>
          <a:xfrm>
            <a:off x="544068" y="3593592"/>
            <a:ext cx="1764792" cy="411480"/>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Mapping-set governance</a:t>
            </a:r>
            <a:endParaRPr lang="en-US" sz="1300" dirty="0"/>
          </a:p>
        </p:txBody>
      </p:sp>
      <p:sp>
        <p:nvSpPr>
          <p:cNvPr id="28" name="Text 26"/>
          <p:cNvSpPr/>
          <p:nvPr/>
        </p:nvSpPr>
        <p:spPr>
          <a:xfrm>
            <a:off x="544068" y="4050792"/>
            <a:ext cx="1764792" cy="685800"/>
          </a:xfrm>
          <a:prstGeom prst="rect">
            <a:avLst/>
          </a:prstGeom>
          <a:noFill/>
          <a:ln/>
        </p:spPr>
        <p:txBody>
          <a:bodyPr wrap="square" lIns="0" tIns="0" rIns="0" bIns="0" rtlCol="0" anchor="ctr"/>
          <a:lstStyle/>
          <a:p>
            <a:pPr marL="0" indent="0">
              <a:buNone/>
            </a:pPr>
            <a:r>
              <a:rPr lang="en-US" sz="1000" dirty="0">
                <a:solidFill>
                  <a:srgbClr val="1E293B"/>
                </a:solidFill>
              </a:rPr>
              <a:t>Versions, audit, diff, status flow</a:t>
            </a:r>
            <a:endParaRPr lang="en-US" sz="1000" dirty="0"/>
          </a:p>
        </p:txBody>
      </p:sp>
      <p:sp>
        <p:nvSpPr>
          <p:cNvPr id="29" name="Shape 27"/>
          <p:cNvSpPr/>
          <p:nvPr/>
        </p:nvSpPr>
        <p:spPr>
          <a:xfrm>
            <a:off x="2519172" y="3456432"/>
            <a:ext cx="1993392" cy="1325880"/>
          </a:xfrm>
          <a:prstGeom prst="rect">
            <a:avLst/>
          </a:prstGeom>
          <a:solidFill>
            <a:srgbClr val="FFFFFF"/>
          </a:solidFill>
          <a:ln w="9525">
            <a:solidFill>
              <a:srgbClr val="D8D3C7"/>
            </a:solidFill>
            <a:prstDash val="solid"/>
          </a:ln>
        </p:spPr>
        <p:txBody>
          <a:bodyPr/>
          <a:lstStyle/>
          <a:p>
            <a:endParaRPr lang="en-US"/>
          </a:p>
        </p:txBody>
      </p:sp>
      <p:sp>
        <p:nvSpPr>
          <p:cNvPr id="30" name="Shape 28"/>
          <p:cNvSpPr/>
          <p:nvPr/>
        </p:nvSpPr>
        <p:spPr>
          <a:xfrm>
            <a:off x="2519172" y="3456432"/>
            <a:ext cx="73152" cy="1325880"/>
          </a:xfrm>
          <a:prstGeom prst="rect">
            <a:avLst/>
          </a:prstGeom>
          <a:solidFill>
            <a:srgbClr val="00A896"/>
          </a:solidFill>
          <a:ln w="12700">
            <a:solidFill>
              <a:srgbClr val="00A896"/>
            </a:solidFill>
            <a:prstDash val="solid"/>
          </a:ln>
        </p:spPr>
        <p:txBody>
          <a:bodyPr/>
          <a:lstStyle/>
          <a:p>
            <a:endParaRPr lang="en-US"/>
          </a:p>
        </p:txBody>
      </p:sp>
      <p:sp>
        <p:nvSpPr>
          <p:cNvPr id="31" name="Text 29"/>
          <p:cNvSpPr/>
          <p:nvPr/>
        </p:nvSpPr>
        <p:spPr>
          <a:xfrm>
            <a:off x="2656332" y="3593592"/>
            <a:ext cx="1764792" cy="411480"/>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Benchmark &amp; corrections</a:t>
            </a:r>
            <a:endParaRPr lang="en-US" sz="1300" dirty="0"/>
          </a:p>
        </p:txBody>
      </p:sp>
      <p:sp>
        <p:nvSpPr>
          <p:cNvPr id="32" name="Text 30"/>
          <p:cNvSpPr/>
          <p:nvPr/>
        </p:nvSpPr>
        <p:spPr>
          <a:xfrm>
            <a:off x="2656332" y="4050792"/>
            <a:ext cx="1764792" cy="685800"/>
          </a:xfrm>
          <a:prstGeom prst="rect">
            <a:avLst/>
          </a:prstGeom>
          <a:noFill/>
          <a:ln/>
        </p:spPr>
        <p:txBody>
          <a:bodyPr wrap="square" lIns="0" tIns="0" rIns="0" bIns="0" rtlCol="0" anchor="ctr"/>
          <a:lstStyle/>
          <a:p>
            <a:pPr marL="0" indent="0">
              <a:buNone/>
            </a:pPr>
            <a:r>
              <a:rPr lang="en-US" sz="1000" dirty="0">
                <a:solidFill>
                  <a:srgbClr val="1E293B"/>
                </a:solidFill>
              </a:rPr>
              <a:t>Reusable rules, evaluation runs</a:t>
            </a:r>
            <a:endParaRPr lang="en-US" sz="1000" dirty="0"/>
          </a:p>
        </p:txBody>
      </p:sp>
      <p:sp>
        <p:nvSpPr>
          <p:cNvPr id="33" name="Shape 31"/>
          <p:cNvSpPr/>
          <p:nvPr/>
        </p:nvSpPr>
        <p:spPr>
          <a:xfrm>
            <a:off x="4631436" y="3456432"/>
            <a:ext cx="1993392" cy="1325880"/>
          </a:xfrm>
          <a:prstGeom prst="rect">
            <a:avLst/>
          </a:prstGeom>
          <a:solidFill>
            <a:srgbClr val="FFFFFF"/>
          </a:solidFill>
          <a:ln w="9525">
            <a:solidFill>
              <a:srgbClr val="D8D3C7"/>
            </a:solidFill>
            <a:prstDash val="solid"/>
          </a:ln>
        </p:spPr>
        <p:txBody>
          <a:bodyPr/>
          <a:lstStyle/>
          <a:p>
            <a:endParaRPr lang="en-US"/>
          </a:p>
        </p:txBody>
      </p:sp>
      <p:sp>
        <p:nvSpPr>
          <p:cNvPr id="34" name="Shape 32"/>
          <p:cNvSpPr/>
          <p:nvPr/>
        </p:nvSpPr>
        <p:spPr>
          <a:xfrm>
            <a:off x="4631436" y="3456432"/>
            <a:ext cx="73152" cy="1325880"/>
          </a:xfrm>
          <a:prstGeom prst="rect">
            <a:avLst/>
          </a:prstGeom>
          <a:solidFill>
            <a:srgbClr val="F2A65A"/>
          </a:solidFill>
          <a:ln w="12700">
            <a:solidFill>
              <a:srgbClr val="F2A65A"/>
            </a:solidFill>
            <a:prstDash val="solid"/>
          </a:ln>
        </p:spPr>
        <p:txBody>
          <a:bodyPr/>
          <a:lstStyle/>
          <a:p>
            <a:endParaRPr lang="en-US"/>
          </a:p>
        </p:txBody>
      </p:sp>
      <p:sp>
        <p:nvSpPr>
          <p:cNvPr id="35" name="Text 33"/>
          <p:cNvSpPr/>
          <p:nvPr/>
        </p:nvSpPr>
        <p:spPr>
          <a:xfrm>
            <a:off x="4768596" y="3547872"/>
            <a:ext cx="1764792" cy="228600"/>
          </a:xfrm>
          <a:prstGeom prst="rect">
            <a:avLst/>
          </a:prstGeom>
          <a:noFill/>
          <a:ln/>
        </p:spPr>
        <p:txBody>
          <a:bodyPr wrap="square" lIns="0" tIns="0" rIns="0" bIns="0" rtlCol="0" anchor="ctr"/>
          <a:lstStyle/>
          <a:p>
            <a:pPr marL="0" indent="0">
              <a:buNone/>
            </a:pPr>
            <a:r>
              <a:rPr lang="en-US" sz="800" b="1" kern="0" spc="200" dirty="0">
                <a:solidFill>
                  <a:srgbClr val="F2A65A"/>
                </a:solidFill>
              </a:rPr>
              <a:t>NEW</a:t>
            </a:r>
            <a:endParaRPr lang="en-US" sz="800" dirty="0"/>
          </a:p>
        </p:txBody>
      </p:sp>
      <p:sp>
        <p:nvSpPr>
          <p:cNvPr id="36" name="Text 34"/>
          <p:cNvSpPr/>
          <p:nvPr/>
        </p:nvSpPr>
        <p:spPr>
          <a:xfrm>
            <a:off x="4768596" y="3749040"/>
            <a:ext cx="1764792" cy="411480"/>
          </a:xfrm>
          <a:prstGeom prst="rect">
            <a:avLst/>
          </a:prstGeom>
          <a:noFill/>
          <a:ln/>
        </p:spPr>
        <p:txBody>
          <a:bodyPr wrap="square" lIns="0" tIns="0" rIns="0" bIns="0" rtlCol="0" anchor="ctr"/>
          <a:lstStyle/>
          <a:p>
            <a:pPr marL="0" indent="0">
              <a:buNone/>
            </a:pPr>
            <a:r>
              <a:rPr lang="en-US" sz="1300" b="1" dirty="0">
                <a:solidFill>
                  <a:srgbClr val="0F2A47"/>
                </a:solidFill>
                <a:latin typeface="Cambria" pitchFamily="34" charset="0"/>
                <a:ea typeface="Cambria" pitchFamily="34" charset="-122"/>
                <a:cs typeface="Cambria" pitchFamily="34" charset="-120"/>
              </a:rPr>
              <a:t>Mapping Catalog</a:t>
            </a:r>
            <a:endParaRPr lang="en-US" sz="1300" dirty="0"/>
          </a:p>
        </p:txBody>
      </p:sp>
      <p:sp>
        <p:nvSpPr>
          <p:cNvPr id="37" name="Text 35"/>
          <p:cNvSpPr/>
          <p:nvPr/>
        </p:nvSpPr>
        <p:spPr>
          <a:xfrm>
            <a:off x="4768596" y="4169664"/>
            <a:ext cx="1764792" cy="548640"/>
          </a:xfrm>
          <a:prstGeom prst="rect">
            <a:avLst/>
          </a:prstGeom>
          <a:noFill/>
          <a:ln/>
        </p:spPr>
        <p:txBody>
          <a:bodyPr wrap="square" lIns="0" tIns="0" rIns="0" bIns="0" rtlCol="0" anchor="ctr"/>
          <a:lstStyle/>
          <a:p>
            <a:pPr marL="0" indent="0">
              <a:buNone/>
            </a:pPr>
            <a:r>
              <a:rPr lang="en-US" sz="1000" dirty="0">
                <a:solidFill>
                  <a:srgbClr val="1E293B"/>
                </a:solidFill>
              </a:rPr>
              <a:t>Searchable inventory of approved mappings</a:t>
            </a:r>
            <a:endParaRPr lang="en-US" sz="1000" dirty="0"/>
          </a:p>
        </p:txBody>
      </p:sp>
      <p:sp>
        <p:nvSpPr>
          <p:cNvPr id="38" name="Shape 36"/>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39" name="Text 37"/>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40" name="Text 38"/>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dirty="0">
                <a:solidFill>
                  <a:srgbClr val="FFFFFF"/>
                </a:solidFill>
              </a:rPr>
              <a:t>30 / 38</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Where This Can Go Next</a:t>
            </a:r>
            <a:endParaRPr lang="en-US" sz="22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Executive E4 · From mapping knowledge to enterprise-grade integration capability</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361188" y="1417320"/>
            <a:ext cx="2697480" cy="502920"/>
          </a:xfrm>
          <a:prstGeom prst="rect">
            <a:avLst/>
          </a:prstGeom>
          <a:solidFill>
            <a:srgbClr val="028090"/>
          </a:solidFill>
          <a:ln w="12700">
            <a:solidFill>
              <a:srgbClr val="028090"/>
            </a:solidFill>
            <a:prstDash val="solid"/>
          </a:ln>
        </p:spPr>
        <p:txBody>
          <a:bodyPr/>
          <a:lstStyle/>
          <a:p>
            <a:endParaRPr lang="en-US"/>
          </a:p>
        </p:txBody>
      </p:sp>
      <p:sp>
        <p:nvSpPr>
          <p:cNvPr id="8" name="Text 6"/>
          <p:cNvSpPr/>
          <p:nvPr/>
        </p:nvSpPr>
        <p:spPr>
          <a:xfrm>
            <a:off x="361188" y="1417320"/>
            <a:ext cx="2697480" cy="502920"/>
          </a:xfrm>
          <a:prstGeom prst="rect">
            <a:avLst/>
          </a:prstGeom>
          <a:noFill/>
          <a:ln/>
        </p:spPr>
        <p:txBody>
          <a:bodyPr wrap="square" lIns="0" tIns="0" rIns="0" bIns="0" rtlCol="0" anchor="ctr"/>
          <a:lstStyle/>
          <a:p>
            <a:pPr marL="0" indent="0" algn="ctr">
              <a:buNone/>
            </a:pPr>
            <a:r>
              <a:rPr lang="en-US" sz="1600" b="1" kern="0" spc="400" dirty="0">
                <a:solidFill>
                  <a:srgbClr val="FFFFFF"/>
                </a:solidFill>
                <a:latin typeface="Cambria" pitchFamily="34" charset="0"/>
                <a:ea typeface="Cambria" pitchFamily="34" charset="-122"/>
                <a:cs typeface="Cambria" pitchFamily="34" charset="-120"/>
              </a:rPr>
              <a:t>TODAY</a:t>
            </a:r>
            <a:endParaRPr lang="en-US" sz="1600" dirty="0"/>
          </a:p>
        </p:txBody>
      </p:sp>
      <p:sp>
        <p:nvSpPr>
          <p:cNvPr id="9" name="Shape 7"/>
          <p:cNvSpPr/>
          <p:nvPr/>
        </p:nvSpPr>
        <p:spPr>
          <a:xfrm>
            <a:off x="361188" y="1920240"/>
            <a:ext cx="2697480" cy="2651760"/>
          </a:xfrm>
          <a:prstGeom prst="rect">
            <a:avLst/>
          </a:prstGeom>
          <a:solidFill>
            <a:srgbClr val="FFFFFF"/>
          </a:solidFill>
          <a:ln w="9525">
            <a:solidFill>
              <a:srgbClr val="D8D3C7"/>
            </a:solidFill>
            <a:prstDash val="solid"/>
          </a:ln>
        </p:spPr>
        <p:txBody>
          <a:bodyPr/>
          <a:lstStyle/>
          <a:p>
            <a:endParaRPr lang="en-US"/>
          </a:p>
        </p:txBody>
      </p:sp>
      <p:sp>
        <p:nvSpPr>
          <p:cNvPr id="10" name="Text 8"/>
          <p:cNvSpPr/>
          <p:nvPr/>
        </p:nvSpPr>
        <p:spPr>
          <a:xfrm>
            <a:off x="544068" y="2057400"/>
            <a:ext cx="2423160" cy="23774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1E293B"/>
                </a:solidFill>
                <a:latin typeface="Calibri" pitchFamily="34" charset="0"/>
                <a:ea typeface="Calibri" pitchFamily="34" charset="-122"/>
                <a:cs typeface="Calibri" pitchFamily="34" charset="-120"/>
              </a:rPr>
              <a:t>Pilot-grade workbench</a:t>
            </a:r>
            <a:endParaRPr lang="en-US" sz="1200" dirty="0"/>
          </a:p>
          <a:p>
            <a:pPr marL="342900" indent="-342900">
              <a:spcAft>
                <a:spcPts val="300"/>
              </a:spcAft>
              <a:buSzPct val="100000"/>
              <a:buChar char="■"/>
            </a:pPr>
            <a:r>
              <a:rPr lang="en-US" sz="1200" dirty="0">
                <a:solidFill>
                  <a:srgbClr val="1E293B"/>
                </a:solidFill>
                <a:latin typeface="Calibri" pitchFamily="34" charset="0"/>
                <a:ea typeface="Calibri" pitchFamily="34" charset="-122"/>
                <a:cs typeface="Calibri" pitchFamily="34" charset="-120"/>
              </a:rPr>
              <a:t>Canonical-first flow</a:t>
            </a:r>
            <a:endParaRPr lang="en-US" sz="1200" dirty="0"/>
          </a:p>
          <a:p>
            <a:pPr marL="342900" indent="-342900">
              <a:spcAft>
                <a:spcPts val="300"/>
              </a:spcAft>
              <a:buSzPct val="100000"/>
              <a:buChar char="■"/>
            </a:pPr>
            <a:r>
              <a:rPr lang="en-US" sz="1200" dirty="0">
                <a:solidFill>
                  <a:srgbClr val="1E293B"/>
                </a:solidFill>
                <a:latin typeface="Calibri" pitchFamily="34" charset="0"/>
                <a:ea typeface="Calibri" pitchFamily="34" charset="-122"/>
                <a:cs typeface="Calibri" pitchFamily="34" charset="-120"/>
              </a:rPr>
              <a:t>Mapping catalog — searchable, reusable assets</a:t>
            </a:r>
            <a:endParaRPr lang="en-US" sz="1200" dirty="0"/>
          </a:p>
        </p:txBody>
      </p:sp>
      <p:sp>
        <p:nvSpPr>
          <p:cNvPr id="11" name="Shape 9"/>
          <p:cNvSpPr/>
          <p:nvPr/>
        </p:nvSpPr>
        <p:spPr>
          <a:xfrm>
            <a:off x="3223260" y="1417320"/>
            <a:ext cx="2697480" cy="502920"/>
          </a:xfrm>
          <a:prstGeom prst="rect">
            <a:avLst/>
          </a:prstGeom>
          <a:solidFill>
            <a:srgbClr val="0F2A47"/>
          </a:solidFill>
          <a:ln w="12700">
            <a:solidFill>
              <a:srgbClr val="0F2A47"/>
            </a:solidFill>
            <a:prstDash val="solid"/>
          </a:ln>
        </p:spPr>
        <p:txBody>
          <a:bodyPr/>
          <a:lstStyle/>
          <a:p>
            <a:endParaRPr lang="en-US"/>
          </a:p>
        </p:txBody>
      </p:sp>
      <p:sp>
        <p:nvSpPr>
          <p:cNvPr id="12" name="Text 10"/>
          <p:cNvSpPr/>
          <p:nvPr/>
        </p:nvSpPr>
        <p:spPr>
          <a:xfrm>
            <a:off x="3223260" y="1417320"/>
            <a:ext cx="2697480" cy="502920"/>
          </a:xfrm>
          <a:prstGeom prst="rect">
            <a:avLst/>
          </a:prstGeom>
          <a:noFill/>
          <a:ln/>
        </p:spPr>
        <p:txBody>
          <a:bodyPr wrap="square" lIns="0" tIns="0" rIns="0" bIns="0" rtlCol="0" anchor="ctr"/>
          <a:lstStyle/>
          <a:p>
            <a:pPr marL="0" indent="0" algn="ctr">
              <a:buNone/>
            </a:pPr>
            <a:r>
              <a:rPr lang="en-US" sz="1600" b="1" kern="0" spc="400" dirty="0">
                <a:solidFill>
                  <a:srgbClr val="FFFFFF"/>
                </a:solidFill>
                <a:latin typeface="Cambria" pitchFamily="34" charset="0"/>
                <a:ea typeface="Cambria" pitchFamily="34" charset="-122"/>
                <a:cs typeface="Cambria" pitchFamily="34" charset="-120"/>
              </a:rPr>
              <a:t>NEXT</a:t>
            </a:r>
            <a:endParaRPr lang="en-US" sz="1600" dirty="0"/>
          </a:p>
        </p:txBody>
      </p:sp>
      <p:sp>
        <p:nvSpPr>
          <p:cNvPr id="13" name="Shape 11"/>
          <p:cNvSpPr/>
          <p:nvPr/>
        </p:nvSpPr>
        <p:spPr>
          <a:xfrm>
            <a:off x="3223260" y="1920240"/>
            <a:ext cx="2697480" cy="2651760"/>
          </a:xfrm>
          <a:prstGeom prst="rect">
            <a:avLst/>
          </a:prstGeom>
          <a:solidFill>
            <a:srgbClr val="FFFFFF"/>
          </a:solidFill>
          <a:ln w="9525">
            <a:solidFill>
              <a:srgbClr val="D8D3C7"/>
            </a:solidFill>
            <a:prstDash val="solid"/>
          </a:ln>
        </p:spPr>
        <p:txBody>
          <a:bodyPr/>
          <a:lstStyle/>
          <a:p>
            <a:endParaRPr lang="en-US"/>
          </a:p>
        </p:txBody>
      </p:sp>
      <p:sp>
        <p:nvSpPr>
          <p:cNvPr id="14" name="Text 12"/>
          <p:cNvSpPr/>
          <p:nvPr/>
        </p:nvSpPr>
        <p:spPr>
          <a:xfrm>
            <a:off x="3406140" y="2057400"/>
            <a:ext cx="2423160" cy="23774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1E293B"/>
                </a:solidFill>
                <a:latin typeface="Calibri" pitchFamily="34" charset="0"/>
                <a:ea typeface="Calibri" pitchFamily="34" charset="-122"/>
                <a:cs typeface="Calibri" pitchFamily="34" charset="-120"/>
              </a:rPr>
              <a:t>Stronger governance gates for approved assets</a:t>
            </a:r>
            <a:endParaRPr lang="en-US" sz="1200" dirty="0"/>
          </a:p>
          <a:p>
            <a:pPr marL="342900" indent="-342900">
              <a:spcAft>
                <a:spcPts val="300"/>
              </a:spcAft>
              <a:buSzPct val="100000"/>
              <a:buChar char="■"/>
            </a:pPr>
            <a:r>
              <a:rPr lang="en-US" sz="1200" dirty="0">
                <a:solidFill>
                  <a:srgbClr val="1E293B"/>
                </a:solidFill>
                <a:latin typeface="Calibri" pitchFamily="34" charset="0"/>
                <a:ea typeface="Calibri" pitchFamily="34" charset="-122"/>
                <a:cs typeface="Calibri" pitchFamily="34" charset="-120"/>
              </a:rPr>
              <a:t>Cross-program reuse metrics &amp; coverage analytics</a:t>
            </a:r>
            <a:endParaRPr lang="en-US" sz="1200" dirty="0"/>
          </a:p>
          <a:p>
            <a:pPr marL="342900" indent="-342900">
              <a:spcAft>
                <a:spcPts val="300"/>
              </a:spcAft>
              <a:buSzPct val="100000"/>
              <a:buChar char="■"/>
            </a:pPr>
            <a:r>
              <a:rPr lang="en-US" sz="1200" dirty="0">
                <a:solidFill>
                  <a:srgbClr val="1E293B"/>
                </a:solidFill>
                <a:latin typeface="Calibri" pitchFamily="34" charset="0"/>
                <a:ea typeface="Calibri" pitchFamily="34" charset="-122"/>
                <a:cs typeface="Calibri" pitchFamily="34" charset="-120"/>
              </a:rPr>
              <a:t>Concept ownership &amp; glossary stewardship workflows</a:t>
            </a:r>
            <a:endParaRPr lang="en-US" sz="1200" dirty="0"/>
          </a:p>
        </p:txBody>
      </p:sp>
      <p:sp>
        <p:nvSpPr>
          <p:cNvPr id="15" name="Shape 13"/>
          <p:cNvSpPr/>
          <p:nvPr/>
        </p:nvSpPr>
        <p:spPr>
          <a:xfrm>
            <a:off x="6085332" y="1417320"/>
            <a:ext cx="2697480" cy="502920"/>
          </a:xfrm>
          <a:prstGeom prst="rect">
            <a:avLst/>
          </a:prstGeom>
          <a:solidFill>
            <a:srgbClr val="F2A65A"/>
          </a:solidFill>
          <a:ln w="12700">
            <a:solidFill>
              <a:srgbClr val="F2A65A"/>
            </a:solidFill>
            <a:prstDash val="solid"/>
          </a:ln>
        </p:spPr>
        <p:txBody>
          <a:bodyPr/>
          <a:lstStyle/>
          <a:p>
            <a:endParaRPr lang="en-US"/>
          </a:p>
        </p:txBody>
      </p:sp>
      <p:sp>
        <p:nvSpPr>
          <p:cNvPr id="16" name="Text 14"/>
          <p:cNvSpPr/>
          <p:nvPr/>
        </p:nvSpPr>
        <p:spPr>
          <a:xfrm>
            <a:off x="6085332" y="1417320"/>
            <a:ext cx="2697480" cy="502920"/>
          </a:xfrm>
          <a:prstGeom prst="rect">
            <a:avLst/>
          </a:prstGeom>
          <a:noFill/>
          <a:ln/>
        </p:spPr>
        <p:txBody>
          <a:bodyPr wrap="square" lIns="0" tIns="0" rIns="0" bIns="0" rtlCol="0" anchor="ctr"/>
          <a:lstStyle/>
          <a:p>
            <a:pPr marL="0" indent="0" algn="ctr">
              <a:buNone/>
            </a:pPr>
            <a:r>
              <a:rPr lang="en-US" sz="1600" b="1" kern="0" spc="400" dirty="0">
                <a:solidFill>
                  <a:srgbClr val="FFFFFF"/>
                </a:solidFill>
                <a:latin typeface="Cambria" pitchFamily="34" charset="0"/>
                <a:ea typeface="Cambria" pitchFamily="34" charset="-122"/>
                <a:cs typeface="Cambria" pitchFamily="34" charset="-120"/>
              </a:rPr>
              <a:t>STRATEGIC</a:t>
            </a:r>
            <a:endParaRPr lang="en-US" sz="1600" dirty="0"/>
          </a:p>
        </p:txBody>
      </p:sp>
      <p:sp>
        <p:nvSpPr>
          <p:cNvPr id="17" name="Shape 15"/>
          <p:cNvSpPr/>
          <p:nvPr/>
        </p:nvSpPr>
        <p:spPr>
          <a:xfrm>
            <a:off x="6085332" y="1920240"/>
            <a:ext cx="2697480" cy="2651760"/>
          </a:xfrm>
          <a:prstGeom prst="rect">
            <a:avLst/>
          </a:prstGeom>
          <a:solidFill>
            <a:srgbClr val="FFFFFF"/>
          </a:solidFill>
          <a:ln w="9525">
            <a:solidFill>
              <a:srgbClr val="D8D3C7"/>
            </a:solidFill>
            <a:prstDash val="solid"/>
          </a:ln>
        </p:spPr>
        <p:txBody>
          <a:bodyPr/>
          <a:lstStyle/>
          <a:p>
            <a:endParaRPr lang="en-US"/>
          </a:p>
        </p:txBody>
      </p:sp>
      <p:sp>
        <p:nvSpPr>
          <p:cNvPr id="18" name="Text 16"/>
          <p:cNvSpPr/>
          <p:nvPr/>
        </p:nvSpPr>
        <p:spPr>
          <a:xfrm>
            <a:off x="6268212" y="2057400"/>
            <a:ext cx="2423160" cy="23774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1E293B"/>
                </a:solidFill>
                <a:latin typeface="Calibri" pitchFamily="34" charset="0"/>
                <a:ea typeface="Calibri" pitchFamily="34" charset="-122"/>
                <a:cs typeface="Calibri" pitchFamily="34" charset="-120"/>
              </a:rPr>
              <a:t>PMO service-catalog capability</a:t>
            </a:r>
            <a:endParaRPr lang="en-US" sz="1200" dirty="0"/>
          </a:p>
          <a:p>
            <a:pPr marL="342900" indent="-342900">
              <a:spcAft>
                <a:spcPts val="300"/>
              </a:spcAft>
              <a:buSzPct val="100000"/>
              <a:buChar char="■"/>
            </a:pPr>
            <a:r>
              <a:rPr lang="en-US" sz="1200" dirty="0">
                <a:solidFill>
                  <a:srgbClr val="1E293B"/>
                </a:solidFill>
                <a:latin typeface="Calibri" pitchFamily="34" charset="0"/>
                <a:ea typeface="Calibri" pitchFamily="34" charset="-122"/>
                <a:cs typeface="Calibri" pitchFamily="34" charset="-120"/>
              </a:rPr>
              <a:t>EA-grade canonical model evolution loop</a:t>
            </a:r>
            <a:endParaRPr lang="en-US" sz="1200" dirty="0"/>
          </a:p>
          <a:p>
            <a:pPr marL="342900" indent="-342900">
              <a:spcAft>
                <a:spcPts val="300"/>
              </a:spcAft>
              <a:buSzPct val="100000"/>
              <a:buChar char="■"/>
            </a:pPr>
            <a:r>
              <a:rPr lang="en-US" sz="1200" dirty="0">
                <a:solidFill>
                  <a:srgbClr val="1E293B"/>
                </a:solidFill>
                <a:latin typeface="Calibri" pitchFamily="34" charset="0"/>
                <a:ea typeface="Calibri" pitchFamily="34" charset="-122"/>
                <a:cs typeface="Calibri" pitchFamily="34" charset="-120"/>
              </a:rPr>
              <a:t>Integration intelligence across the portfolio</a:t>
            </a:r>
            <a:endParaRPr lang="en-US" sz="1200" dirty="0"/>
          </a:p>
        </p:txBody>
      </p:sp>
      <p:sp>
        <p:nvSpPr>
          <p:cNvPr id="19" name="Shape 17"/>
          <p:cNvSpPr/>
          <p:nvPr/>
        </p:nvSpPr>
        <p:spPr>
          <a:xfrm>
            <a:off x="457200" y="4617720"/>
            <a:ext cx="8229600" cy="0"/>
          </a:xfrm>
          <a:prstGeom prst="line">
            <a:avLst/>
          </a:prstGeom>
          <a:noFill/>
          <a:ln w="25400">
            <a:solidFill>
              <a:srgbClr val="00A896"/>
            </a:solidFill>
            <a:prstDash val="solid"/>
            <a:tailEnd type="triangle"/>
          </a:ln>
        </p:spPr>
        <p:txBody>
          <a:bodyPr/>
          <a:lstStyle/>
          <a:p>
            <a:endParaRPr lang="en-US"/>
          </a:p>
        </p:txBody>
      </p:sp>
      <p:sp>
        <p:nvSpPr>
          <p:cNvPr id="20" name="Shape 18"/>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21" name="Text 19"/>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22" name="Text 20"/>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dirty="0">
                <a:solidFill>
                  <a:srgbClr val="FFFFFF"/>
                </a:solidFill>
              </a:rPr>
              <a:t>31 / 38</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Executive Summary at a Glance</a:t>
            </a:r>
            <a:endParaRPr lang="en-US" sz="2400" dirty="0"/>
          </a:p>
        </p:txBody>
      </p:sp>
      <p:sp>
        <p:nvSpPr>
          <p:cNvPr id="5" name="Text 3"/>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6" name="Text 4"/>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rPr>
              <a:t>Leaner ending — E1 to E4 distilled into one slide</a:t>
            </a:r>
            <a:endParaRPr lang="en-US" sz="1100" dirty="0"/>
          </a:p>
        </p:txBody>
      </p:sp>
      <p:sp>
        <p:nvSpPr>
          <p:cNvPr id="7" name="Shape 5"/>
          <p:cNvSpPr/>
          <p:nvPr/>
        </p:nvSpPr>
        <p:spPr>
          <a:xfrm>
            <a:off x="457200" y="1325880"/>
            <a:ext cx="8229600" cy="502920"/>
          </a:xfrm>
          <a:prstGeom prst="rect">
            <a:avLst/>
          </a:prstGeom>
          <a:solidFill>
            <a:srgbClr val="0F2A47"/>
          </a:solidFill>
          <a:ln w="12700">
            <a:solidFill>
              <a:srgbClr val="0F2A47"/>
            </a:solidFill>
            <a:prstDash val="solid"/>
          </a:ln>
        </p:spPr>
        <p:txBody>
          <a:bodyPr/>
          <a:lstStyle/>
          <a:p>
            <a:endParaRPr lang="en-US"/>
          </a:p>
        </p:txBody>
      </p:sp>
      <p:sp>
        <p:nvSpPr>
          <p:cNvPr id="8" name="Shape 6"/>
          <p:cNvSpPr/>
          <p:nvPr/>
        </p:nvSpPr>
        <p:spPr>
          <a:xfrm>
            <a:off x="457200" y="1325880"/>
            <a:ext cx="73152" cy="502920"/>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640080" y="1325880"/>
            <a:ext cx="7955280" cy="502920"/>
          </a:xfrm>
          <a:prstGeom prst="rect">
            <a:avLst/>
          </a:prstGeom>
          <a:noFill/>
          <a:ln/>
        </p:spPr>
        <p:txBody>
          <a:bodyPr wrap="square" lIns="0" tIns="0" rIns="0" bIns="0" rtlCol="0" anchor="ctr"/>
          <a:lstStyle/>
          <a:p>
            <a:pPr marL="0" indent="0">
              <a:buNone/>
            </a:pPr>
            <a:r>
              <a:rPr lang="en-US" sz="1300" b="1" i="1" dirty="0">
                <a:solidFill>
                  <a:srgbClr val="FFFFFF"/>
                </a:solidFill>
              </a:rPr>
              <a:t>A controlled semantic mapping capability — explainable today, governed tomorrow, reusable at enterprise scale.</a:t>
            </a:r>
            <a:endParaRPr lang="en-US" sz="1300" dirty="0"/>
          </a:p>
        </p:txBody>
      </p:sp>
      <p:sp>
        <p:nvSpPr>
          <p:cNvPr id="10" name="Shape 8"/>
          <p:cNvSpPr/>
          <p:nvPr/>
        </p:nvSpPr>
        <p:spPr>
          <a:xfrm>
            <a:off x="493776" y="1920240"/>
            <a:ext cx="4023360" cy="1234440"/>
          </a:xfrm>
          <a:prstGeom prst="rect">
            <a:avLst/>
          </a:prstGeom>
          <a:solidFill>
            <a:srgbClr val="FFFFFF"/>
          </a:solidFill>
          <a:ln w="9525">
            <a:solidFill>
              <a:srgbClr val="D8D3C7"/>
            </a:solidFill>
            <a:prstDash val="solid"/>
          </a:ln>
        </p:spPr>
        <p:txBody>
          <a:bodyPr/>
          <a:lstStyle/>
          <a:p>
            <a:endParaRPr lang="en-US"/>
          </a:p>
        </p:txBody>
      </p:sp>
      <p:sp>
        <p:nvSpPr>
          <p:cNvPr id="11" name="Shape 9"/>
          <p:cNvSpPr/>
          <p:nvPr/>
        </p:nvSpPr>
        <p:spPr>
          <a:xfrm>
            <a:off x="493776" y="1920240"/>
            <a:ext cx="73152" cy="1234440"/>
          </a:xfrm>
          <a:prstGeom prst="rect">
            <a:avLst/>
          </a:prstGeom>
          <a:solidFill>
            <a:srgbClr val="00A896"/>
          </a:solidFill>
          <a:ln w="12700">
            <a:solidFill>
              <a:srgbClr val="00A896"/>
            </a:solidFill>
            <a:prstDash val="solid"/>
          </a:ln>
        </p:spPr>
        <p:txBody>
          <a:bodyPr/>
          <a:lstStyle/>
          <a:p>
            <a:endParaRPr lang="en-US"/>
          </a:p>
        </p:txBody>
      </p:sp>
      <p:sp>
        <p:nvSpPr>
          <p:cNvPr id="12" name="Text 10"/>
          <p:cNvSpPr/>
          <p:nvPr/>
        </p:nvSpPr>
        <p:spPr>
          <a:xfrm>
            <a:off x="676656" y="2011680"/>
            <a:ext cx="3749040" cy="228600"/>
          </a:xfrm>
          <a:prstGeom prst="rect">
            <a:avLst/>
          </a:prstGeom>
          <a:noFill/>
          <a:ln/>
        </p:spPr>
        <p:txBody>
          <a:bodyPr wrap="square" lIns="0" tIns="0" rIns="0" bIns="0" rtlCol="0" anchor="ctr"/>
          <a:lstStyle/>
          <a:p>
            <a:pPr marL="0" indent="0">
              <a:buNone/>
            </a:pPr>
            <a:r>
              <a:rPr lang="en-US" sz="900" b="1" kern="0" spc="300" dirty="0">
                <a:solidFill>
                  <a:srgbClr val="00A896"/>
                </a:solidFill>
              </a:rPr>
              <a:t>E1 · WHAT IT IS</a:t>
            </a:r>
            <a:endParaRPr lang="en-US" sz="900" dirty="0"/>
          </a:p>
        </p:txBody>
      </p:sp>
      <p:sp>
        <p:nvSpPr>
          <p:cNvPr id="13" name="Text 11"/>
          <p:cNvSpPr/>
          <p:nvPr/>
        </p:nvSpPr>
        <p:spPr>
          <a:xfrm>
            <a:off x="676656" y="2240280"/>
            <a:ext cx="3749040" cy="32004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Understand · Align · Review · Reuse</a:t>
            </a:r>
            <a:endParaRPr lang="en-US" sz="1400" dirty="0"/>
          </a:p>
        </p:txBody>
      </p:sp>
      <p:sp>
        <p:nvSpPr>
          <p:cNvPr id="14" name="Text 12"/>
          <p:cNvSpPr/>
          <p:nvPr/>
        </p:nvSpPr>
        <p:spPr>
          <a:xfrm>
            <a:off x="676656" y="2606040"/>
            <a:ext cx="3749040" cy="45720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Explainable semantic mapping workbench</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Deterministic-first, bounded AI</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Schemas, canonical concepts, governed reuse</a:t>
            </a:r>
            <a:endParaRPr lang="en-US" sz="1100" dirty="0"/>
          </a:p>
        </p:txBody>
      </p:sp>
      <p:sp>
        <p:nvSpPr>
          <p:cNvPr id="15" name="Shape 13"/>
          <p:cNvSpPr/>
          <p:nvPr/>
        </p:nvSpPr>
        <p:spPr>
          <a:xfrm>
            <a:off x="4626864" y="1920240"/>
            <a:ext cx="4023360" cy="1234440"/>
          </a:xfrm>
          <a:prstGeom prst="rect">
            <a:avLst/>
          </a:prstGeom>
          <a:solidFill>
            <a:srgbClr val="FFFFFF"/>
          </a:solidFill>
          <a:ln w="9525">
            <a:solidFill>
              <a:srgbClr val="D8D3C7"/>
            </a:solidFill>
            <a:prstDash val="solid"/>
          </a:ln>
        </p:spPr>
        <p:txBody>
          <a:bodyPr/>
          <a:lstStyle/>
          <a:p>
            <a:endParaRPr lang="en-US"/>
          </a:p>
        </p:txBody>
      </p:sp>
      <p:sp>
        <p:nvSpPr>
          <p:cNvPr id="16" name="Shape 14"/>
          <p:cNvSpPr/>
          <p:nvPr/>
        </p:nvSpPr>
        <p:spPr>
          <a:xfrm>
            <a:off x="4626864" y="1920240"/>
            <a:ext cx="73152" cy="1234440"/>
          </a:xfrm>
          <a:prstGeom prst="rect">
            <a:avLst/>
          </a:prstGeom>
          <a:solidFill>
            <a:srgbClr val="0F2A47"/>
          </a:solidFill>
          <a:ln w="12700">
            <a:solidFill>
              <a:srgbClr val="0F2A47"/>
            </a:solidFill>
            <a:prstDash val="solid"/>
          </a:ln>
        </p:spPr>
        <p:txBody>
          <a:bodyPr/>
          <a:lstStyle/>
          <a:p>
            <a:endParaRPr lang="en-US"/>
          </a:p>
        </p:txBody>
      </p:sp>
      <p:sp>
        <p:nvSpPr>
          <p:cNvPr id="17" name="Text 15"/>
          <p:cNvSpPr/>
          <p:nvPr/>
        </p:nvSpPr>
        <p:spPr>
          <a:xfrm>
            <a:off x="4809744" y="2011680"/>
            <a:ext cx="3749040" cy="228600"/>
          </a:xfrm>
          <a:prstGeom prst="rect">
            <a:avLst/>
          </a:prstGeom>
          <a:noFill/>
          <a:ln/>
        </p:spPr>
        <p:txBody>
          <a:bodyPr wrap="square" lIns="0" tIns="0" rIns="0" bIns="0" rtlCol="0" anchor="ctr"/>
          <a:lstStyle/>
          <a:p>
            <a:pPr marL="0" indent="0">
              <a:buNone/>
            </a:pPr>
            <a:r>
              <a:rPr lang="en-US" sz="900" b="1" kern="0" spc="300" dirty="0">
                <a:solidFill>
                  <a:srgbClr val="0F2A47"/>
                </a:solidFill>
              </a:rPr>
              <a:t>E2 · WHY IT MATTERS</a:t>
            </a:r>
            <a:endParaRPr lang="en-US" sz="900" dirty="0"/>
          </a:p>
        </p:txBody>
      </p:sp>
      <p:sp>
        <p:nvSpPr>
          <p:cNvPr id="18" name="Text 16"/>
          <p:cNvSpPr/>
          <p:nvPr/>
        </p:nvSpPr>
        <p:spPr>
          <a:xfrm>
            <a:off x="4809744" y="2240280"/>
            <a:ext cx="3749040" cy="32004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Memory, not only mapping</a:t>
            </a:r>
            <a:endParaRPr lang="en-US" sz="1400" dirty="0"/>
          </a:p>
        </p:txBody>
      </p:sp>
      <p:sp>
        <p:nvSpPr>
          <p:cNvPr id="19" name="Text 17"/>
          <p:cNvSpPr/>
          <p:nvPr/>
        </p:nvSpPr>
        <p:spPr>
          <a:xfrm>
            <a:off x="4809744" y="2606040"/>
            <a:ext cx="3749040" cy="45720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Reduces manual mapping effort</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Improves trust &amp; explainability</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Standardization · reuse · PMO/EA visibility</a:t>
            </a:r>
            <a:endParaRPr lang="en-US" sz="1100" dirty="0"/>
          </a:p>
        </p:txBody>
      </p:sp>
      <p:sp>
        <p:nvSpPr>
          <p:cNvPr id="20" name="Shape 18"/>
          <p:cNvSpPr/>
          <p:nvPr/>
        </p:nvSpPr>
        <p:spPr>
          <a:xfrm>
            <a:off x="493776" y="3264408"/>
            <a:ext cx="4023360" cy="1234440"/>
          </a:xfrm>
          <a:prstGeom prst="rect">
            <a:avLst/>
          </a:prstGeom>
          <a:solidFill>
            <a:srgbClr val="FFFFFF"/>
          </a:solidFill>
          <a:ln w="9525">
            <a:solidFill>
              <a:srgbClr val="D8D3C7"/>
            </a:solidFill>
            <a:prstDash val="solid"/>
          </a:ln>
        </p:spPr>
        <p:txBody>
          <a:bodyPr/>
          <a:lstStyle/>
          <a:p>
            <a:endParaRPr lang="en-US"/>
          </a:p>
        </p:txBody>
      </p:sp>
      <p:sp>
        <p:nvSpPr>
          <p:cNvPr id="21" name="Shape 19"/>
          <p:cNvSpPr/>
          <p:nvPr/>
        </p:nvSpPr>
        <p:spPr>
          <a:xfrm>
            <a:off x="493776" y="3264408"/>
            <a:ext cx="73152" cy="1234440"/>
          </a:xfrm>
          <a:prstGeom prst="rect">
            <a:avLst/>
          </a:prstGeom>
          <a:solidFill>
            <a:srgbClr val="028090"/>
          </a:solidFill>
          <a:ln w="12700">
            <a:solidFill>
              <a:srgbClr val="028090"/>
            </a:solidFill>
            <a:prstDash val="solid"/>
          </a:ln>
        </p:spPr>
        <p:txBody>
          <a:bodyPr/>
          <a:lstStyle/>
          <a:p>
            <a:endParaRPr lang="en-US"/>
          </a:p>
        </p:txBody>
      </p:sp>
      <p:sp>
        <p:nvSpPr>
          <p:cNvPr id="22" name="Text 20"/>
          <p:cNvSpPr/>
          <p:nvPr/>
        </p:nvSpPr>
        <p:spPr>
          <a:xfrm>
            <a:off x="676656" y="3355848"/>
            <a:ext cx="3749040" cy="228600"/>
          </a:xfrm>
          <a:prstGeom prst="rect">
            <a:avLst/>
          </a:prstGeom>
          <a:noFill/>
          <a:ln/>
        </p:spPr>
        <p:txBody>
          <a:bodyPr wrap="square" lIns="0" tIns="0" rIns="0" bIns="0" rtlCol="0" anchor="ctr"/>
          <a:lstStyle/>
          <a:p>
            <a:pPr marL="0" indent="0">
              <a:buNone/>
            </a:pPr>
            <a:r>
              <a:rPr lang="en-US" sz="900" b="1" kern="0" spc="300" dirty="0">
                <a:solidFill>
                  <a:srgbClr val="028090"/>
                </a:solidFill>
              </a:rPr>
              <a:t>E3 · WHAT EXISTS TODAY</a:t>
            </a:r>
            <a:endParaRPr lang="en-US" sz="900" dirty="0"/>
          </a:p>
        </p:txBody>
      </p:sp>
      <p:sp>
        <p:nvSpPr>
          <p:cNvPr id="23" name="Text 21"/>
          <p:cNvSpPr/>
          <p:nvPr/>
        </p:nvSpPr>
        <p:spPr>
          <a:xfrm>
            <a:off x="676656" y="3584448"/>
            <a:ext cx="3749040" cy="32004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Pilot-grade, with reusable memory</a:t>
            </a:r>
            <a:endParaRPr lang="en-US" sz="1400" dirty="0"/>
          </a:p>
        </p:txBody>
      </p:sp>
      <p:sp>
        <p:nvSpPr>
          <p:cNvPr id="24" name="Text 22"/>
          <p:cNvSpPr/>
          <p:nvPr/>
        </p:nvSpPr>
        <p:spPr>
          <a:xfrm>
            <a:off x="676656" y="3950208"/>
            <a:ext cx="3749040" cy="45720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Multi-format ingestion · multi-signal engine</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Canonical-first capability · bounded LLM</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Mapping-set governance + delivered catalog</a:t>
            </a:r>
            <a:endParaRPr lang="en-US" sz="1100" dirty="0"/>
          </a:p>
        </p:txBody>
      </p:sp>
      <p:sp>
        <p:nvSpPr>
          <p:cNvPr id="25" name="Shape 23"/>
          <p:cNvSpPr/>
          <p:nvPr/>
        </p:nvSpPr>
        <p:spPr>
          <a:xfrm>
            <a:off x="4626864" y="3264408"/>
            <a:ext cx="4023360" cy="1234440"/>
          </a:xfrm>
          <a:prstGeom prst="rect">
            <a:avLst/>
          </a:prstGeom>
          <a:solidFill>
            <a:srgbClr val="FFFFFF"/>
          </a:solidFill>
          <a:ln w="9525">
            <a:solidFill>
              <a:srgbClr val="D8D3C7"/>
            </a:solidFill>
            <a:prstDash val="solid"/>
          </a:ln>
        </p:spPr>
        <p:txBody>
          <a:bodyPr/>
          <a:lstStyle/>
          <a:p>
            <a:endParaRPr lang="en-US"/>
          </a:p>
        </p:txBody>
      </p:sp>
      <p:sp>
        <p:nvSpPr>
          <p:cNvPr id="26" name="Shape 24"/>
          <p:cNvSpPr/>
          <p:nvPr/>
        </p:nvSpPr>
        <p:spPr>
          <a:xfrm>
            <a:off x="4626864" y="3264408"/>
            <a:ext cx="73152" cy="1234440"/>
          </a:xfrm>
          <a:prstGeom prst="rect">
            <a:avLst/>
          </a:prstGeom>
          <a:solidFill>
            <a:srgbClr val="F2A65A"/>
          </a:solidFill>
          <a:ln w="12700">
            <a:solidFill>
              <a:srgbClr val="F2A65A"/>
            </a:solidFill>
            <a:prstDash val="solid"/>
          </a:ln>
        </p:spPr>
        <p:txBody>
          <a:bodyPr/>
          <a:lstStyle/>
          <a:p>
            <a:endParaRPr lang="en-US"/>
          </a:p>
        </p:txBody>
      </p:sp>
      <p:sp>
        <p:nvSpPr>
          <p:cNvPr id="27" name="Text 25"/>
          <p:cNvSpPr/>
          <p:nvPr/>
        </p:nvSpPr>
        <p:spPr>
          <a:xfrm>
            <a:off x="4809744" y="3355848"/>
            <a:ext cx="3749040" cy="228600"/>
          </a:xfrm>
          <a:prstGeom prst="rect">
            <a:avLst/>
          </a:prstGeom>
          <a:noFill/>
          <a:ln/>
        </p:spPr>
        <p:txBody>
          <a:bodyPr wrap="square" lIns="0" tIns="0" rIns="0" bIns="0" rtlCol="0" anchor="ctr"/>
          <a:lstStyle/>
          <a:p>
            <a:pPr marL="0" indent="0">
              <a:buNone/>
            </a:pPr>
            <a:r>
              <a:rPr lang="en-US" sz="900" b="1" kern="0" spc="300" dirty="0">
                <a:solidFill>
                  <a:srgbClr val="F2A65A"/>
                </a:solidFill>
              </a:rPr>
              <a:t>E4 · WHERE IT GOES</a:t>
            </a:r>
            <a:endParaRPr lang="en-US" sz="900" dirty="0"/>
          </a:p>
        </p:txBody>
      </p:sp>
      <p:sp>
        <p:nvSpPr>
          <p:cNvPr id="28" name="Text 26"/>
          <p:cNvSpPr/>
          <p:nvPr/>
        </p:nvSpPr>
        <p:spPr>
          <a:xfrm>
            <a:off x="4809744" y="3584448"/>
            <a:ext cx="3749040" cy="32004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From workbench to enterprise capability</a:t>
            </a:r>
            <a:endParaRPr lang="en-US" sz="1400" dirty="0"/>
          </a:p>
        </p:txBody>
      </p:sp>
      <p:sp>
        <p:nvSpPr>
          <p:cNvPr id="29" name="Text 27"/>
          <p:cNvSpPr/>
          <p:nvPr/>
        </p:nvSpPr>
        <p:spPr>
          <a:xfrm>
            <a:off x="4809744" y="3950208"/>
            <a:ext cx="3749040" cy="45720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Stronger governance gates for approved assets</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Cross-program reuse metrics &amp; coverage analytics</a:t>
            </a:r>
            <a:endParaRPr lang="en-US" sz="1100" dirty="0"/>
          </a:p>
          <a:p>
            <a:pPr marL="342900" indent="-342900">
              <a:spcAft>
                <a:spcPts val="200"/>
              </a:spcAft>
              <a:buSzPct val="100000"/>
              <a:buChar char="■"/>
            </a:pPr>
            <a:r>
              <a:rPr lang="en-US" sz="1100" dirty="0">
                <a:solidFill>
                  <a:srgbClr val="1E293B"/>
                </a:solidFill>
                <a:latin typeface="Calibri" pitchFamily="34" charset="0"/>
                <a:ea typeface="Calibri" pitchFamily="34" charset="-122"/>
                <a:cs typeface="Calibri" pitchFamily="34" charset="-120"/>
              </a:rPr>
              <a:t>PMO service-catalog · EA canonical evolution</a:t>
            </a:r>
            <a:endParaRPr lang="en-US" sz="1100" dirty="0"/>
          </a:p>
        </p:txBody>
      </p:sp>
      <p:sp>
        <p:nvSpPr>
          <p:cNvPr id="30" name="Shape 28"/>
          <p:cNvSpPr/>
          <p:nvPr/>
        </p:nvSpPr>
        <p:spPr>
          <a:xfrm>
            <a:off x="457200" y="4572000"/>
            <a:ext cx="8229600" cy="320040"/>
          </a:xfrm>
          <a:prstGeom prst="rect">
            <a:avLst/>
          </a:prstGeom>
          <a:solidFill>
            <a:srgbClr val="081A2E"/>
          </a:solidFill>
          <a:ln w="12700">
            <a:solidFill>
              <a:srgbClr val="081A2E"/>
            </a:solidFill>
            <a:prstDash val="solid"/>
          </a:ln>
        </p:spPr>
        <p:txBody>
          <a:bodyPr/>
          <a:lstStyle/>
          <a:p>
            <a:endParaRPr lang="en-US"/>
          </a:p>
        </p:txBody>
      </p:sp>
      <p:sp>
        <p:nvSpPr>
          <p:cNvPr id="31" name="Text 29"/>
          <p:cNvSpPr/>
          <p:nvPr/>
        </p:nvSpPr>
        <p:spPr>
          <a:xfrm>
            <a:off x="457200" y="4572000"/>
            <a:ext cx="8229600" cy="320040"/>
          </a:xfrm>
          <a:prstGeom prst="rect">
            <a:avLst/>
          </a:prstGeom>
          <a:noFill/>
          <a:ln/>
        </p:spPr>
        <p:txBody>
          <a:bodyPr wrap="square" lIns="0" tIns="0" rIns="0" bIns="0" rtlCol="0" anchor="ctr"/>
          <a:lstStyle/>
          <a:p>
            <a:pPr marL="0" indent="0" algn="ctr">
              <a:buNone/>
            </a:pPr>
            <a:r>
              <a:rPr lang="en-US" sz="1300" b="1" kern="0" spc="600" dirty="0">
                <a:solidFill>
                  <a:srgbClr val="00A896"/>
                </a:solidFill>
                <a:latin typeface="Cambria" pitchFamily="34" charset="0"/>
                <a:ea typeface="Cambria" pitchFamily="34" charset="-122"/>
                <a:cs typeface="Cambria" pitchFamily="34" charset="-120"/>
              </a:rPr>
              <a:t>Standardize  ·  Govern  ·  Reuse</a:t>
            </a:r>
            <a:endParaRPr lang="en-US" sz="1300" dirty="0"/>
          </a:p>
        </p:txBody>
      </p:sp>
      <p:sp>
        <p:nvSpPr>
          <p:cNvPr id="32" name="Shape 30"/>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33" name="Text 31"/>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34" name="Text 32"/>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32 </a:t>
            </a:r>
            <a:r>
              <a:rPr lang="en-US" sz="900" dirty="0">
                <a:solidFill>
                  <a:srgbClr val="FFFFFF"/>
                </a:solidFill>
              </a:rPr>
              <a:t>/ </a:t>
            </a:r>
            <a:r>
              <a:rPr lang="en-US" sz="900">
                <a:solidFill>
                  <a:srgbClr val="FFFFFF"/>
                </a:solidFill>
              </a:rPr>
              <a:t>38</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7">
    <p:bg>
      <p:bgPr>
        <a:solidFill>
          <a:srgbClr val="081A2E"/>
        </a:solidFill>
        <a:effectLst/>
      </p:bgPr>
    </p:bg>
    <p:spTree>
      <p:nvGrpSpPr>
        <p:cNvPr id="1" name=""/>
        <p:cNvGrpSpPr/>
        <p:nvPr/>
      </p:nvGrpSpPr>
      <p:grpSpPr>
        <a:xfrm>
          <a:off x="0" y="0"/>
          <a:ext cx="0" cy="0"/>
          <a:chOff x="0" y="0"/>
          <a:chExt cx="0" cy="0"/>
        </a:xfrm>
      </p:grpSpPr>
      <p:sp>
        <p:nvSpPr>
          <p:cNvPr id="2" name="Shape 0"/>
          <p:cNvSpPr/>
          <p:nvPr/>
        </p:nvSpPr>
        <p:spPr>
          <a:xfrm>
            <a:off x="5943600" y="457200"/>
            <a:ext cx="0" cy="4206240"/>
          </a:xfrm>
          <a:prstGeom prst="line">
            <a:avLst/>
          </a:prstGeom>
          <a:noFill/>
          <a:ln w="6350">
            <a:solidFill>
              <a:srgbClr val="00A896">
                <a:alpha val="30000"/>
              </a:srgbClr>
            </a:solidFill>
            <a:prstDash val="solid"/>
          </a:ln>
        </p:spPr>
        <p:txBody>
          <a:bodyPr/>
          <a:lstStyle/>
          <a:p>
            <a:endParaRPr lang="en-US"/>
          </a:p>
        </p:txBody>
      </p:sp>
      <p:sp>
        <p:nvSpPr>
          <p:cNvPr id="3" name="Shape 1"/>
          <p:cNvSpPr>
            <a:spLocks/>
          </p:cNvSpPr>
          <p:nvPr/>
        </p:nvSpPr>
        <p:spPr>
          <a:xfrm>
            <a:off x="6080760" y="457200"/>
            <a:ext cx="0" cy="4206240"/>
          </a:xfrm>
          <a:prstGeom prst="line">
            <a:avLst/>
          </a:prstGeom>
          <a:noFill/>
          <a:ln w="6350">
            <a:solidFill>
              <a:srgbClr val="00A896">
                <a:alpha val="38000"/>
              </a:srgbClr>
            </a:solidFill>
            <a:prstDash val="solid"/>
          </a:ln>
        </p:spPr>
        <p:txBody>
          <a:bodyPr/>
          <a:lstStyle/>
          <a:p>
            <a:endParaRPr lang="en-US"/>
          </a:p>
        </p:txBody>
      </p:sp>
      <p:sp>
        <p:nvSpPr>
          <p:cNvPr id="4" name="Shape 2"/>
          <p:cNvSpPr>
            <a:spLocks/>
          </p:cNvSpPr>
          <p:nvPr/>
        </p:nvSpPr>
        <p:spPr>
          <a:xfrm>
            <a:off x="6217920" y="457200"/>
            <a:ext cx="0" cy="4206240"/>
          </a:xfrm>
          <a:prstGeom prst="line">
            <a:avLst/>
          </a:prstGeom>
          <a:noFill/>
          <a:ln w="6350">
            <a:solidFill>
              <a:srgbClr val="00A896">
                <a:alpha val="46000"/>
              </a:srgbClr>
            </a:solidFill>
            <a:prstDash val="solid"/>
          </a:ln>
        </p:spPr>
        <p:txBody>
          <a:bodyPr/>
          <a:lstStyle/>
          <a:p>
            <a:endParaRPr lang="en-US"/>
          </a:p>
        </p:txBody>
      </p:sp>
      <p:sp>
        <p:nvSpPr>
          <p:cNvPr id="5" name="Shape 3"/>
          <p:cNvSpPr>
            <a:spLocks/>
          </p:cNvSpPr>
          <p:nvPr/>
        </p:nvSpPr>
        <p:spPr>
          <a:xfrm>
            <a:off x="6355080" y="457200"/>
            <a:ext cx="0" cy="4206240"/>
          </a:xfrm>
          <a:prstGeom prst="line">
            <a:avLst/>
          </a:prstGeom>
          <a:noFill/>
          <a:ln w="6350">
            <a:solidFill>
              <a:srgbClr val="00A896">
                <a:alpha val="54000"/>
              </a:srgbClr>
            </a:solidFill>
            <a:prstDash val="solid"/>
          </a:ln>
        </p:spPr>
        <p:txBody>
          <a:bodyPr/>
          <a:lstStyle/>
          <a:p>
            <a:endParaRPr lang="en-US"/>
          </a:p>
        </p:txBody>
      </p:sp>
      <p:sp>
        <p:nvSpPr>
          <p:cNvPr id="6" name="Shape 4"/>
          <p:cNvSpPr>
            <a:spLocks/>
          </p:cNvSpPr>
          <p:nvPr/>
        </p:nvSpPr>
        <p:spPr>
          <a:xfrm>
            <a:off x="6492240" y="457200"/>
            <a:ext cx="0" cy="4206240"/>
          </a:xfrm>
          <a:prstGeom prst="line">
            <a:avLst/>
          </a:prstGeom>
          <a:noFill/>
          <a:ln w="6350">
            <a:solidFill>
              <a:srgbClr val="00A896">
                <a:alpha val="62000"/>
              </a:srgbClr>
            </a:solidFill>
            <a:prstDash val="solid"/>
          </a:ln>
        </p:spPr>
        <p:txBody>
          <a:bodyPr/>
          <a:lstStyle/>
          <a:p>
            <a:endParaRPr lang="en-US"/>
          </a:p>
        </p:txBody>
      </p:sp>
      <p:sp>
        <p:nvSpPr>
          <p:cNvPr id="7" name="Shape 5"/>
          <p:cNvSpPr/>
          <p:nvPr/>
        </p:nvSpPr>
        <p:spPr>
          <a:xfrm>
            <a:off x="6629400" y="457200"/>
            <a:ext cx="0" cy="4206240"/>
          </a:xfrm>
          <a:prstGeom prst="line">
            <a:avLst/>
          </a:prstGeom>
          <a:noFill/>
          <a:ln w="6350">
            <a:solidFill>
              <a:srgbClr val="00A896">
                <a:alpha val="70000"/>
              </a:srgbClr>
            </a:solidFill>
            <a:prstDash val="solid"/>
          </a:ln>
        </p:spPr>
        <p:txBody>
          <a:bodyPr/>
          <a:lstStyle/>
          <a:p>
            <a:endParaRPr lang="en-US"/>
          </a:p>
        </p:txBody>
      </p:sp>
      <p:sp>
        <p:nvSpPr>
          <p:cNvPr id="8" name="Text 6"/>
          <p:cNvSpPr/>
          <p:nvPr/>
        </p:nvSpPr>
        <p:spPr>
          <a:xfrm>
            <a:off x="548640" y="822960"/>
            <a:ext cx="8229600" cy="365760"/>
          </a:xfrm>
          <a:prstGeom prst="rect">
            <a:avLst/>
          </a:prstGeom>
          <a:noFill/>
          <a:ln/>
        </p:spPr>
        <p:txBody>
          <a:bodyPr wrap="square" lIns="0" tIns="0" rIns="0" bIns="0" rtlCol="0" anchor="ctr"/>
          <a:lstStyle/>
          <a:p>
            <a:pPr marL="0" indent="0">
              <a:buNone/>
            </a:pPr>
            <a:r>
              <a:rPr lang="en-US" sz="1100" b="1" kern="0" spc="800" dirty="0">
                <a:solidFill>
                  <a:srgbClr val="00A896"/>
                </a:solidFill>
              </a:rPr>
              <a:t>PART TWO  ·  PMO + EA PROPOSAL</a:t>
            </a:r>
            <a:endParaRPr lang="en-US" sz="1100" dirty="0"/>
          </a:p>
        </p:txBody>
      </p:sp>
      <p:sp>
        <p:nvSpPr>
          <p:cNvPr id="9" name="Text 7"/>
          <p:cNvSpPr/>
          <p:nvPr/>
        </p:nvSpPr>
        <p:spPr>
          <a:xfrm>
            <a:off x="548640" y="1280160"/>
            <a:ext cx="822960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Semantra as a</a:t>
            </a:r>
            <a:endParaRPr lang="en-US" sz="3600" dirty="0"/>
          </a:p>
        </p:txBody>
      </p:sp>
      <p:sp>
        <p:nvSpPr>
          <p:cNvPr id="10" name="Text 8"/>
          <p:cNvSpPr/>
          <p:nvPr/>
        </p:nvSpPr>
        <p:spPr>
          <a:xfrm>
            <a:off x="548640" y="1920240"/>
            <a:ext cx="82296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PMO Service Catalog Offering</a:t>
            </a:r>
            <a:endParaRPr lang="en-US" sz="4400" dirty="0"/>
          </a:p>
        </p:txBody>
      </p:sp>
      <p:sp>
        <p:nvSpPr>
          <p:cNvPr id="11" name="Shape 9"/>
          <p:cNvSpPr/>
          <p:nvPr/>
        </p:nvSpPr>
        <p:spPr>
          <a:xfrm>
            <a:off x="548640" y="2971800"/>
            <a:ext cx="1828800" cy="0"/>
          </a:xfrm>
          <a:prstGeom prst="line">
            <a:avLst/>
          </a:prstGeom>
          <a:noFill/>
          <a:ln w="25400">
            <a:solidFill>
              <a:srgbClr val="00A896"/>
            </a:solidFill>
            <a:prstDash val="solid"/>
          </a:ln>
        </p:spPr>
        <p:txBody>
          <a:bodyPr/>
          <a:lstStyle/>
          <a:p>
            <a:endParaRPr lang="en-US"/>
          </a:p>
        </p:txBody>
      </p:sp>
      <p:sp>
        <p:nvSpPr>
          <p:cNvPr id="12" name="Text 10"/>
          <p:cNvSpPr/>
          <p:nvPr/>
        </p:nvSpPr>
        <p:spPr>
          <a:xfrm>
            <a:off x="548640" y="3154680"/>
            <a:ext cx="5486400" cy="548640"/>
          </a:xfrm>
          <a:prstGeom prst="rect">
            <a:avLst/>
          </a:prstGeom>
          <a:noFill/>
          <a:ln/>
        </p:spPr>
        <p:txBody>
          <a:bodyPr wrap="square" lIns="0" tIns="0" rIns="0" bIns="0" rtlCol="0" anchor="ctr"/>
          <a:lstStyle/>
          <a:p>
            <a:pPr marL="0" indent="0">
              <a:buNone/>
            </a:pPr>
            <a:r>
              <a:rPr lang="en-US" sz="1400" i="1" dirty="0">
                <a:solidFill>
                  <a:srgbClr val="CADCFC"/>
                </a:solidFill>
              </a:rPr>
              <a:t>A sanctioned, repeatable mapping service — anchored to Enterprise Architecture standards.</a:t>
            </a:r>
            <a:endParaRPr lang="en-US" sz="1400" dirty="0"/>
          </a:p>
        </p:txBody>
      </p:sp>
      <p:sp>
        <p:nvSpPr>
          <p:cNvPr id="13" name="Text 11"/>
          <p:cNvSpPr/>
          <p:nvPr/>
        </p:nvSpPr>
        <p:spPr>
          <a:xfrm>
            <a:off x="548640" y="3931920"/>
            <a:ext cx="8229600" cy="365760"/>
          </a:xfrm>
          <a:prstGeom prst="rect">
            <a:avLst/>
          </a:prstGeom>
          <a:noFill/>
          <a:ln/>
        </p:spPr>
        <p:txBody>
          <a:bodyPr wrap="square" lIns="0" tIns="0" rIns="0" bIns="0" rtlCol="0" anchor="ctr"/>
          <a:lstStyle/>
          <a:p>
            <a:pPr marL="0" indent="0">
              <a:buNone/>
            </a:pPr>
            <a:r>
              <a:rPr lang="en-US" sz="1200" kern="0" spc="200" dirty="0">
                <a:solidFill>
                  <a:srgbClr val="00A896"/>
                </a:solidFill>
              </a:rPr>
              <a:t>Proposed engagement  ·  Pilot → Catalog onboarding  ·  2026</a:t>
            </a:r>
            <a:endParaRPr lang="en-US" sz="1200" dirty="0"/>
          </a:p>
        </p:txBody>
      </p:sp>
      <p:sp>
        <p:nvSpPr>
          <p:cNvPr id="14" name="Shape 12"/>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15" name="Text 13"/>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16" name="Text 14"/>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33 </a:t>
            </a:r>
            <a:r>
              <a:rPr lang="en-US" sz="900" dirty="0">
                <a:solidFill>
                  <a:srgbClr val="FFFFFF"/>
                </a:solidFill>
              </a:rPr>
              <a:t>/ </a:t>
            </a:r>
            <a:r>
              <a:rPr lang="en-US" sz="900">
                <a:solidFill>
                  <a:srgbClr val="FFFFFF"/>
                </a:solidFill>
              </a:rPr>
              <a:t>38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8">
    <p:bg>
      <p:bgPr>
        <a:solidFill>
          <a:srgbClr val="F5F2EC"/>
        </a:solidFill>
        <a:effectLst/>
      </p:bgPr>
    </p:bg>
    <p:spTree>
      <p:nvGrpSpPr>
        <p:cNvPr id="1" name=""/>
        <p:cNvGrpSpPr/>
        <p:nvPr/>
      </p:nvGrpSpPr>
      <p:grpSpPr>
        <a:xfrm>
          <a:off x="0" y="0"/>
          <a:ext cx="0" cy="0"/>
          <a:chOff x="0" y="0"/>
          <a:chExt cx="0" cy="0"/>
        </a:xfrm>
      </p:grpSpPr>
      <p:sp>
        <p:nvSpPr>
          <p:cNvPr id="2" name="Shape 0"/>
          <p:cNvSpPr>
            <a:spLocks/>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a:spLocks/>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a:spLocks/>
          </p:cNvSpPr>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Why PMO Needs This Capability</a:t>
            </a:r>
            <a:endParaRPr lang="en-US" sz="24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Most projects rediscover the same schema-mapping pain — bespoke spreadsheets, undocumented decisions, one-off LLM scripts</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a:spLocks/>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a:spLocks/>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34 </a:t>
            </a:r>
            <a:r>
              <a:rPr lang="en-US" sz="900" dirty="0">
                <a:solidFill>
                  <a:srgbClr val="FFFFFF"/>
                </a:solidFill>
              </a:rPr>
              <a:t>/ </a:t>
            </a:r>
            <a:r>
              <a:rPr lang="en-US" sz="900">
                <a:solidFill>
                  <a:srgbClr val="FFFFFF"/>
                </a:solidFill>
              </a:rPr>
              <a:t>38</a:t>
            </a:r>
            <a:endParaRPr lang="en-US" sz="900" dirty="0"/>
          </a:p>
        </p:txBody>
      </p:sp>
      <p:sp>
        <p:nvSpPr>
          <p:cNvPr id="10" name="Shape 8"/>
          <p:cNvSpPr/>
          <p:nvPr/>
        </p:nvSpPr>
        <p:spPr>
          <a:xfrm>
            <a:off x="320040" y="1463040"/>
            <a:ext cx="2743200" cy="457200"/>
          </a:xfrm>
          <a:prstGeom prst="rect">
            <a:avLst/>
          </a:prstGeom>
          <a:solidFill>
            <a:srgbClr val="F2A65A"/>
          </a:solidFill>
          <a:ln w="12700">
            <a:solidFill>
              <a:srgbClr val="F2A65A"/>
            </a:solidFill>
            <a:prstDash val="solid"/>
          </a:ln>
        </p:spPr>
        <p:txBody>
          <a:bodyPr/>
          <a:lstStyle/>
          <a:p>
            <a:endParaRPr lang="en-US"/>
          </a:p>
        </p:txBody>
      </p:sp>
      <p:sp>
        <p:nvSpPr>
          <p:cNvPr id="11" name="Text 9"/>
          <p:cNvSpPr>
            <a:spLocks/>
          </p:cNvSpPr>
          <p:nvPr/>
        </p:nvSpPr>
        <p:spPr>
          <a:xfrm>
            <a:off x="457200" y="1463040"/>
            <a:ext cx="2468880" cy="45720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Repeated effort</a:t>
            </a:r>
            <a:endParaRPr lang="en-US" sz="1400" dirty="0"/>
          </a:p>
        </p:txBody>
      </p:sp>
      <p:sp>
        <p:nvSpPr>
          <p:cNvPr id="12" name="Shape 10"/>
          <p:cNvSpPr>
            <a:spLocks/>
          </p:cNvSpPr>
          <p:nvPr/>
        </p:nvSpPr>
        <p:spPr>
          <a:xfrm>
            <a:off x="320040" y="1920240"/>
            <a:ext cx="2743200" cy="1554480"/>
          </a:xfrm>
          <a:prstGeom prst="rect">
            <a:avLst/>
          </a:prstGeom>
          <a:solidFill>
            <a:srgbClr val="FFFFFF"/>
          </a:solidFill>
          <a:ln w="9525">
            <a:solidFill>
              <a:srgbClr val="D8D3C7"/>
            </a:solidFill>
            <a:prstDash val="solid"/>
          </a:ln>
        </p:spPr>
        <p:txBody>
          <a:bodyPr/>
          <a:lstStyle/>
          <a:p>
            <a:endParaRPr lang="en-US"/>
          </a:p>
        </p:txBody>
      </p:sp>
      <p:sp>
        <p:nvSpPr>
          <p:cNvPr id="13" name="Text 11"/>
          <p:cNvSpPr/>
          <p:nvPr/>
        </p:nvSpPr>
        <p:spPr>
          <a:xfrm>
            <a:off x="502920" y="2057400"/>
            <a:ext cx="2377440" cy="1371600"/>
          </a:xfrm>
          <a:prstGeom prst="rect">
            <a:avLst/>
          </a:prstGeom>
          <a:noFill/>
          <a:ln/>
        </p:spPr>
        <p:txBody>
          <a:bodyPr wrap="square" lIns="0" tIns="0" rIns="0" bIns="0" rtlCol="0" anchor="t"/>
          <a:lstStyle/>
          <a:p>
            <a:pPr marL="0" indent="0">
              <a:buNone/>
            </a:pPr>
            <a:r>
              <a:rPr lang="en-US" sz="1200" dirty="0">
                <a:solidFill>
                  <a:srgbClr val="1E293B"/>
                </a:solidFill>
              </a:rPr>
              <a:t>Each program rebuilds mapping logic from scratch with no shared baseline.</a:t>
            </a:r>
            <a:endParaRPr lang="en-US" sz="1200" dirty="0"/>
          </a:p>
        </p:txBody>
      </p:sp>
      <p:sp>
        <p:nvSpPr>
          <p:cNvPr id="14" name="Shape 12"/>
          <p:cNvSpPr/>
          <p:nvPr/>
        </p:nvSpPr>
        <p:spPr>
          <a:xfrm>
            <a:off x="3200400" y="1463040"/>
            <a:ext cx="2743200" cy="457200"/>
          </a:xfrm>
          <a:prstGeom prst="rect">
            <a:avLst/>
          </a:prstGeom>
          <a:solidFill>
            <a:srgbClr val="028090"/>
          </a:solidFill>
          <a:ln w="12700">
            <a:solidFill>
              <a:srgbClr val="028090"/>
            </a:solidFill>
            <a:prstDash val="solid"/>
          </a:ln>
        </p:spPr>
        <p:txBody>
          <a:bodyPr/>
          <a:lstStyle/>
          <a:p>
            <a:endParaRPr lang="en-US"/>
          </a:p>
        </p:txBody>
      </p:sp>
      <p:sp>
        <p:nvSpPr>
          <p:cNvPr id="15" name="Text 13"/>
          <p:cNvSpPr>
            <a:spLocks/>
          </p:cNvSpPr>
          <p:nvPr/>
        </p:nvSpPr>
        <p:spPr>
          <a:xfrm>
            <a:off x="3337560" y="1463040"/>
            <a:ext cx="2468880" cy="45720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Opaque decisions</a:t>
            </a:r>
            <a:endParaRPr lang="en-US" sz="1400" dirty="0"/>
          </a:p>
        </p:txBody>
      </p:sp>
      <p:sp>
        <p:nvSpPr>
          <p:cNvPr id="16" name="Shape 14"/>
          <p:cNvSpPr>
            <a:spLocks/>
          </p:cNvSpPr>
          <p:nvPr/>
        </p:nvSpPr>
        <p:spPr>
          <a:xfrm>
            <a:off x="3200400" y="1920240"/>
            <a:ext cx="2743200" cy="1554480"/>
          </a:xfrm>
          <a:prstGeom prst="rect">
            <a:avLst/>
          </a:prstGeom>
          <a:solidFill>
            <a:srgbClr val="FFFFFF"/>
          </a:solidFill>
          <a:ln w="9525">
            <a:solidFill>
              <a:srgbClr val="D8D3C7"/>
            </a:solidFill>
            <a:prstDash val="solid"/>
          </a:ln>
        </p:spPr>
        <p:txBody>
          <a:bodyPr/>
          <a:lstStyle/>
          <a:p>
            <a:endParaRPr lang="en-US"/>
          </a:p>
        </p:txBody>
      </p:sp>
      <p:sp>
        <p:nvSpPr>
          <p:cNvPr id="17" name="Text 15"/>
          <p:cNvSpPr/>
          <p:nvPr/>
        </p:nvSpPr>
        <p:spPr>
          <a:xfrm>
            <a:off x="3383280" y="2057400"/>
            <a:ext cx="2377440" cy="1371600"/>
          </a:xfrm>
          <a:prstGeom prst="rect">
            <a:avLst/>
          </a:prstGeom>
          <a:noFill/>
          <a:ln/>
        </p:spPr>
        <p:txBody>
          <a:bodyPr wrap="square" lIns="0" tIns="0" rIns="0" bIns="0" rtlCol="0" anchor="t"/>
          <a:lstStyle/>
          <a:p>
            <a:pPr marL="0" indent="0">
              <a:buNone/>
            </a:pPr>
            <a:r>
              <a:rPr lang="en-US" sz="1200" dirty="0">
                <a:solidFill>
                  <a:srgbClr val="1E293B"/>
                </a:solidFill>
              </a:rPr>
              <a:t>Mapping rationale lives in chat threads, not in any audit-ready artifact.</a:t>
            </a:r>
            <a:endParaRPr lang="en-US" sz="1200" dirty="0"/>
          </a:p>
        </p:txBody>
      </p:sp>
      <p:sp>
        <p:nvSpPr>
          <p:cNvPr id="18" name="Shape 16"/>
          <p:cNvSpPr>
            <a:spLocks/>
          </p:cNvSpPr>
          <p:nvPr/>
        </p:nvSpPr>
        <p:spPr>
          <a:xfrm>
            <a:off x="6080760" y="1463040"/>
            <a:ext cx="2743200" cy="457200"/>
          </a:xfrm>
          <a:prstGeom prst="rect">
            <a:avLst/>
          </a:prstGeom>
          <a:solidFill>
            <a:srgbClr val="0F2A47"/>
          </a:solidFill>
          <a:ln w="12700">
            <a:solidFill>
              <a:srgbClr val="0F2A47"/>
            </a:solidFill>
            <a:prstDash val="solid"/>
          </a:ln>
        </p:spPr>
        <p:txBody>
          <a:bodyPr/>
          <a:lstStyle/>
          <a:p>
            <a:endParaRPr lang="en-US"/>
          </a:p>
        </p:txBody>
      </p:sp>
      <p:sp>
        <p:nvSpPr>
          <p:cNvPr id="19" name="Text 17"/>
          <p:cNvSpPr>
            <a:spLocks/>
          </p:cNvSpPr>
          <p:nvPr/>
        </p:nvSpPr>
        <p:spPr>
          <a:xfrm>
            <a:off x="6217920" y="1463040"/>
            <a:ext cx="2468880" cy="45720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EA disconnect</a:t>
            </a:r>
            <a:endParaRPr lang="en-US" sz="1400" dirty="0"/>
          </a:p>
        </p:txBody>
      </p:sp>
      <p:sp>
        <p:nvSpPr>
          <p:cNvPr id="20" name="Shape 18"/>
          <p:cNvSpPr>
            <a:spLocks/>
          </p:cNvSpPr>
          <p:nvPr/>
        </p:nvSpPr>
        <p:spPr>
          <a:xfrm>
            <a:off x="6080760" y="1920240"/>
            <a:ext cx="2743200" cy="1554480"/>
          </a:xfrm>
          <a:prstGeom prst="rect">
            <a:avLst/>
          </a:prstGeom>
          <a:solidFill>
            <a:srgbClr val="FFFFFF"/>
          </a:solidFill>
          <a:ln w="9525">
            <a:solidFill>
              <a:srgbClr val="D8D3C7"/>
            </a:solidFill>
            <a:prstDash val="solid"/>
          </a:ln>
        </p:spPr>
        <p:txBody>
          <a:bodyPr/>
          <a:lstStyle/>
          <a:p>
            <a:endParaRPr lang="en-US"/>
          </a:p>
        </p:txBody>
      </p:sp>
      <p:sp>
        <p:nvSpPr>
          <p:cNvPr id="21" name="Text 19"/>
          <p:cNvSpPr>
            <a:spLocks/>
          </p:cNvSpPr>
          <p:nvPr/>
        </p:nvSpPr>
        <p:spPr>
          <a:xfrm>
            <a:off x="6263640" y="2057400"/>
            <a:ext cx="2377440" cy="1371600"/>
          </a:xfrm>
          <a:prstGeom prst="rect">
            <a:avLst/>
          </a:prstGeom>
          <a:noFill/>
          <a:ln/>
        </p:spPr>
        <p:txBody>
          <a:bodyPr wrap="square" lIns="0" tIns="0" rIns="0" bIns="0" rtlCol="0" anchor="t"/>
          <a:lstStyle/>
          <a:p>
            <a:pPr marL="0" indent="0">
              <a:buNone/>
            </a:pPr>
            <a:r>
              <a:rPr lang="en-US" sz="1200" dirty="0">
                <a:solidFill>
                  <a:srgbClr val="1E293B"/>
                </a:solidFill>
              </a:rPr>
              <a:t>Mappings rarely reference canonical concepts or enterprise data standards.</a:t>
            </a:r>
            <a:endParaRPr lang="en-US" sz="1200" dirty="0"/>
          </a:p>
        </p:txBody>
      </p:sp>
      <p:sp>
        <p:nvSpPr>
          <p:cNvPr id="22" name="Shape 20"/>
          <p:cNvSpPr/>
          <p:nvPr/>
        </p:nvSpPr>
        <p:spPr>
          <a:xfrm>
            <a:off x="457200" y="3703320"/>
            <a:ext cx="8229600" cy="1051560"/>
          </a:xfrm>
          <a:prstGeom prst="rect">
            <a:avLst/>
          </a:prstGeom>
          <a:solidFill>
            <a:srgbClr val="0F2A47"/>
          </a:solidFill>
          <a:ln w="12700">
            <a:solidFill>
              <a:srgbClr val="0F2A47"/>
            </a:solidFill>
            <a:prstDash val="solid"/>
          </a:ln>
        </p:spPr>
        <p:txBody>
          <a:bodyPr/>
          <a:lstStyle/>
          <a:p>
            <a:endParaRPr lang="en-US"/>
          </a:p>
        </p:txBody>
      </p:sp>
      <p:sp>
        <p:nvSpPr>
          <p:cNvPr id="23" name="Shape 21"/>
          <p:cNvSpPr/>
          <p:nvPr/>
        </p:nvSpPr>
        <p:spPr>
          <a:xfrm>
            <a:off x="457200" y="3703320"/>
            <a:ext cx="73152" cy="1051560"/>
          </a:xfrm>
          <a:prstGeom prst="rect">
            <a:avLst/>
          </a:prstGeom>
          <a:solidFill>
            <a:srgbClr val="00A896"/>
          </a:solidFill>
          <a:ln w="12700">
            <a:solidFill>
              <a:srgbClr val="00A896"/>
            </a:solidFill>
            <a:prstDash val="solid"/>
          </a:ln>
        </p:spPr>
        <p:txBody>
          <a:bodyPr/>
          <a:lstStyle/>
          <a:p>
            <a:endParaRPr lang="en-US"/>
          </a:p>
        </p:txBody>
      </p:sp>
      <p:sp>
        <p:nvSpPr>
          <p:cNvPr id="24" name="Text 22"/>
          <p:cNvSpPr/>
          <p:nvPr/>
        </p:nvSpPr>
        <p:spPr>
          <a:xfrm>
            <a:off x="640080" y="3794760"/>
            <a:ext cx="8046720" cy="274320"/>
          </a:xfrm>
          <a:prstGeom prst="rect">
            <a:avLst/>
          </a:prstGeom>
          <a:noFill/>
          <a:ln/>
        </p:spPr>
        <p:txBody>
          <a:bodyPr wrap="square" lIns="0" tIns="0" rIns="0" bIns="0" rtlCol="0" anchor="ctr"/>
          <a:lstStyle/>
          <a:p>
            <a:pPr marL="0" indent="0">
              <a:buNone/>
            </a:pPr>
            <a:r>
              <a:rPr lang="en-US" sz="1000" b="1" kern="0" spc="400" dirty="0">
                <a:solidFill>
                  <a:srgbClr val="00A896"/>
                </a:solidFill>
              </a:rPr>
              <a:t>THE OPPORTUNITY</a:t>
            </a:r>
            <a:endParaRPr lang="en-US" sz="1000" dirty="0"/>
          </a:p>
        </p:txBody>
      </p:sp>
      <p:sp>
        <p:nvSpPr>
          <p:cNvPr id="25" name="Text 23"/>
          <p:cNvSpPr/>
          <p:nvPr/>
        </p:nvSpPr>
        <p:spPr>
          <a:xfrm>
            <a:off x="640080" y="4069080"/>
            <a:ext cx="8046720" cy="640080"/>
          </a:xfrm>
          <a:prstGeom prst="rect">
            <a:avLst/>
          </a:prstGeom>
          <a:noFill/>
          <a:ln/>
        </p:spPr>
        <p:txBody>
          <a:bodyPr wrap="square" lIns="0" tIns="0" rIns="0" bIns="0" rtlCol="0" anchor="t"/>
          <a:lstStyle/>
          <a:p>
            <a:pPr marL="0" indent="0">
              <a:buNone/>
            </a:pPr>
            <a:r>
              <a:rPr lang="en-US" sz="1200" i="1" dirty="0">
                <a:solidFill>
                  <a:srgbClr val="FFFFFF"/>
                </a:solidFill>
              </a:rPr>
              <a:t>Stand Semantra up as a shared PMO service so every program inherits the same explainable mapping engine, the same trust layer, and the same canonical glossary anchored to Enterprise Architecture.</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9">
    <p:bg>
      <p:bgPr>
        <a:solidFill>
          <a:srgbClr val="F5F2EC"/>
        </a:solidFill>
        <a:effectLst/>
      </p:bgPr>
    </p:bg>
    <p:spTree>
      <p:nvGrpSpPr>
        <p:cNvPr id="1" name=""/>
        <p:cNvGrpSpPr/>
        <p:nvPr/>
      </p:nvGrpSpPr>
      <p:grpSpPr>
        <a:xfrm>
          <a:off x="0" y="0"/>
          <a:ext cx="0" cy="0"/>
          <a:chOff x="0" y="0"/>
          <a:chExt cx="0" cy="0"/>
        </a:xfrm>
      </p:grpSpPr>
      <p:sp>
        <p:nvSpPr>
          <p:cNvPr id="2" name="Shape 0"/>
          <p:cNvSpPr>
            <a:spLocks/>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a:spLocks/>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Proposed Service Catalog Entry</a:t>
            </a:r>
            <a:endParaRPr lang="en-US" sz="24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Service Name: Semantic Mapping &amp; Schema Alignment</a:t>
            </a:r>
            <a:endParaRPr lang="en-US" sz="1100" dirty="0"/>
          </a:p>
        </p:txBody>
      </p:sp>
      <p:sp>
        <p:nvSpPr>
          <p:cNvPr id="6" name="Text 4"/>
          <p:cNvSpPr>
            <a:spLocks/>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a:spLocks/>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a:spLocks/>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35 / 38</a:t>
            </a:r>
            <a:endParaRPr lang="en-US" sz="900" dirty="0"/>
          </a:p>
        </p:txBody>
      </p:sp>
      <p:sp>
        <p:nvSpPr>
          <p:cNvPr id="10" name="Shape 8"/>
          <p:cNvSpPr/>
          <p:nvPr/>
        </p:nvSpPr>
        <p:spPr>
          <a:xfrm>
            <a:off x="457200" y="1417320"/>
            <a:ext cx="8229600" cy="457200"/>
          </a:xfrm>
          <a:prstGeom prst="rect">
            <a:avLst/>
          </a:prstGeom>
          <a:solidFill>
            <a:srgbClr val="0F2A47"/>
          </a:solidFill>
          <a:ln w="12700">
            <a:solidFill>
              <a:srgbClr val="0F2A47"/>
            </a:solidFill>
            <a:prstDash val="solid"/>
          </a:ln>
        </p:spPr>
        <p:txBody>
          <a:bodyPr/>
          <a:lstStyle/>
          <a:p>
            <a:endParaRPr lang="en-US"/>
          </a:p>
        </p:txBody>
      </p:sp>
      <p:sp>
        <p:nvSpPr>
          <p:cNvPr id="11" name="Text 9"/>
          <p:cNvSpPr>
            <a:spLocks/>
          </p:cNvSpPr>
          <p:nvPr/>
        </p:nvSpPr>
        <p:spPr>
          <a:xfrm>
            <a:off x="640080" y="1417320"/>
            <a:ext cx="7863840" cy="457200"/>
          </a:xfrm>
          <a:prstGeom prst="rect">
            <a:avLst/>
          </a:prstGeom>
          <a:noFill/>
          <a:ln/>
        </p:spPr>
        <p:txBody>
          <a:bodyPr wrap="square" lIns="0" tIns="0" rIns="0" bIns="0" rtlCol="0" anchor="ctr"/>
          <a:lstStyle/>
          <a:p>
            <a:pPr marL="0" indent="0">
              <a:buNone/>
            </a:pPr>
            <a:r>
              <a:rPr lang="en-US" sz="1000" dirty="0">
                <a:solidFill>
                  <a:srgbClr val="FFFFFF"/>
                </a:solidFill>
              </a:rPr>
              <a:t>Catalog category: Data &amp; Integration Services  ·  Owner: PMO (delivery) + EA (standards)  ·  Consumers: Program teams, integration squads, M&amp;A workstreams</a:t>
            </a:r>
            <a:endParaRPr lang="en-US" sz="1000" dirty="0"/>
          </a:p>
        </p:txBody>
      </p:sp>
      <p:sp>
        <p:nvSpPr>
          <p:cNvPr id="12" name="Shape 10"/>
          <p:cNvSpPr>
            <a:spLocks/>
          </p:cNvSpPr>
          <p:nvPr/>
        </p:nvSpPr>
        <p:spPr>
          <a:xfrm>
            <a:off x="320040" y="2011680"/>
            <a:ext cx="2743200" cy="457200"/>
          </a:xfrm>
          <a:prstGeom prst="rect">
            <a:avLst/>
          </a:prstGeom>
          <a:solidFill>
            <a:srgbClr val="028090"/>
          </a:solidFill>
          <a:ln w="12700">
            <a:solidFill>
              <a:srgbClr val="028090"/>
            </a:solidFill>
            <a:prstDash val="solid"/>
          </a:ln>
        </p:spPr>
        <p:txBody>
          <a:bodyPr/>
          <a:lstStyle/>
          <a:p>
            <a:endParaRPr lang="en-US"/>
          </a:p>
        </p:txBody>
      </p:sp>
      <p:sp>
        <p:nvSpPr>
          <p:cNvPr id="13" name="Text 11"/>
          <p:cNvSpPr/>
          <p:nvPr/>
        </p:nvSpPr>
        <p:spPr>
          <a:xfrm>
            <a:off x="457200" y="2011680"/>
            <a:ext cx="2468880" cy="4572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Tier 1 · Self-serve</a:t>
            </a:r>
            <a:endParaRPr lang="en-US" sz="1300" dirty="0"/>
          </a:p>
        </p:txBody>
      </p:sp>
      <p:sp>
        <p:nvSpPr>
          <p:cNvPr id="14" name="Shape 12"/>
          <p:cNvSpPr>
            <a:spLocks/>
          </p:cNvSpPr>
          <p:nvPr/>
        </p:nvSpPr>
        <p:spPr>
          <a:xfrm>
            <a:off x="320040" y="2468880"/>
            <a:ext cx="2743200" cy="2240280"/>
          </a:xfrm>
          <a:prstGeom prst="rect">
            <a:avLst/>
          </a:prstGeom>
          <a:solidFill>
            <a:srgbClr val="FFFFFF"/>
          </a:solidFill>
          <a:ln w="9525">
            <a:solidFill>
              <a:srgbClr val="D8D3C7"/>
            </a:solidFill>
            <a:prstDash val="solid"/>
          </a:ln>
        </p:spPr>
        <p:txBody>
          <a:bodyPr/>
          <a:lstStyle/>
          <a:p>
            <a:endParaRPr lang="en-US"/>
          </a:p>
        </p:txBody>
      </p:sp>
      <p:sp>
        <p:nvSpPr>
          <p:cNvPr id="15" name="Text 13"/>
          <p:cNvSpPr/>
          <p:nvPr/>
        </p:nvSpPr>
        <p:spPr>
          <a:xfrm>
            <a:off x="457200" y="2560320"/>
            <a:ext cx="2514600" cy="1554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Upload source/target</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Auto-mapping with explanations</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Streamlit review UI</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Export Pandas codegen</a:t>
            </a:r>
            <a:endParaRPr lang="en-US" sz="1100" dirty="0"/>
          </a:p>
        </p:txBody>
      </p:sp>
      <p:sp>
        <p:nvSpPr>
          <p:cNvPr id="16" name="Shape 14"/>
          <p:cNvSpPr/>
          <p:nvPr/>
        </p:nvSpPr>
        <p:spPr>
          <a:xfrm>
            <a:off x="502920" y="4206240"/>
            <a:ext cx="2377440" cy="0"/>
          </a:xfrm>
          <a:prstGeom prst="line">
            <a:avLst/>
          </a:prstGeom>
          <a:noFill/>
          <a:ln w="6350">
            <a:solidFill>
              <a:srgbClr val="D8D3C7"/>
            </a:solidFill>
            <a:prstDash val="solid"/>
          </a:ln>
        </p:spPr>
        <p:txBody>
          <a:bodyPr/>
          <a:lstStyle/>
          <a:p>
            <a:endParaRPr lang="en-US"/>
          </a:p>
        </p:txBody>
      </p:sp>
      <p:sp>
        <p:nvSpPr>
          <p:cNvPr id="17" name="Text 15"/>
          <p:cNvSpPr>
            <a:spLocks/>
          </p:cNvSpPr>
          <p:nvPr/>
        </p:nvSpPr>
        <p:spPr>
          <a:xfrm>
            <a:off x="502920" y="4251960"/>
            <a:ext cx="2377440" cy="365760"/>
          </a:xfrm>
          <a:prstGeom prst="rect">
            <a:avLst/>
          </a:prstGeom>
          <a:noFill/>
          <a:ln/>
        </p:spPr>
        <p:txBody>
          <a:bodyPr wrap="square" lIns="0" tIns="0" rIns="0" bIns="0" rtlCol="0" anchor="ctr"/>
          <a:lstStyle/>
          <a:p>
            <a:pPr marL="0" indent="0">
              <a:buNone/>
            </a:pPr>
            <a:r>
              <a:rPr lang="en-US" sz="1000" i="1" dirty="0">
                <a:solidFill>
                  <a:srgbClr val="028090"/>
                </a:solidFill>
              </a:rPr>
              <a:t>Sandbox, no governance gate</a:t>
            </a:r>
            <a:endParaRPr lang="en-US" sz="1000" dirty="0"/>
          </a:p>
        </p:txBody>
      </p:sp>
      <p:sp>
        <p:nvSpPr>
          <p:cNvPr id="18" name="Shape 16"/>
          <p:cNvSpPr>
            <a:spLocks/>
          </p:cNvSpPr>
          <p:nvPr/>
        </p:nvSpPr>
        <p:spPr>
          <a:xfrm>
            <a:off x="3200400" y="2011680"/>
            <a:ext cx="2743200" cy="457200"/>
          </a:xfrm>
          <a:prstGeom prst="rect">
            <a:avLst/>
          </a:prstGeom>
          <a:solidFill>
            <a:srgbClr val="0F2A47"/>
          </a:solidFill>
          <a:ln w="12700">
            <a:solidFill>
              <a:srgbClr val="0F2A47"/>
            </a:solidFill>
            <a:prstDash val="solid"/>
          </a:ln>
        </p:spPr>
        <p:txBody>
          <a:bodyPr/>
          <a:lstStyle/>
          <a:p>
            <a:endParaRPr lang="en-US"/>
          </a:p>
        </p:txBody>
      </p:sp>
      <p:sp>
        <p:nvSpPr>
          <p:cNvPr id="19" name="Text 17"/>
          <p:cNvSpPr/>
          <p:nvPr/>
        </p:nvSpPr>
        <p:spPr>
          <a:xfrm>
            <a:off x="3337560" y="2011680"/>
            <a:ext cx="2468880" cy="4572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Tier 2 · Assisted</a:t>
            </a:r>
            <a:endParaRPr lang="en-US" sz="1300" dirty="0"/>
          </a:p>
        </p:txBody>
      </p:sp>
      <p:sp>
        <p:nvSpPr>
          <p:cNvPr id="20" name="Shape 18"/>
          <p:cNvSpPr>
            <a:spLocks/>
          </p:cNvSpPr>
          <p:nvPr/>
        </p:nvSpPr>
        <p:spPr>
          <a:xfrm>
            <a:off x="3200400" y="2468880"/>
            <a:ext cx="2743200" cy="2240280"/>
          </a:xfrm>
          <a:prstGeom prst="rect">
            <a:avLst/>
          </a:prstGeom>
          <a:solidFill>
            <a:srgbClr val="FFFFFF"/>
          </a:solidFill>
          <a:ln w="9525">
            <a:solidFill>
              <a:srgbClr val="D8D3C7"/>
            </a:solidFill>
            <a:prstDash val="solid"/>
          </a:ln>
        </p:spPr>
        <p:txBody>
          <a:bodyPr/>
          <a:lstStyle/>
          <a:p>
            <a:endParaRPr lang="en-US"/>
          </a:p>
        </p:txBody>
      </p:sp>
      <p:sp>
        <p:nvSpPr>
          <p:cNvPr id="21" name="Text 19"/>
          <p:cNvSpPr/>
          <p:nvPr/>
        </p:nvSpPr>
        <p:spPr>
          <a:xfrm>
            <a:off x="3337560" y="2560320"/>
            <a:ext cx="2514600" cy="1554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Tier 1 + analyst pairing</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Custom knowledge overlays</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Reviewed mapping set saved as draft → review</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Benchmark + correction-impact run</a:t>
            </a:r>
            <a:endParaRPr lang="en-US" sz="1100" dirty="0"/>
          </a:p>
        </p:txBody>
      </p:sp>
      <p:sp>
        <p:nvSpPr>
          <p:cNvPr id="22" name="Shape 20"/>
          <p:cNvSpPr/>
          <p:nvPr/>
        </p:nvSpPr>
        <p:spPr>
          <a:xfrm>
            <a:off x="3383280" y="4206240"/>
            <a:ext cx="2377440" cy="0"/>
          </a:xfrm>
          <a:prstGeom prst="line">
            <a:avLst/>
          </a:prstGeom>
          <a:noFill/>
          <a:ln w="6350">
            <a:solidFill>
              <a:srgbClr val="D8D3C7"/>
            </a:solidFill>
            <a:prstDash val="solid"/>
          </a:ln>
        </p:spPr>
        <p:txBody>
          <a:bodyPr/>
          <a:lstStyle/>
          <a:p>
            <a:endParaRPr lang="en-US"/>
          </a:p>
        </p:txBody>
      </p:sp>
      <p:sp>
        <p:nvSpPr>
          <p:cNvPr id="23" name="Text 21"/>
          <p:cNvSpPr>
            <a:spLocks/>
          </p:cNvSpPr>
          <p:nvPr/>
        </p:nvSpPr>
        <p:spPr>
          <a:xfrm>
            <a:off x="3383280" y="4251960"/>
            <a:ext cx="2377440" cy="365760"/>
          </a:xfrm>
          <a:prstGeom prst="rect">
            <a:avLst/>
          </a:prstGeom>
          <a:noFill/>
          <a:ln/>
        </p:spPr>
        <p:txBody>
          <a:bodyPr wrap="square" lIns="0" tIns="0" rIns="0" bIns="0" rtlCol="0" anchor="ctr"/>
          <a:lstStyle/>
          <a:p>
            <a:pPr marL="0" indent="0">
              <a:buNone/>
            </a:pPr>
            <a:r>
              <a:rPr lang="en-US" sz="1000" i="1" dirty="0">
                <a:solidFill>
                  <a:srgbClr val="0F2A47"/>
                </a:solidFill>
              </a:rPr>
              <a:t>Sponsored by program PM</a:t>
            </a:r>
            <a:endParaRPr lang="en-US" sz="1000" dirty="0"/>
          </a:p>
        </p:txBody>
      </p:sp>
      <p:sp>
        <p:nvSpPr>
          <p:cNvPr id="24" name="Shape 22"/>
          <p:cNvSpPr>
            <a:spLocks/>
          </p:cNvSpPr>
          <p:nvPr/>
        </p:nvSpPr>
        <p:spPr>
          <a:xfrm>
            <a:off x="6080760" y="2011680"/>
            <a:ext cx="2743200" cy="457200"/>
          </a:xfrm>
          <a:prstGeom prst="rect">
            <a:avLst/>
          </a:prstGeom>
          <a:solidFill>
            <a:srgbClr val="F2A65A"/>
          </a:solidFill>
          <a:ln w="12700">
            <a:solidFill>
              <a:srgbClr val="F2A65A"/>
            </a:solidFill>
            <a:prstDash val="solid"/>
          </a:ln>
        </p:spPr>
        <p:txBody>
          <a:bodyPr/>
          <a:lstStyle/>
          <a:p>
            <a:endParaRPr lang="en-US"/>
          </a:p>
        </p:txBody>
      </p:sp>
      <p:sp>
        <p:nvSpPr>
          <p:cNvPr id="25" name="Text 23"/>
          <p:cNvSpPr/>
          <p:nvPr/>
        </p:nvSpPr>
        <p:spPr>
          <a:xfrm>
            <a:off x="6217920" y="2011680"/>
            <a:ext cx="2468880" cy="4572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Tier 3 · Governed</a:t>
            </a:r>
            <a:endParaRPr lang="en-US" sz="1300" dirty="0"/>
          </a:p>
        </p:txBody>
      </p:sp>
      <p:sp>
        <p:nvSpPr>
          <p:cNvPr id="26" name="Shape 24"/>
          <p:cNvSpPr>
            <a:spLocks/>
          </p:cNvSpPr>
          <p:nvPr/>
        </p:nvSpPr>
        <p:spPr>
          <a:xfrm>
            <a:off x="6080760" y="2468880"/>
            <a:ext cx="2743200" cy="2240280"/>
          </a:xfrm>
          <a:prstGeom prst="rect">
            <a:avLst/>
          </a:prstGeom>
          <a:solidFill>
            <a:srgbClr val="FFFFFF"/>
          </a:solidFill>
          <a:ln w="9525">
            <a:solidFill>
              <a:srgbClr val="D8D3C7"/>
            </a:solidFill>
            <a:prstDash val="solid"/>
          </a:ln>
        </p:spPr>
        <p:txBody>
          <a:bodyPr/>
          <a:lstStyle/>
          <a:p>
            <a:endParaRPr lang="en-US"/>
          </a:p>
        </p:txBody>
      </p:sp>
      <p:sp>
        <p:nvSpPr>
          <p:cNvPr id="27" name="Text 25"/>
          <p:cNvSpPr>
            <a:spLocks/>
          </p:cNvSpPr>
          <p:nvPr/>
        </p:nvSpPr>
        <p:spPr>
          <a:xfrm>
            <a:off x="6217920" y="2560320"/>
            <a:ext cx="2514600" cy="1554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Tier 2 + EA canonical alignment</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Approved mapping set with audit</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Status-gated export &amp; run</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Reusable rules promoted to org library</a:t>
            </a:r>
            <a:endParaRPr lang="en-US" sz="1100" dirty="0"/>
          </a:p>
        </p:txBody>
      </p:sp>
      <p:sp>
        <p:nvSpPr>
          <p:cNvPr id="28" name="Shape 26"/>
          <p:cNvSpPr>
            <a:spLocks/>
          </p:cNvSpPr>
          <p:nvPr/>
        </p:nvSpPr>
        <p:spPr>
          <a:xfrm>
            <a:off x="6263640" y="4206240"/>
            <a:ext cx="2377440" cy="0"/>
          </a:xfrm>
          <a:prstGeom prst="line">
            <a:avLst/>
          </a:prstGeom>
          <a:noFill/>
          <a:ln w="6350">
            <a:solidFill>
              <a:srgbClr val="D8D3C7"/>
            </a:solidFill>
            <a:prstDash val="solid"/>
          </a:ln>
        </p:spPr>
        <p:txBody>
          <a:bodyPr/>
          <a:lstStyle/>
          <a:p>
            <a:endParaRPr lang="en-US"/>
          </a:p>
        </p:txBody>
      </p:sp>
      <p:sp>
        <p:nvSpPr>
          <p:cNvPr id="29" name="Text 27"/>
          <p:cNvSpPr/>
          <p:nvPr/>
        </p:nvSpPr>
        <p:spPr>
          <a:xfrm>
            <a:off x="6263640" y="4251960"/>
            <a:ext cx="2377440" cy="365760"/>
          </a:xfrm>
          <a:prstGeom prst="rect">
            <a:avLst/>
          </a:prstGeom>
          <a:noFill/>
          <a:ln/>
        </p:spPr>
        <p:txBody>
          <a:bodyPr wrap="square" lIns="0" tIns="0" rIns="0" bIns="0" rtlCol="0" anchor="ctr"/>
          <a:lstStyle/>
          <a:p>
            <a:pPr marL="0" indent="0">
              <a:buNone/>
            </a:pPr>
            <a:r>
              <a:rPr lang="en-US" sz="1000" i="1" dirty="0">
                <a:solidFill>
                  <a:srgbClr val="F2A65A"/>
                </a:solidFill>
              </a:rPr>
              <a:t>Endorsed by EA Council</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10">
    <p:bg>
      <p:bgPr>
        <a:solidFill>
          <a:srgbClr val="F5F2EC"/>
        </a:solidFill>
        <a:effectLst/>
      </p:bgPr>
    </p:bg>
    <p:spTree>
      <p:nvGrpSpPr>
        <p:cNvPr id="1" name=""/>
        <p:cNvGrpSpPr/>
        <p:nvPr/>
      </p:nvGrpSpPr>
      <p:grpSpPr>
        <a:xfrm>
          <a:off x="0" y="0"/>
          <a:ext cx="0" cy="0"/>
          <a:chOff x="0" y="0"/>
          <a:chExt cx="0" cy="0"/>
        </a:xfrm>
      </p:grpSpPr>
      <p:sp>
        <p:nvSpPr>
          <p:cNvPr id="2" name="Shape 0"/>
          <p:cNvSpPr>
            <a:spLocks/>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a:spLocks/>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a:spLocks/>
          </p:cNvSpPr>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Linkage to Enterprise Architecture</a:t>
            </a:r>
            <a:endParaRPr lang="en-US" sz="24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Semantra turns EA's canonical models into running, audited project artifacts — feedback flows back into EA standards</a:t>
            </a:r>
            <a:endParaRPr lang="en-US" sz="1100" dirty="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a:spLocks/>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a:spLocks/>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36 / 38</a:t>
            </a:r>
            <a:endParaRPr lang="en-US" sz="900" dirty="0"/>
          </a:p>
        </p:txBody>
      </p:sp>
      <p:sp>
        <p:nvSpPr>
          <p:cNvPr id="10" name="Shape 8"/>
          <p:cNvSpPr/>
          <p:nvPr/>
        </p:nvSpPr>
        <p:spPr>
          <a:xfrm>
            <a:off x="320040" y="1417320"/>
            <a:ext cx="2743200" cy="457200"/>
          </a:xfrm>
          <a:prstGeom prst="rect">
            <a:avLst/>
          </a:prstGeom>
          <a:solidFill>
            <a:srgbClr val="028090"/>
          </a:solidFill>
          <a:ln w="12700">
            <a:solidFill>
              <a:srgbClr val="028090"/>
            </a:solidFill>
            <a:prstDash val="solid"/>
          </a:ln>
        </p:spPr>
        <p:txBody>
          <a:bodyPr/>
          <a:lstStyle/>
          <a:p>
            <a:endParaRPr lang="en-US"/>
          </a:p>
        </p:txBody>
      </p:sp>
      <p:sp>
        <p:nvSpPr>
          <p:cNvPr id="11" name="Text 9"/>
          <p:cNvSpPr>
            <a:spLocks/>
          </p:cNvSpPr>
          <p:nvPr/>
        </p:nvSpPr>
        <p:spPr>
          <a:xfrm>
            <a:off x="457200" y="1417320"/>
            <a:ext cx="2468880" cy="4572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EA Inputs → Semantra</a:t>
            </a:r>
            <a:endParaRPr lang="en-US" sz="1300" dirty="0"/>
          </a:p>
        </p:txBody>
      </p:sp>
      <p:sp>
        <p:nvSpPr>
          <p:cNvPr id="12" name="Shape 10"/>
          <p:cNvSpPr>
            <a:spLocks/>
          </p:cNvSpPr>
          <p:nvPr/>
        </p:nvSpPr>
        <p:spPr>
          <a:xfrm>
            <a:off x="320040" y="1874520"/>
            <a:ext cx="2743200" cy="2788920"/>
          </a:xfrm>
          <a:prstGeom prst="rect">
            <a:avLst/>
          </a:prstGeom>
          <a:solidFill>
            <a:srgbClr val="FFFFFF"/>
          </a:solidFill>
          <a:ln w="9525">
            <a:solidFill>
              <a:srgbClr val="D8D3C7"/>
            </a:solidFill>
            <a:prstDash val="solid"/>
          </a:ln>
        </p:spPr>
        <p:txBody>
          <a:bodyPr/>
          <a:lstStyle/>
          <a:p>
            <a:endParaRPr lang="en-US"/>
          </a:p>
        </p:txBody>
      </p:sp>
      <p:sp>
        <p:nvSpPr>
          <p:cNvPr id="13" name="Text 11"/>
          <p:cNvSpPr/>
          <p:nvPr/>
        </p:nvSpPr>
        <p:spPr>
          <a:xfrm>
            <a:off x="457200" y="2011680"/>
            <a:ext cx="2514600" cy="25146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Canonical business glossary</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Data domain &amp; entity catalog</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Approved naming standards</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Reference architecture overlays</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Data classification rules</a:t>
            </a:r>
            <a:endParaRPr lang="en-US" sz="1100" dirty="0"/>
          </a:p>
        </p:txBody>
      </p:sp>
      <p:sp>
        <p:nvSpPr>
          <p:cNvPr id="14" name="Text 12"/>
          <p:cNvSpPr/>
          <p:nvPr/>
        </p:nvSpPr>
        <p:spPr>
          <a:xfrm>
            <a:off x="3063240" y="2766060"/>
            <a:ext cx="137160" cy="548640"/>
          </a:xfrm>
          <a:prstGeom prst="rect">
            <a:avLst/>
          </a:prstGeom>
          <a:noFill/>
          <a:ln/>
        </p:spPr>
        <p:txBody>
          <a:bodyPr wrap="square" lIns="0" tIns="0" rIns="0" bIns="0" rtlCol="0" anchor="ctr"/>
          <a:lstStyle/>
          <a:p>
            <a:pPr marL="0" indent="0" algn="ctr">
              <a:buNone/>
            </a:pPr>
            <a:r>
              <a:rPr lang="en-US" sz="1800" dirty="0">
                <a:solidFill>
                  <a:srgbClr val="0F2A47"/>
                </a:solidFill>
              </a:rPr>
              <a:t>→</a:t>
            </a:r>
            <a:endParaRPr lang="en-US" sz="1800" dirty="0"/>
          </a:p>
        </p:txBody>
      </p:sp>
      <p:sp>
        <p:nvSpPr>
          <p:cNvPr id="15" name="Shape 13"/>
          <p:cNvSpPr>
            <a:spLocks/>
          </p:cNvSpPr>
          <p:nvPr/>
        </p:nvSpPr>
        <p:spPr>
          <a:xfrm>
            <a:off x="3200400" y="1417320"/>
            <a:ext cx="2743200" cy="457200"/>
          </a:xfrm>
          <a:prstGeom prst="rect">
            <a:avLst/>
          </a:prstGeom>
          <a:solidFill>
            <a:srgbClr val="0F2A47"/>
          </a:solidFill>
          <a:ln w="12700">
            <a:solidFill>
              <a:srgbClr val="0F2A47"/>
            </a:solidFill>
            <a:prstDash val="solid"/>
          </a:ln>
        </p:spPr>
        <p:txBody>
          <a:bodyPr/>
          <a:lstStyle/>
          <a:p>
            <a:endParaRPr lang="en-US"/>
          </a:p>
        </p:txBody>
      </p:sp>
      <p:sp>
        <p:nvSpPr>
          <p:cNvPr id="16" name="Text 14"/>
          <p:cNvSpPr>
            <a:spLocks/>
          </p:cNvSpPr>
          <p:nvPr/>
        </p:nvSpPr>
        <p:spPr>
          <a:xfrm>
            <a:off x="3337560" y="1417320"/>
            <a:ext cx="2468880" cy="4572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Semantra runtime</a:t>
            </a:r>
            <a:endParaRPr lang="en-US" sz="1300" dirty="0"/>
          </a:p>
        </p:txBody>
      </p:sp>
      <p:sp>
        <p:nvSpPr>
          <p:cNvPr id="17" name="Shape 15"/>
          <p:cNvSpPr/>
          <p:nvPr/>
        </p:nvSpPr>
        <p:spPr>
          <a:xfrm>
            <a:off x="3200400" y="1874520"/>
            <a:ext cx="2743200" cy="2788920"/>
          </a:xfrm>
          <a:prstGeom prst="rect">
            <a:avLst/>
          </a:prstGeom>
          <a:solidFill>
            <a:srgbClr val="FFFFFF"/>
          </a:solidFill>
          <a:ln w="9525">
            <a:solidFill>
              <a:srgbClr val="D8D3C7"/>
            </a:solidFill>
            <a:prstDash val="solid"/>
          </a:ln>
        </p:spPr>
        <p:txBody>
          <a:bodyPr/>
          <a:lstStyle/>
          <a:p>
            <a:endParaRPr lang="en-US"/>
          </a:p>
        </p:txBody>
      </p:sp>
      <p:sp>
        <p:nvSpPr>
          <p:cNvPr id="18" name="Text 16"/>
          <p:cNvSpPr/>
          <p:nvPr/>
        </p:nvSpPr>
        <p:spPr>
          <a:xfrm>
            <a:off x="3337560" y="2011680"/>
            <a:ext cx="2514600" cy="25146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Profile + multi-signal ranking</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Source → concept → target paths</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Constrained AI in ambiguity band</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Reviewed mapping sets with status</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Audit trails on every change</a:t>
            </a:r>
            <a:endParaRPr lang="en-US" sz="1100" dirty="0"/>
          </a:p>
        </p:txBody>
      </p:sp>
      <p:sp>
        <p:nvSpPr>
          <p:cNvPr id="19" name="Text 17"/>
          <p:cNvSpPr>
            <a:spLocks/>
          </p:cNvSpPr>
          <p:nvPr/>
        </p:nvSpPr>
        <p:spPr>
          <a:xfrm>
            <a:off x="5943600" y="2766060"/>
            <a:ext cx="137160" cy="548640"/>
          </a:xfrm>
          <a:prstGeom prst="rect">
            <a:avLst/>
          </a:prstGeom>
          <a:noFill/>
          <a:ln/>
        </p:spPr>
        <p:txBody>
          <a:bodyPr wrap="square" lIns="0" tIns="0" rIns="0" bIns="0" rtlCol="0" anchor="ctr"/>
          <a:lstStyle/>
          <a:p>
            <a:pPr marL="0" indent="0" algn="ctr">
              <a:buNone/>
            </a:pPr>
            <a:r>
              <a:rPr lang="en-US" sz="1800" dirty="0">
                <a:solidFill>
                  <a:srgbClr val="0F2A47"/>
                </a:solidFill>
              </a:rPr>
              <a:t>→</a:t>
            </a:r>
            <a:endParaRPr lang="en-US" sz="1800" dirty="0"/>
          </a:p>
        </p:txBody>
      </p:sp>
      <p:sp>
        <p:nvSpPr>
          <p:cNvPr id="20" name="Shape 18"/>
          <p:cNvSpPr>
            <a:spLocks/>
          </p:cNvSpPr>
          <p:nvPr/>
        </p:nvSpPr>
        <p:spPr>
          <a:xfrm>
            <a:off x="6080760" y="1417320"/>
            <a:ext cx="2743200" cy="457200"/>
          </a:xfrm>
          <a:prstGeom prst="rect">
            <a:avLst/>
          </a:prstGeom>
          <a:solidFill>
            <a:srgbClr val="00A896"/>
          </a:solidFill>
          <a:ln w="12700">
            <a:solidFill>
              <a:srgbClr val="00A896"/>
            </a:solidFill>
            <a:prstDash val="solid"/>
          </a:ln>
        </p:spPr>
        <p:txBody>
          <a:bodyPr/>
          <a:lstStyle/>
          <a:p>
            <a:endParaRPr lang="en-US"/>
          </a:p>
        </p:txBody>
      </p:sp>
      <p:sp>
        <p:nvSpPr>
          <p:cNvPr id="21" name="Text 19"/>
          <p:cNvSpPr/>
          <p:nvPr/>
        </p:nvSpPr>
        <p:spPr>
          <a:xfrm>
            <a:off x="6217920" y="1417320"/>
            <a:ext cx="2468880" cy="45720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Semantra → EA feedback</a:t>
            </a:r>
            <a:endParaRPr lang="en-US" sz="1300" dirty="0"/>
          </a:p>
        </p:txBody>
      </p:sp>
      <p:sp>
        <p:nvSpPr>
          <p:cNvPr id="22" name="Shape 20"/>
          <p:cNvSpPr/>
          <p:nvPr/>
        </p:nvSpPr>
        <p:spPr>
          <a:xfrm>
            <a:off x="6080760" y="1874520"/>
            <a:ext cx="2743200" cy="2788920"/>
          </a:xfrm>
          <a:prstGeom prst="rect">
            <a:avLst/>
          </a:prstGeom>
          <a:solidFill>
            <a:srgbClr val="FFFFFF"/>
          </a:solidFill>
          <a:ln w="9525">
            <a:solidFill>
              <a:srgbClr val="D8D3C7"/>
            </a:solidFill>
            <a:prstDash val="solid"/>
          </a:ln>
        </p:spPr>
        <p:txBody>
          <a:bodyPr/>
          <a:lstStyle/>
          <a:p>
            <a:endParaRPr lang="en-US"/>
          </a:p>
        </p:txBody>
      </p:sp>
      <p:sp>
        <p:nvSpPr>
          <p:cNvPr id="23" name="Text 21"/>
          <p:cNvSpPr/>
          <p:nvPr/>
        </p:nvSpPr>
        <p:spPr>
          <a:xfrm>
            <a:off x="6217920" y="2011680"/>
            <a:ext cx="2514600" cy="25146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Glossary gap candidates from real projects</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Coverage metrics by domain &amp; program</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Reusable rules promoted from corrections</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Evidence for canonical model evolution</a:t>
            </a:r>
            <a:endParaRPr lang="en-US" sz="1100" dirty="0"/>
          </a:p>
          <a:p>
            <a:pPr marL="342900" indent="-342900">
              <a:spcAft>
                <a:spcPts val="400"/>
              </a:spcAft>
              <a:buSzPct val="100000"/>
              <a:buChar char="■"/>
            </a:pPr>
            <a:r>
              <a:rPr lang="en-US" sz="1100" dirty="0">
                <a:solidFill>
                  <a:srgbClr val="1E293B"/>
                </a:solidFill>
                <a:latin typeface="Calibri" pitchFamily="34" charset="0"/>
                <a:ea typeface="Calibri" pitchFamily="34" charset="-122"/>
                <a:cs typeface="Calibri" pitchFamily="34" charset="-120"/>
              </a:rPr>
              <a:t>Audit artifacts for EA review boards</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11">
    <p:bg>
      <p:bgPr>
        <a:solidFill>
          <a:srgbClr val="F5F2EC"/>
        </a:solidFill>
        <a:effectLst/>
      </p:bgPr>
    </p:bg>
    <p:spTree>
      <p:nvGrpSpPr>
        <p:cNvPr id="1" name=""/>
        <p:cNvGrpSpPr/>
        <p:nvPr/>
      </p:nvGrpSpPr>
      <p:grpSpPr>
        <a:xfrm>
          <a:off x="0" y="0"/>
          <a:ext cx="0" cy="0"/>
          <a:chOff x="0" y="0"/>
          <a:chExt cx="0" cy="0"/>
        </a:xfrm>
      </p:grpSpPr>
      <p:sp>
        <p:nvSpPr>
          <p:cNvPr id="2" name="Shape 0"/>
          <p:cNvSpPr>
            <a:spLocks/>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a:spLocks/>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How PMO Consumes the Service</a:t>
            </a:r>
            <a:endParaRPr lang="en-US" sz="2400" dirty="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Engagement model · five-step lifecycle with explicit responsibilities</a:t>
            </a:r>
            <a:endParaRPr lang="en-US" sz="1100" dirty="0"/>
          </a:p>
        </p:txBody>
      </p:sp>
      <p:sp>
        <p:nvSpPr>
          <p:cNvPr id="6" name="Text 4"/>
          <p:cNvSpPr>
            <a:spLocks/>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a:spLocks/>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a:spLocks/>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37 </a:t>
            </a:r>
            <a:r>
              <a:rPr lang="en-US" sz="900" dirty="0">
                <a:solidFill>
                  <a:srgbClr val="FFFFFF"/>
                </a:solidFill>
              </a:rPr>
              <a:t>/ </a:t>
            </a:r>
            <a:r>
              <a:rPr lang="en-US" sz="900">
                <a:solidFill>
                  <a:srgbClr val="FFFFFF"/>
                </a:solidFill>
              </a:rPr>
              <a:t>38</a:t>
            </a:r>
            <a:endParaRPr lang="en-US" sz="900" dirty="0"/>
          </a:p>
        </p:txBody>
      </p:sp>
      <p:sp>
        <p:nvSpPr>
          <p:cNvPr id="10" name="Shape 8"/>
          <p:cNvSpPr/>
          <p:nvPr/>
        </p:nvSpPr>
        <p:spPr>
          <a:xfrm>
            <a:off x="356616" y="1417320"/>
            <a:ext cx="1627632" cy="365760"/>
          </a:xfrm>
          <a:prstGeom prst="rect">
            <a:avLst/>
          </a:prstGeom>
          <a:solidFill>
            <a:srgbClr val="0F2A47"/>
          </a:solidFill>
          <a:ln w="12700">
            <a:solidFill>
              <a:srgbClr val="0F2A47"/>
            </a:solidFill>
            <a:prstDash val="solid"/>
          </a:ln>
        </p:spPr>
        <p:txBody>
          <a:bodyPr/>
          <a:lstStyle/>
          <a:p>
            <a:endParaRPr lang="en-US"/>
          </a:p>
        </p:txBody>
      </p:sp>
      <p:sp>
        <p:nvSpPr>
          <p:cNvPr id="11" name="Text 9"/>
          <p:cNvSpPr>
            <a:spLocks/>
          </p:cNvSpPr>
          <p:nvPr/>
        </p:nvSpPr>
        <p:spPr>
          <a:xfrm>
            <a:off x="448056" y="1417320"/>
            <a:ext cx="1444752" cy="365760"/>
          </a:xfrm>
          <a:prstGeom prst="rect">
            <a:avLst/>
          </a:prstGeom>
          <a:noFill/>
          <a:ln/>
        </p:spPr>
        <p:txBody>
          <a:bodyPr wrap="square" lIns="0" tIns="0" rIns="0" bIns="0" rtlCol="0" anchor="ctr"/>
          <a:lstStyle/>
          <a:p>
            <a:pPr marL="0" indent="0">
              <a:buNone/>
            </a:pPr>
            <a:r>
              <a:rPr lang="en-US" sz="1100" b="1" dirty="0">
                <a:solidFill>
                  <a:srgbClr val="00A896"/>
                </a:solidFill>
              </a:rPr>
              <a:t>01  Intake</a:t>
            </a:r>
            <a:endParaRPr lang="en-US" sz="1100" dirty="0"/>
          </a:p>
        </p:txBody>
      </p:sp>
      <p:sp>
        <p:nvSpPr>
          <p:cNvPr id="12" name="Shape 10"/>
          <p:cNvSpPr>
            <a:spLocks/>
          </p:cNvSpPr>
          <p:nvPr/>
        </p:nvSpPr>
        <p:spPr>
          <a:xfrm>
            <a:off x="356616" y="1783080"/>
            <a:ext cx="1627632" cy="914400"/>
          </a:xfrm>
          <a:prstGeom prst="rect">
            <a:avLst/>
          </a:prstGeom>
          <a:solidFill>
            <a:srgbClr val="FFFFFF"/>
          </a:solidFill>
          <a:ln w="9525">
            <a:solidFill>
              <a:srgbClr val="D8D3C7"/>
            </a:solidFill>
            <a:prstDash val="solid"/>
          </a:ln>
        </p:spPr>
        <p:txBody>
          <a:bodyPr/>
          <a:lstStyle/>
          <a:p>
            <a:endParaRPr lang="en-US"/>
          </a:p>
        </p:txBody>
      </p:sp>
      <p:sp>
        <p:nvSpPr>
          <p:cNvPr id="13" name="Text 11"/>
          <p:cNvSpPr>
            <a:spLocks/>
          </p:cNvSpPr>
          <p:nvPr/>
        </p:nvSpPr>
        <p:spPr>
          <a:xfrm>
            <a:off x="448056" y="1828800"/>
            <a:ext cx="1444752" cy="822960"/>
          </a:xfrm>
          <a:prstGeom prst="rect">
            <a:avLst/>
          </a:prstGeom>
          <a:noFill/>
          <a:ln/>
        </p:spPr>
        <p:txBody>
          <a:bodyPr wrap="square" lIns="0" tIns="0" rIns="0" bIns="0" rtlCol="0" anchor="ctr"/>
          <a:lstStyle/>
          <a:p>
            <a:pPr marL="0" indent="0">
              <a:buNone/>
            </a:pPr>
            <a:r>
              <a:rPr lang="en-US" sz="1000" dirty="0">
                <a:solidFill>
                  <a:srgbClr val="1E293B"/>
                </a:solidFill>
              </a:rPr>
              <a:t>Program submits source + target inputs via PMO request form.</a:t>
            </a:r>
            <a:endParaRPr lang="en-US" sz="1000" dirty="0"/>
          </a:p>
        </p:txBody>
      </p:sp>
      <p:sp>
        <p:nvSpPr>
          <p:cNvPr id="14" name="Shape 12"/>
          <p:cNvSpPr/>
          <p:nvPr/>
        </p:nvSpPr>
        <p:spPr>
          <a:xfrm>
            <a:off x="2057400" y="1417320"/>
            <a:ext cx="1627632" cy="365760"/>
          </a:xfrm>
          <a:prstGeom prst="rect">
            <a:avLst/>
          </a:prstGeom>
          <a:solidFill>
            <a:srgbClr val="0F2A47"/>
          </a:solidFill>
          <a:ln w="12700">
            <a:solidFill>
              <a:srgbClr val="0F2A47"/>
            </a:solidFill>
            <a:prstDash val="solid"/>
          </a:ln>
        </p:spPr>
        <p:txBody>
          <a:bodyPr/>
          <a:lstStyle/>
          <a:p>
            <a:endParaRPr lang="en-US"/>
          </a:p>
        </p:txBody>
      </p:sp>
      <p:sp>
        <p:nvSpPr>
          <p:cNvPr id="15" name="Text 13"/>
          <p:cNvSpPr/>
          <p:nvPr/>
        </p:nvSpPr>
        <p:spPr>
          <a:xfrm>
            <a:off x="2148840" y="1417320"/>
            <a:ext cx="1444752" cy="365760"/>
          </a:xfrm>
          <a:prstGeom prst="rect">
            <a:avLst/>
          </a:prstGeom>
          <a:noFill/>
          <a:ln/>
        </p:spPr>
        <p:txBody>
          <a:bodyPr wrap="square" lIns="0" tIns="0" rIns="0" bIns="0" rtlCol="0" anchor="ctr"/>
          <a:lstStyle/>
          <a:p>
            <a:pPr marL="0" indent="0">
              <a:buNone/>
            </a:pPr>
            <a:r>
              <a:rPr lang="en-US" sz="1100" b="1" dirty="0">
                <a:solidFill>
                  <a:srgbClr val="00A896"/>
                </a:solidFill>
              </a:rPr>
              <a:t>02  Provision</a:t>
            </a:r>
            <a:endParaRPr lang="en-US" sz="1100" dirty="0"/>
          </a:p>
        </p:txBody>
      </p:sp>
      <p:sp>
        <p:nvSpPr>
          <p:cNvPr id="16" name="Shape 14"/>
          <p:cNvSpPr>
            <a:spLocks/>
          </p:cNvSpPr>
          <p:nvPr/>
        </p:nvSpPr>
        <p:spPr>
          <a:xfrm>
            <a:off x="2057400" y="1783080"/>
            <a:ext cx="1627632" cy="914400"/>
          </a:xfrm>
          <a:prstGeom prst="rect">
            <a:avLst/>
          </a:prstGeom>
          <a:solidFill>
            <a:srgbClr val="FFFFFF"/>
          </a:solidFill>
          <a:ln w="9525">
            <a:solidFill>
              <a:srgbClr val="D8D3C7"/>
            </a:solidFill>
            <a:prstDash val="solid"/>
          </a:ln>
        </p:spPr>
        <p:txBody>
          <a:bodyPr/>
          <a:lstStyle/>
          <a:p>
            <a:endParaRPr lang="en-US"/>
          </a:p>
        </p:txBody>
      </p:sp>
      <p:sp>
        <p:nvSpPr>
          <p:cNvPr id="17" name="Text 15"/>
          <p:cNvSpPr>
            <a:spLocks/>
          </p:cNvSpPr>
          <p:nvPr/>
        </p:nvSpPr>
        <p:spPr>
          <a:xfrm>
            <a:off x="2148840" y="1828800"/>
            <a:ext cx="1444752" cy="822960"/>
          </a:xfrm>
          <a:prstGeom prst="rect">
            <a:avLst/>
          </a:prstGeom>
          <a:noFill/>
          <a:ln/>
        </p:spPr>
        <p:txBody>
          <a:bodyPr wrap="square" lIns="0" tIns="0" rIns="0" bIns="0" rtlCol="0" anchor="ctr"/>
          <a:lstStyle/>
          <a:p>
            <a:pPr marL="0" indent="0">
              <a:buNone/>
            </a:pPr>
            <a:r>
              <a:rPr lang="en-US" sz="1000" dirty="0">
                <a:solidFill>
                  <a:srgbClr val="1E293B"/>
                </a:solidFill>
              </a:rPr>
              <a:t>PMO assigns tier; EA provides glossary slice + overlays.</a:t>
            </a:r>
            <a:endParaRPr lang="en-US" sz="1000" dirty="0"/>
          </a:p>
        </p:txBody>
      </p:sp>
      <p:sp>
        <p:nvSpPr>
          <p:cNvPr id="18" name="Shape 16"/>
          <p:cNvSpPr>
            <a:spLocks/>
          </p:cNvSpPr>
          <p:nvPr/>
        </p:nvSpPr>
        <p:spPr>
          <a:xfrm>
            <a:off x="3758184" y="1417320"/>
            <a:ext cx="1627632" cy="365760"/>
          </a:xfrm>
          <a:prstGeom prst="rect">
            <a:avLst/>
          </a:prstGeom>
          <a:solidFill>
            <a:srgbClr val="0F2A47"/>
          </a:solidFill>
          <a:ln w="12700">
            <a:solidFill>
              <a:srgbClr val="0F2A47"/>
            </a:solidFill>
            <a:prstDash val="solid"/>
          </a:ln>
        </p:spPr>
        <p:txBody>
          <a:bodyPr/>
          <a:lstStyle/>
          <a:p>
            <a:endParaRPr lang="en-US"/>
          </a:p>
        </p:txBody>
      </p:sp>
      <p:sp>
        <p:nvSpPr>
          <p:cNvPr id="19" name="Text 17"/>
          <p:cNvSpPr/>
          <p:nvPr/>
        </p:nvSpPr>
        <p:spPr>
          <a:xfrm>
            <a:off x="3849624" y="1417320"/>
            <a:ext cx="1444752" cy="365760"/>
          </a:xfrm>
          <a:prstGeom prst="rect">
            <a:avLst/>
          </a:prstGeom>
          <a:noFill/>
          <a:ln/>
        </p:spPr>
        <p:txBody>
          <a:bodyPr wrap="square" lIns="0" tIns="0" rIns="0" bIns="0" rtlCol="0" anchor="ctr"/>
          <a:lstStyle/>
          <a:p>
            <a:pPr marL="0" indent="0">
              <a:buNone/>
            </a:pPr>
            <a:r>
              <a:rPr lang="en-US" sz="1100" b="1" dirty="0">
                <a:solidFill>
                  <a:srgbClr val="00A896"/>
                </a:solidFill>
              </a:rPr>
              <a:t>03  Map &amp; Review</a:t>
            </a:r>
            <a:endParaRPr lang="en-US" sz="1100" dirty="0"/>
          </a:p>
        </p:txBody>
      </p:sp>
      <p:sp>
        <p:nvSpPr>
          <p:cNvPr id="20" name="Shape 18"/>
          <p:cNvSpPr/>
          <p:nvPr/>
        </p:nvSpPr>
        <p:spPr>
          <a:xfrm>
            <a:off x="3758184" y="1783080"/>
            <a:ext cx="1627632" cy="914400"/>
          </a:xfrm>
          <a:prstGeom prst="rect">
            <a:avLst/>
          </a:prstGeom>
          <a:solidFill>
            <a:srgbClr val="FFFFFF"/>
          </a:solidFill>
          <a:ln w="9525">
            <a:solidFill>
              <a:srgbClr val="D8D3C7"/>
            </a:solidFill>
            <a:prstDash val="solid"/>
          </a:ln>
        </p:spPr>
        <p:txBody>
          <a:bodyPr/>
          <a:lstStyle/>
          <a:p>
            <a:endParaRPr lang="en-US"/>
          </a:p>
        </p:txBody>
      </p:sp>
      <p:sp>
        <p:nvSpPr>
          <p:cNvPr id="21" name="Text 19"/>
          <p:cNvSpPr>
            <a:spLocks/>
          </p:cNvSpPr>
          <p:nvPr/>
        </p:nvSpPr>
        <p:spPr>
          <a:xfrm>
            <a:off x="3849624" y="1828800"/>
            <a:ext cx="1444752" cy="822960"/>
          </a:xfrm>
          <a:prstGeom prst="rect">
            <a:avLst/>
          </a:prstGeom>
          <a:noFill/>
          <a:ln/>
        </p:spPr>
        <p:txBody>
          <a:bodyPr wrap="square" lIns="0" tIns="0" rIns="0" bIns="0" rtlCol="0" anchor="ctr"/>
          <a:lstStyle/>
          <a:p>
            <a:pPr marL="0" indent="0">
              <a:buNone/>
            </a:pPr>
            <a:r>
              <a:rPr lang="en-US" sz="1000" dirty="0">
                <a:solidFill>
                  <a:srgbClr val="1E293B"/>
                </a:solidFill>
              </a:rPr>
              <a:t>Semantra produces ranked candidates with explanations.</a:t>
            </a:r>
            <a:endParaRPr lang="en-US" sz="1000" dirty="0"/>
          </a:p>
        </p:txBody>
      </p:sp>
      <p:sp>
        <p:nvSpPr>
          <p:cNvPr id="22" name="Shape 20"/>
          <p:cNvSpPr>
            <a:spLocks/>
          </p:cNvSpPr>
          <p:nvPr/>
        </p:nvSpPr>
        <p:spPr>
          <a:xfrm>
            <a:off x="5458968" y="1417320"/>
            <a:ext cx="1627632" cy="365760"/>
          </a:xfrm>
          <a:prstGeom prst="rect">
            <a:avLst/>
          </a:prstGeom>
          <a:solidFill>
            <a:srgbClr val="0F2A47"/>
          </a:solidFill>
          <a:ln w="12700">
            <a:solidFill>
              <a:srgbClr val="0F2A47"/>
            </a:solidFill>
            <a:prstDash val="solid"/>
          </a:ln>
        </p:spPr>
        <p:txBody>
          <a:bodyPr/>
          <a:lstStyle/>
          <a:p>
            <a:endParaRPr lang="en-US"/>
          </a:p>
        </p:txBody>
      </p:sp>
      <p:sp>
        <p:nvSpPr>
          <p:cNvPr id="23" name="Text 21"/>
          <p:cNvSpPr>
            <a:spLocks/>
          </p:cNvSpPr>
          <p:nvPr/>
        </p:nvSpPr>
        <p:spPr>
          <a:xfrm>
            <a:off x="5550408" y="1417320"/>
            <a:ext cx="1444752" cy="365760"/>
          </a:xfrm>
          <a:prstGeom prst="rect">
            <a:avLst/>
          </a:prstGeom>
          <a:noFill/>
          <a:ln/>
        </p:spPr>
        <p:txBody>
          <a:bodyPr wrap="square" lIns="0" tIns="0" rIns="0" bIns="0" rtlCol="0" anchor="ctr"/>
          <a:lstStyle/>
          <a:p>
            <a:pPr marL="0" indent="0">
              <a:buNone/>
            </a:pPr>
            <a:r>
              <a:rPr lang="en-US" sz="1100" b="1" dirty="0">
                <a:solidFill>
                  <a:srgbClr val="00A896"/>
                </a:solidFill>
              </a:rPr>
              <a:t>04  Approve</a:t>
            </a:r>
            <a:endParaRPr lang="en-US" sz="1100" dirty="0"/>
          </a:p>
        </p:txBody>
      </p:sp>
      <p:sp>
        <p:nvSpPr>
          <p:cNvPr id="24" name="Shape 22"/>
          <p:cNvSpPr/>
          <p:nvPr/>
        </p:nvSpPr>
        <p:spPr>
          <a:xfrm>
            <a:off x="5458968" y="1783080"/>
            <a:ext cx="1627632" cy="914400"/>
          </a:xfrm>
          <a:prstGeom prst="rect">
            <a:avLst/>
          </a:prstGeom>
          <a:solidFill>
            <a:srgbClr val="FFFFFF"/>
          </a:solidFill>
          <a:ln w="9525">
            <a:solidFill>
              <a:srgbClr val="D8D3C7"/>
            </a:solidFill>
            <a:prstDash val="solid"/>
          </a:ln>
        </p:spPr>
        <p:txBody>
          <a:bodyPr/>
          <a:lstStyle/>
          <a:p>
            <a:endParaRPr lang="en-US"/>
          </a:p>
        </p:txBody>
      </p:sp>
      <p:sp>
        <p:nvSpPr>
          <p:cNvPr id="25" name="Text 23"/>
          <p:cNvSpPr/>
          <p:nvPr/>
        </p:nvSpPr>
        <p:spPr>
          <a:xfrm>
            <a:off x="5550408" y="1828800"/>
            <a:ext cx="1444752" cy="822960"/>
          </a:xfrm>
          <a:prstGeom prst="rect">
            <a:avLst/>
          </a:prstGeom>
          <a:noFill/>
          <a:ln/>
        </p:spPr>
        <p:txBody>
          <a:bodyPr wrap="square" lIns="0" tIns="0" rIns="0" bIns="0" rtlCol="0" anchor="ctr"/>
          <a:lstStyle/>
          <a:p>
            <a:pPr marL="0" indent="0">
              <a:buNone/>
            </a:pPr>
            <a:r>
              <a:rPr lang="en-US" sz="1000" dirty="0">
                <a:solidFill>
                  <a:srgbClr val="1E293B"/>
                </a:solidFill>
              </a:rPr>
              <a:t>Mapping set moves draft → review → approved with audit.</a:t>
            </a:r>
            <a:endParaRPr lang="en-US" sz="1000" dirty="0"/>
          </a:p>
        </p:txBody>
      </p:sp>
      <p:sp>
        <p:nvSpPr>
          <p:cNvPr id="26" name="Shape 24"/>
          <p:cNvSpPr>
            <a:spLocks/>
          </p:cNvSpPr>
          <p:nvPr/>
        </p:nvSpPr>
        <p:spPr>
          <a:xfrm>
            <a:off x="7159752" y="1417320"/>
            <a:ext cx="1627632" cy="365760"/>
          </a:xfrm>
          <a:prstGeom prst="rect">
            <a:avLst/>
          </a:prstGeom>
          <a:solidFill>
            <a:srgbClr val="0F2A47"/>
          </a:solidFill>
          <a:ln w="12700">
            <a:solidFill>
              <a:srgbClr val="0F2A47"/>
            </a:solidFill>
            <a:prstDash val="solid"/>
          </a:ln>
        </p:spPr>
        <p:txBody>
          <a:bodyPr/>
          <a:lstStyle/>
          <a:p>
            <a:endParaRPr lang="en-US"/>
          </a:p>
        </p:txBody>
      </p:sp>
      <p:sp>
        <p:nvSpPr>
          <p:cNvPr id="27" name="Text 25"/>
          <p:cNvSpPr>
            <a:spLocks/>
          </p:cNvSpPr>
          <p:nvPr/>
        </p:nvSpPr>
        <p:spPr>
          <a:xfrm>
            <a:off x="7251192" y="1417320"/>
            <a:ext cx="1444752" cy="365760"/>
          </a:xfrm>
          <a:prstGeom prst="rect">
            <a:avLst/>
          </a:prstGeom>
          <a:noFill/>
          <a:ln/>
        </p:spPr>
        <p:txBody>
          <a:bodyPr wrap="square" lIns="0" tIns="0" rIns="0" bIns="0" rtlCol="0" anchor="ctr"/>
          <a:lstStyle/>
          <a:p>
            <a:pPr marL="0" indent="0">
              <a:buNone/>
            </a:pPr>
            <a:r>
              <a:rPr lang="en-US" sz="1100" b="1" dirty="0">
                <a:solidFill>
                  <a:srgbClr val="00A896"/>
                </a:solidFill>
              </a:rPr>
              <a:t>05  Hand-off</a:t>
            </a:r>
            <a:endParaRPr lang="en-US" sz="1100" dirty="0"/>
          </a:p>
        </p:txBody>
      </p:sp>
      <p:sp>
        <p:nvSpPr>
          <p:cNvPr id="28" name="Shape 26"/>
          <p:cNvSpPr>
            <a:spLocks/>
          </p:cNvSpPr>
          <p:nvPr/>
        </p:nvSpPr>
        <p:spPr>
          <a:xfrm>
            <a:off x="7159752" y="1783080"/>
            <a:ext cx="1627632" cy="914400"/>
          </a:xfrm>
          <a:prstGeom prst="rect">
            <a:avLst/>
          </a:prstGeom>
          <a:solidFill>
            <a:srgbClr val="FFFFFF"/>
          </a:solidFill>
          <a:ln w="9525">
            <a:solidFill>
              <a:srgbClr val="D8D3C7"/>
            </a:solidFill>
            <a:prstDash val="solid"/>
          </a:ln>
        </p:spPr>
        <p:txBody>
          <a:bodyPr/>
          <a:lstStyle/>
          <a:p>
            <a:endParaRPr lang="en-US"/>
          </a:p>
        </p:txBody>
      </p:sp>
      <p:sp>
        <p:nvSpPr>
          <p:cNvPr id="29" name="Text 27"/>
          <p:cNvSpPr/>
          <p:nvPr/>
        </p:nvSpPr>
        <p:spPr>
          <a:xfrm>
            <a:off x="7251192" y="1828800"/>
            <a:ext cx="1444752" cy="822960"/>
          </a:xfrm>
          <a:prstGeom prst="rect">
            <a:avLst/>
          </a:prstGeom>
          <a:noFill/>
          <a:ln/>
        </p:spPr>
        <p:txBody>
          <a:bodyPr wrap="square" lIns="0" tIns="0" rIns="0" bIns="0" rtlCol="0" anchor="ctr"/>
          <a:lstStyle/>
          <a:p>
            <a:pPr marL="0" indent="0">
              <a:buNone/>
            </a:pPr>
            <a:r>
              <a:rPr lang="en-US" sz="1000" dirty="0">
                <a:solidFill>
                  <a:srgbClr val="1E293B"/>
                </a:solidFill>
              </a:rPr>
              <a:t>Pandas codegen + test sets delivered; corrections returned.</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4080277608"/>
              </p:ext>
            </p:extLst>
          </p:nvPr>
        </p:nvGraphicFramePr>
        <p:xfrm>
          <a:off x="457200" y="2880360"/>
          <a:ext cx="8229600" cy="1755648"/>
        </p:xfrm>
        <a:graphic>
          <a:graphicData uri="http://schemas.openxmlformats.org/drawingml/2006/table">
            <a:tbl>
              <a:tblPr/>
              <a:tblGrid>
                <a:gridCol w="31089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29260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Activity</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Program</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PMO</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EA</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Semantra Team</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extLst>
                  <a:ext uri="{0D108BD9-81ED-4DB2-BD59-A6C34878D82A}">
                    <a16:rowId xmlns:a16="http://schemas.microsoft.com/office/drawing/2014/main" val="10000"/>
                  </a:ext>
                </a:extLst>
              </a:tr>
              <a:tr h="292608">
                <a:tc>
                  <a:txBody>
                    <a:bodyPr/>
                    <a:lstStyle/>
                    <a:p>
                      <a:pPr marL="0" indent="0" algn="l">
                        <a:buNone/>
                      </a:pPr>
                      <a:r>
                        <a:rPr lang="en-US" sz="1000" b="1" dirty="0">
                          <a:solidFill>
                            <a:srgbClr val="0F2A47"/>
                          </a:solidFill>
                          <a:latin typeface="Calibri" pitchFamily="34" charset="0"/>
                          <a:ea typeface="Calibri" pitchFamily="34" charset="-122"/>
                          <a:cs typeface="Calibri" pitchFamily="34" charset="-120"/>
                        </a:rPr>
                        <a:t>Submit intake &amp; inputs</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DE7C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000" b="1" dirty="0">
                          <a:solidFill>
                            <a:srgbClr val="0F2A47"/>
                          </a:solidFill>
                          <a:latin typeface="Calibri" pitchFamily="34" charset="0"/>
                          <a:ea typeface="Calibri" pitchFamily="34" charset="-122"/>
                          <a:cs typeface="Calibri" pitchFamily="34" charset="-120"/>
                        </a:rPr>
                        <a:t>Tier assignment &amp; onboarding</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lgn="l">
                        <a:buNone/>
                      </a:pPr>
                      <a:r>
                        <a:rPr lang="en-US" sz="1000" b="1" dirty="0">
                          <a:solidFill>
                            <a:srgbClr val="0F2A47"/>
                          </a:solidFill>
                          <a:latin typeface="Calibri" pitchFamily="34" charset="0"/>
                          <a:ea typeface="Calibri" pitchFamily="34" charset="-122"/>
                          <a:cs typeface="Calibri" pitchFamily="34" charset="-120"/>
                        </a:rPr>
                        <a:t>Glossary &amp; overlay alignment</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lgn="l">
                        <a:buNone/>
                      </a:pPr>
                      <a:r>
                        <a:rPr lang="en-US" sz="1000" b="1" dirty="0">
                          <a:solidFill>
                            <a:srgbClr val="0F2A47"/>
                          </a:solidFill>
                          <a:latin typeface="Calibri" pitchFamily="34" charset="0"/>
                          <a:ea typeface="Calibri" pitchFamily="34" charset="-122"/>
                          <a:cs typeface="Calibri" pitchFamily="34" charset="-120"/>
                        </a:rPr>
                        <a:t>Mapping review &amp; approval</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DE7C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lgn="l">
                        <a:buNone/>
                      </a:pPr>
                      <a:r>
                        <a:rPr lang="en-US" sz="1000" b="1" dirty="0">
                          <a:solidFill>
                            <a:srgbClr val="0F2A47"/>
                          </a:solidFill>
                          <a:latin typeface="Calibri" pitchFamily="34" charset="0"/>
                          <a:ea typeface="Calibri" pitchFamily="34" charset="-122"/>
                          <a:cs typeface="Calibri" pitchFamily="34" charset="-120"/>
                        </a:rPr>
                        <a:t>Codegen &amp; test handoff</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I</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extLst>
                  <a:ext uri="{0D108BD9-81ED-4DB2-BD59-A6C34878D82A}">
                    <a16:rowId xmlns:a16="http://schemas.microsoft.com/office/drawing/2014/main" val="10005"/>
                  </a:ext>
                </a:extLst>
              </a:tr>
            </a:tbl>
          </a:graphicData>
        </a:graphic>
      </p:graphicFrame>
      <p:sp>
        <p:nvSpPr>
          <p:cNvPr id="31" name="Text 28"/>
          <p:cNvSpPr/>
          <p:nvPr/>
        </p:nvSpPr>
        <p:spPr>
          <a:xfrm>
            <a:off x="457200" y="4617720"/>
            <a:ext cx="8229600" cy="274320"/>
          </a:xfrm>
          <a:prstGeom prst="rect">
            <a:avLst/>
          </a:prstGeom>
          <a:noFill/>
          <a:ln/>
        </p:spPr>
        <p:txBody>
          <a:bodyPr wrap="square" lIns="0" tIns="0" rIns="0" bIns="0" rtlCol="0" anchor="ctr"/>
          <a:lstStyle/>
          <a:p>
            <a:pPr marL="0" indent="0" algn="ctr">
              <a:buNone/>
            </a:pPr>
            <a:r>
              <a:rPr lang="en-US" sz="900" i="1" dirty="0">
                <a:solidFill>
                  <a:srgbClr val="64748B"/>
                </a:solidFill>
              </a:rPr>
              <a:t>R = Responsible    A = Accountable    C = Consulted    I = Informed</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a:spLocks/>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Semantra at a Glance</a:t>
            </a:r>
            <a:endParaRPr lang="en-US" sz="2200" dirty="0"/>
          </a:p>
        </p:txBody>
      </p:sp>
      <p:sp>
        <p:nvSpPr>
          <p:cNvPr id="5" name="Text 3"/>
          <p:cNvSpPr>
            <a:spLocks/>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Executive one-pager  ·  Explainable schema mapping  ·  PMO service candidate  ·  EA-anchored</a:t>
            </a:r>
            <a:endParaRPr lang="en-US" sz="1100" dirty="0"/>
          </a:p>
        </p:txBody>
      </p:sp>
      <p:sp>
        <p:nvSpPr>
          <p:cNvPr id="6" name="Text 4"/>
          <p:cNvSpPr>
            <a:spLocks/>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dirty="0">
                <a:solidFill>
                  <a:srgbClr val="00A896"/>
                </a:solidFill>
              </a:rPr>
              <a:t>SEMANTRA</a:t>
            </a:r>
            <a:endParaRPr lang="en-US" sz="900" dirty="0"/>
          </a:p>
        </p:txBody>
      </p:sp>
      <p:sp>
        <p:nvSpPr>
          <p:cNvPr id="7" name="Shape 5"/>
          <p:cNvSpPr/>
          <p:nvPr/>
        </p:nvSpPr>
        <p:spPr>
          <a:xfrm>
            <a:off x="370332" y="1417320"/>
            <a:ext cx="2011680" cy="868680"/>
          </a:xfrm>
          <a:prstGeom prst="rect">
            <a:avLst/>
          </a:prstGeom>
          <a:solidFill>
            <a:srgbClr val="FFFFFF"/>
          </a:solidFill>
          <a:ln w="9525">
            <a:solidFill>
              <a:srgbClr val="D8D3C7"/>
            </a:solidFill>
            <a:prstDash val="solid"/>
          </a:ln>
        </p:spPr>
        <p:txBody>
          <a:bodyPr/>
          <a:lstStyle/>
          <a:p>
            <a:endParaRPr lang="en-US"/>
          </a:p>
        </p:txBody>
      </p:sp>
      <p:sp>
        <p:nvSpPr>
          <p:cNvPr id="8" name="Shape 6"/>
          <p:cNvSpPr/>
          <p:nvPr/>
        </p:nvSpPr>
        <p:spPr>
          <a:xfrm>
            <a:off x="370332" y="1417320"/>
            <a:ext cx="73152" cy="868680"/>
          </a:xfrm>
          <a:prstGeom prst="rect">
            <a:avLst/>
          </a:prstGeom>
          <a:solidFill>
            <a:srgbClr val="00A896"/>
          </a:solidFill>
          <a:ln w="12700">
            <a:solidFill>
              <a:srgbClr val="00A896"/>
            </a:solidFill>
            <a:prstDash val="solid"/>
          </a:ln>
        </p:spPr>
        <p:txBody>
          <a:bodyPr/>
          <a:lstStyle/>
          <a:p>
            <a:endParaRPr lang="en-US"/>
          </a:p>
        </p:txBody>
      </p:sp>
      <p:sp>
        <p:nvSpPr>
          <p:cNvPr id="9" name="Text 7"/>
          <p:cNvSpPr>
            <a:spLocks/>
          </p:cNvSpPr>
          <p:nvPr/>
        </p:nvSpPr>
        <p:spPr>
          <a:xfrm>
            <a:off x="507492" y="1508760"/>
            <a:ext cx="1783080" cy="36576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Deterministic-first</a:t>
            </a:r>
            <a:endParaRPr lang="en-US" sz="1400" dirty="0"/>
          </a:p>
        </p:txBody>
      </p:sp>
      <p:sp>
        <p:nvSpPr>
          <p:cNvPr id="10" name="Text 8"/>
          <p:cNvSpPr>
            <a:spLocks/>
          </p:cNvSpPr>
          <p:nvPr/>
        </p:nvSpPr>
        <p:spPr>
          <a:xfrm>
            <a:off x="507492" y="1874520"/>
            <a:ext cx="1783080" cy="365760"/>
          </a:xfrm>
          <a:prstGeom prst="rect">
            <a:avLst/>
          </a:prstGeom>
          <a:noFill/>
          <a:ln/>
        </p:spPr>
        <p:txBody>
          <a:bodyPr wrap="square" lIns="0" tIns="0" rIns="0" bIns="0" rtlCol="0" anchor="ctr"/>
          <a:lstStyle/>
          <a:p>
            <a:pPr marL="0" indent="0">
              <a:buNone/>
            </a:pPr>
            <a:r>
              <a:rPr lang="en-US" sz="1000" dirty="0">
                <a:solidFill>
                  <a:srgbClr val="1E293B"/>
                </a:solidFill>
              </a:rPr>
              <a:t>AI used only in bounded steps</a:t>
            </a:r>
            <a:endParaRPr lang="en-US" sz="1000" dirty="0"/>
          </a:p>
        </p:txBody>
      </p:sp>
      <p:sp>
        <p:nvSpPr>
          <p:cNvPr id="11" name="Shape 9"/>
          <p:cNvSpPr/>
          <p:nvPr/>
        </p:nvSpPr>
        <p:spPr>
          <a:xfrm>
            <a:off x="2500884" y="1417320"/>
            <a:ext cx="2011680" cy="868680"/>
          </a:xfrm>
          <a:prstGeom prst="rect">
            <a:avLst/>
          </a:prstGeom>
          <a:solidFill>
            <a:srgbClr val="FFFFFF"/>
          </a:solidFill>
          <a:ln w="9525">
            <a:solidFill>
              <a:srgbClr val="D8D3C7"/>
            </a:solidFill>
            <a:prstDash val="solid"/>
          </a:ln>
        </p:spPr>
        <p:txBody>
          <a:bodyPr/>
          <a:lstStyle/>
          <a:p>
            <a:endParaRPr lang="en-US"/>
          </a:p>
        </p:txBody>
      </p:sp>
      <p:sp>
        <p:nvSpPr>
          <p:cNvPr id="12" name="Shape 10"/>
          <p:cNvSpPr/>
          <p:nvPr/>
        </p:nvSpPr>
        <p:spPr>
          <a:xfrm>
            <a:off x="2500884" y="1417320"/>
            <a:ext cx="73152" cy="868680"/>
          </a:xfrm>
          <a:prstGeom prst="rect">
            <a:avLst/>
          </a:prstGeom>
          <a:solidFill>
            <a:srgbClr val="0F2A47"/>
          </a:solidFill>
          <a:ln w="12700">
            <a:solidFill>
              <a:srgbClr val="0F2A47"/>
            </a:solidFill>
            <a:prstDash val="solid"/>
          </a:ln>
        </p:spPr>
        <p:txBody>
          <a:bodyPr/>
          <a:lstStyle/>
          <a:p>
            <a:endParaRPr lang="en-US"/>
          </a:p>
        </p:txBody>
      </p:sp>
      <p:sp>
        <p:nvSpPr>
          <p:cNvPr id="13" name="Text 11"/>
          <p:cNvSpPr>
            <a:spLocks/>
          </p:cNvSpPr>
          <p:nvPr/>
        </p:nvSpPr>
        <p:spPr>
          <a:xfrm>
            <a:off x="2638044" y="1508760"/>
            <a:ext cx="1783080" cy="36576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10 areas</a:t>
            </a:r>
            <a:endParaRPr lang="en-US" sz="1400" dirty="0"/>
          </a:p>
        </p:txBody>
      </p:sp>
      <p:sp>
        <p:nvSpPr>
          <p:cNvPr id="14" name="Text 12"/>
          <p:cNvSpPr>
            <a:spLocks/>
          </p:cNvSpPr>
          <p:nvPr/>
        </p:nvSpPr>
        <p:spPr>
          <a:xfrm>
            <a:off x="2638044" y="1874520"/>
            <a:ext cx="1783080" cy="365760"/>
          </a:xfrm>
          <a:prstGeom prst="rect">
            <a:avLst/>
          </a:prstGeom>
          <a:noFill/>
          <a:ln/>
        </p:spPr>
        <p:txBody>
          <a:bodyPr wrap="square" lIns="0" tIns="0" rIns="0" bIns="0" rtlCol="0" anchor="ctr"/>
          <a:lstStyle/>
          <a:p>
            <a:pPr marL="0" indent="0">
              <a:buNone/>
            </a:pPr>
            <a:r>
              <a:rPr lang="en-US" sz="1000" dirty="0">
                <a:solidFill>
                  <a:srgbClr val="1E293B"/>
                </a:solidFill>
              </a:rPr>
              <a:t>From ingest to evaluation, including catalog</a:t>
            </a:r>
            <a:endParaRPr lang="en-US" sz="1000" dirty="0"/>
          </a:p>
        </p:txBody>
      </p:sp>
      <p:sp>
        <p:nvSpPr>
          <p:cNvPr id="15" name="Shape 13"/>
          <p:cNvSpPr/>
          <p:nvPr/>
        </p:nvSpPr>
        <p:spPr>
          <a:xfrm>
            <a:off x="4631436" y="1417320"/>
            <a:ext cx="2011680" cy="868680"/>
          </a:xfrm>
          <a:prstGeom prst="rect">
            <a:avLst/>
          </a:prstGeom>
          <a:solidFill>
            <a:srgbClr val="FFFFFF"/>
          </a:solidFill>
          <a:ln w="9525">
            <a:solidFill>
              <a:srgbClr val="D8D3C7"/>
            </a:solidFill>
            <a:prstDash val="solid"/>
          </a:ln>
        </p:spPr>
        <p:txBody>
          <a:bodyPr/>
          <a:lstStyle/>
          <a:p>
            <a:endParaRPr lang="en-US"/>
          </a:p>
        </p:txBody>
      </p:sp>
      <p:sp>
        <p:nvSpPr>
          <p:cNvPr id="16" name="Shape 14"/>
          <p:cNvSpPr/>
          <p:nvPr/>
        </p:nvSpPr>
        <p:spPr>
          <a:xfrm>
            <a:off x="4631436" y="1417320"/>
            <a:ext cx="73152" cy="868680"/>
          </a:xfrm>
          <a:prstGeom prst="rect">
            <a:avLst/>
          </a:prstGeom>
          <a:solidFill>
            <a:srgbClr val="028090"/>
          </a:solidFill>
          <a:ln w="12700">
            <a:solidFill>
              <a:srgbClr val="028090"/>
            </a:solidFill>
            <a:prstDash val="solid"/>
          </a:ln>
        </p:spPr>
        <p:txBody>
          <a:bodyPr/>
          <a:lstStyle/>
          <a:p>
            <a:pPr marL="0" indent="0">
              <a:buNone/>
            </a:pPr>
            <a:endParaRPr lang="en-US" sz="1400" dirty="0"/>
          </a:p>
        </p:txBody>
      </p:sp>
      <p:sp>
        <p:nvSpPr>
          <p:cNvPr id="17" name="Text 15"/>
          <p:cNvSpPr>
            <a:spLocks/>
          </p:cNvSpPr>
          <p:nvPr/>
        </p:nvSpPr>
        <p:spPr>
          <a:xfrm>
            <a:off x="4768596" y="1508760"/>
            <a:ext cx="1783080" cy="36576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9 workflows</a:t>
            </a:r>
            <a:endParaRPr lang="en-US" sz="1400" dirty="0"/>
          </a:p>
        </p:txBody>
      </p:sp>
      <p:sp>
        <p:nvSpPr>
          <p:cNvPr id="18" name="Text 16"/>
          <p:cNvSpPr>
            <a:spLocks/>
          </p:cNvSpPr>
          <p:nvPr/>
        </p:nvSpPr>
        <p:spPr>
          <a:xfrm>
            <a:off x="4768596" y="1874520"/>
            <a:ext cx="1783080" cy="365760"/>
          </a:xfrm>
          <a:prstGeom prst="rect">
            <a:avLst/>
          </a:prstGeom>
          <a:noFill/>
          <a:ln/>
        </p:spPr>
        <p:txBody>
          <a:bodyPr wrap="square" lIns="0" tIns="0" rIns="0" bIns="0" rtlCol="0" anchor="ctr"/>
          <a:lstStyle/>
          <a:p>
            <a:pPr marL="0" indent="0">
              <a:buNone/>
            </a:pPr>
            <a:r>
              <a:rPr lang="en-US" sz="1000" dirty="0">
                <a:solidFill>
                  <a:srgbClr val="1E293B"/>
                </a:solidFill>
              </a:rPr>
              <a:t>End-to-end coverage incl. discover &amp; reuse</a:t>
            </a:r>
            <a:endParaRPr lang="en-US" sz="1000" dirty="0"/>
          </a:p>
        </p:txBody>
      </p:sp>
      <p:sp>
        <p:nvSpPr>
          <p:cNvPr id="19" name="Shape 17"/>
          <p:cNvSpPr/>
          <p:nvPr/>
        </p:nvSpPr>
        <p:spPr>
          <a:xfrm>
            <a:off x="6761988" y="1417320"/>
            <a:ext cx="2011680" cy="868680"/>
          </a:xfrm>
          <a:prstGeom prst="rect">
            <a:avLst/>
          </a:prstGeom>
          <a:solidFill>
            <a:srgbClr val="FFFFFF"/>
          </a:solidFill>
          <a:ln w="9525">
            <a:solidFill>
              <a:srgbClr val="D8D3C7"/>
            </a:solidFill>
            <a:prstDash val="solid"/>
          </a:ln>
        </p:spPr>
        <p:txBody>
          <a:bodyPr/>
          <a:lstStyle/>
          <a:p>
            <a:endParaRPr lang="en-US"/>
          </a:p>
        </p:txBody>
      </p:sp>
      <p:sp>
        <p:nvSpPr>
          <p:cNvPr id="20" name="Shape 18"/>
          <p:cNvSpPr/>
          <p:nvPr/>
        </p:nvSpPr>
        <p:spPr>
          <a:xfrm>
            <a:off x="6761988" y="1417320"/>
            <a:ext cx="73152" cy="868680"/>
          </a:xfrm>
          <a:prstGeom prst="rect">
            <a:avLst/>
          </a:prstGeom>
          <a:solidFill>
            <a:srgbClr val="F2A65A"/>
          </a:solidFill>
          <a:ln w="12700">
            <a:solidFill>
              <a:srgbClr val="F2A65A"/>
            </a:solidFill>
            <a:prstDash val="solid"/>
          </a:ln>
        </p:spPr>
        <p:txBody>
          <a:bodyPr/>
          <a:lstStyle/>
          <a:p>
            <a:pPr marL="0" indent="0">
              <a:buNone/>
            </a:pPr>
            <a:endParaRPr lang="en-US" sz="1400" dirty="0"/>
          </a:p>
        </p:txBody>
      </p:sp>
      <p:sp>
        <p:nvSpPr>
          <p:cNvPr id="21" name="Text 19"/>
          <p:cNvSpPr>
            <a:spLocks/>
          </p:cNvSpPr>
          <p:nvPr/>
        </p:nvSpPr>
        <p:spPr>
          <a:xfrm>
            <a:off x="6899148" y="1508760"/>
            <a:ext cx="1783080" cy="365760"/>
          </a:xfrm>
          <a:prstGeom prst="rect">
            <a:avLst/>
          </a:prstGeom>
          <a:noFill/>
          <a:ln/>
        </p:spPr>
        <p:txBody>
          <a:bodyPr wrap="square" lIns="0" tIns="0" rIns="0" bIns="0" rtlCol="0" anchor="ctr"/>
          <a:lstStyle/>
          <a:p>
            <a:pPr marL="0" indent="0">
              <a:buNone/>
            </a:pPr>
            <a:r>
              <a:rPr lang="en-US" sz="1400" b="1" dirty="0">
                <a:solidFill>
                  <a:srgbClr val="0F2A47"/>
                </a:solidFill>
                <a:latin typeface="Cambria" pitchFamily="34" charset="0"/>
                <a:ea typeface="Cambria" pitchFamily="34" charset="-122"/>
                <a:cs typeface="Cambria" pitchFamily="34" charset="-120"/>
              </a:rPr>
              <a:t>3 service tiers</a:t>
            </a:r>
            <a:endParaRPr lang="en-US" sz="1400" dirty="0"/>
          </a:p>
        </p:txBody>
      </p:sp>
      <p:sp>
        <p:nvSpPr>
          <p:cNvPr id="22" name="Text 20"/>
          <p:cNvSpPr>
            <a:spLocks/>
          </p:cNvSpPr>
          <p:nvPr/>
        </p:nvSpPr>
        <p:spPr>
          <a:xfrm>
            <a:off x="6899148" y="1874520"/>
            <a:ext cx="1783080" cy="365760"/>
          </a:xfrm>
          <a:prstGeom prst="rect">
            <a:avLst/>
          </a:prstGeom>
          <a:noFill/>
          <a:ln/>
        </p:spPr>
        <p:txBody>
          <a:bodyPr wrap="square" lIns="0" tIns="0" rIns="0" bIns="0" rtlCol="0" anchor="ctr"/>
          <a:lstStyle/>
          <a:p>
            <a:pPr marL="0" indent="0">
              <a:buNone/>
            </a:pPr>
            <a:r>
              <a:rPr lang="en-US" sz="1000" dirty="0">
                <a:solidFill>
                  <a:srgbClr val="1E293B"/>
                </a:solidFill>
              </a:rPr>
              <a:t>Self-serve · assisted · governed</a:t>
            </a:r>
            <a:endParaRPr lang="en-US" sz="1000" dirty="0"/>
          </a:p>
        </p:txBody>
      </p:sp>
      <p:sp>
        <p:nvSpPr>
          <p:cNvPr id="23" name="Shape 21"/>
          <p:cNvSpPr/>
          <p:nvPr/>
        </p:nvSpPr>
        <p:spPr>
          <a:xfrm>
            <a:off x="320040" y="2423160"/>
            <a:ext cx="2743200" cy="365760"/>
          </a:xfrm>
          <a:prstGeom prst="rect">
            <a:avLst/>
          </a:prstGeom>
          <a:solidFill>
            <a:srgbClr val="00A896"/>
          </a:solidFill>
          <a:ln w="12700">
            <a:solidFill>
              <a:srgbClr val="00A896"/>
            </a:solidFill>
            <a:prstDash val="solid"/>
          </a:ln>
        </p:spPr>
        <p:txBody>
          <a:bodyPr/>
          <a:lstStyle/>
          <a:p>
            <a:endParaRPr lang="en-US"/>
          </a:p>
        </p:txBody>
      </p:sp>
      <p:sp>
        <p:nvSpPr>
          <p:cNvPr id="24" name="Text 22"/>
          <p:cNvSpPr/>
          <p:nvPr/>
        </p:nvSpPr>
        <p:spPr>
          <a:xfrm>
            <a:off x="457200" y="2423160"/>
            <a:ext cx="2468880" cy="36576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What it does</a:t>
            </a:r>
            <a:endParaRPr lang="en-US" sz="1200" dirty="0"/>
          </a:p>
        </p:txBody>
      </p:sp>
      <p:sp>
        <p:nvSpPr>
          <p:cNvPr id="25" name="Shape 23"/>
          <p:cNvSpPr>
            <a:spLocks/>
          </p:cNvSpPr>
          <p:nvPr/>
        </p:nvSpPr>
        <p:spPr>
          <a:xfrm>
            <a:off x="320040" y="2788920"/>
            <a:ext cx="2743200" cy="1508760"/>
          </a:xfrm>
          <a:prstGeom prst="rect">
            <a:avLst/>
          </a:prstGeom>
          <a:solidFill>
            <a:srgbClr val="FFFFFF"/>
          </a:solidFill>
          <a:ln w="9525">
            <a:solidFill>
              <a:srgbClr val="D8D3C7"/>
            </a:solidFill>
            <a:prstDash val="solid"/>
          </a:ln>
        </p:spPr>
        <p:txBody>
          <a:bodyPr/>
          <a:lstStyle/>
          <a:p>
            <a:endParaRPr lang="en-US"/>
          </a:p>
        </p:txBody>
      </p:sp>
      <p:sp>
        <p:nvSpPr>
          <p:cNvPr id="26" name="Text 24"/>
          <p:cNvSpPr>
            <a:spLocks/>
          </p:cNvSpPr>
          <p:nvPr/>
        </p:nvSpPr>
        <p:spPr>
          <a:xfrm>
            <a:off x="457200" y="2880360"/>
            <a:ext cx="2514600" cy="13716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Profile source/target schemas</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Rank candidates with explainable signals</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Reason over canonical concept paths</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Validate transformations before code</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Discover &amp; reuse via mapping catalog</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Learn from corrections + reusable rules</a:t>
            </a:r>
            <a:endParaRPr lang="en-US" sz="900" dirty="0"/>
          </a:p>
        </p:txBody>
      </p:sp>
      <p:sp>
        <p:nvSpPr>
          <p:cNvPr id="27" name="Shape 25"/>
          <p:cNvSpPr/>
          <p:nvPr/>
        </p:nvSpPr>
        <p:spPr>
          <a:xfrm>
            <a:off x="3200400" y="2423160"/>
            <a:ext cx="2743200" cy="365760"/>
          </a:xfrm>
          <a:prstGeom prst="rect">
            <a:avLst/>
          </a:prstGeom>
          <a:solidFill>
            <a:srgbClr val="0F2A47"/>
          </a:solidFill>
          <a:ln w="12700">
            <a:solidFill>
              <a:srgbClr val="0F2A47"/>
            </a:solidFill>
            <a:prstDash val="solid"/>
          </a:ln>
        </p:spPr>
        <p:txBody>
          <a:bodyPr/>
          <a:lstStyle/>
          <a:p>
            <a:endParaRPr lang="en-US"/>
          </a:p>
        </p:txBody>
      </p:sp>
      <p:sp>
        <p:nvSpPr>
          <p:cNvPr id="28" name="Text 26"/>
          <p:cNvSpPr/>
          <p:nvPr/>
        </p:nvSpPr>
        <p:spPr>
          <a:xfrm>
            <a:off x="3337560" y="2423160"/>
            <a:ext cx="2468880" cy="36576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Who it serves</a:t>
            </a:r>
            <a:endParaRPr lang="en-US" sz="1200" dirty="0"/>
          </a:p>
        </p:txBody>
      </p:sp>
      <p:sp>
        <p:nvSpPr>
          <p:cNvPr id="29" name="Shape 27"/>
          <p:cNvSpPr>
            <a:spLocks/>
          </p:cNvSpPr>
          <p:nvPr/>
        </p:nvSpPr>
        <p:spPr>
          <a:xfrm>
            <a:off x="3200400" y="2788920"/>
            <a:ext cx="2743200" cy="1508760"/>
          </a:xfrm>
          <a:prstGeom prst="rect">
            <a:avLst/>
          </a:prstGeom>
          <a:solidFill>
            <a:srgbClr val="FFFFFF"/>
          </a:solidFill>
          <a:ln w="9525">
            <a:solidFill>
              <a:srgbClr val="D8D3C7"/>
            </a:solidFill>
            <a:prstDash val="solid"/>
          </a:ln>
        </p:spPr>
        <p:txBody>
          <a:bodyPr/>
          <a:lstStyle/>
          <a:p>
            <a:endParaRPr lang="en-US"/>
          </a:p>
        </p:txBody>
      </p:sp>
      <p:sp>
        <p:nvSpPr>
          <p:cNvPr id="30" name="Text 28"/>
          <p:cNvSpPr>
            <a:spLocks/>
          </p:cNvSpPr>
          <p:nvPr/>
        </p:nvSpPr>
        <p:spPr>
          <a:xfrm>
            <a:off x="3337560" y="2880360"/>
            <a:ext cx="2514600" cy="13716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Program teams under PMO delivery</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Integration &amp; migration squads</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M&amp;A and post-merger data workstreams</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EA: feedback loop for canonical models</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Analysts owning trust &amp; audit</a:t>
            </a:r>
            <a:endParaRPr lang="en-US" sz="900" dirty="0"/>
          </a:p>
        </p:txBody>
      </p:sp>
      <p:sp>
        <p:nvSpPr>
          <p:cNvPr id="31" name="Shape 29"/>
          <p:cNvSpPr/>
          <p:nvPr/>
        </p:nvSpPr>
        <p:spPr>
          <a:xfrm>
            <a:off x="6080760" y="2423160"/>
            <a:ext cx="2743200" cy="365760"/>
          </a:xfrm>
          <a:prstGeom prst="rect">
            <a:avLst/>
          </a:prstGeom>
          <a:solidFill>
            <a:srgbClr val="028090"/>
          </a:solidFill>
          <a:ln w="12700">
            <a:solidFill>
              <a:srgbClr val="028090"/>
            </a:solidFill>
            <a:prstDash val="solid"/>
          </a:ln>
        </p:spPr>
        <p:txBody>
          <a:bodyPr/>
          <a:lstStyle/>
          <a:p>
            <a:endParaRPr lang="en-US"/>
          </a:p>
        </p:txBody>
      </p:sp>
      <p:sp>
        <p:nvSpPr>
          <p:cNvPr id="32" name="Text 30"/>
          <p:cNvSpPr/>
          <p:nvPr/>
        </p:nvSpPr>
        <p:spPr>
          <a:xfrm>
            <a:off x="6217920" y="2423160"/>
            <a:ext cx="2468880" cy="36576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Why now</a:t>
            </a:r>
            <a:endParaRPr lang="en-US" sz="1200" dirty="0"/>
          </a:p>
        </p:txBody>
      </p:sp>
      <p:sp>
        <p:nvSpPr>
          <p:cNvPr id="33" name="Shape 31"/>
          <p:cNvSpPr>
            <a:spLocks/>
          </p:cNvSpPr>
          <p:nvPr/>
        </p:nvSpPr>
        <p:spPr>
          <a:xfrm>
            <a:off x="6080760" y="2788920"/>
            <a:ext cx="2743200" cy="1508760"/>
          </a:xfrm>
          <a:prstGeom prst="rect">
            <a:avLst/>
          </a:prstGeom>
          <a:solidFill>
            <a:srgbClr val="FFFFFF"/>
          </a:solidFill>
          <a:ln w="9525">
            <a:solidFill>
              <a:srgbClr val="D8D3C7"/>
            </a:solidFill>
            <a:prstDash val="solid"/>
          </a:ln>
        </p:spPr>
        <p:txBody>
          <a:bodyPr/>
          <a:lstStyle/>
          <a:p>
            <a:endParaRPr lang="en-US"/>
          </a:p>
        </p:txBody>
      </p:sp>
      <p:sp>
        <p:nvSpPr>
          <p:cNvPr id="34" name="Text 32"/>
          <p:cNvSpPr>
            <a:spLocks/>
          </p:cNvSpPr>
          <p:nvPr/>
        </p:nvSpPr>
        <p:spPr>
          <a:xfrm>
            <a:off x="6217920" y="2880360"/>
            <a:ext cx="2514600" cy="1371600"/>
          </a:xfrm>
          <a:prstGeom prst="rect">
            <a:avLst/>
          </a:prstGeom>
          <a:noFill/>
          <a:ln/>
        </p:spPr>
        <p:txBody>
          <a:bodyPr wrap="square" lIns="0" tIns="0" rIns="0" bIns="0" rtlCol="0" anchor="t"/>
          <a:lstStyle/>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Replaces bespoke spreadsheets per program</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Audit-ready alternative to free-form LLMs</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Catalog is delivered — reuse compounds today</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Anchors mappings to enterprise standards</a:t>
            </a:r>
            <a:endParaRPr lang="en-US" sz="900" dirty="0"/>
          </a:p>
          <a:p>
            <a:pPr marL="342900" indent="-342900">
              <a:spcAft>
                <a:spcPts val="300"/>
              </a:spcAft>
              <a:buSzPct val="100000"/>
              <a:buChar char="■"/>
            </a:pPr>
            <a:r>
              <a:rPr lang="en-US" sz="900" dirty="0">
                <a:solidFill>
                  <a:srgbClr val="1E293B"/>
                </a:solidFill>
                <a:latin typeface="Calibri" pitchFamily="34" charset="0"/>
                <a:ea typeface="Calibri" pitchFamily="34" charset="-122"/>
                <a:cs typeface="Calibri" pitchFamily="34" charset="-120"/>
              </a:rPr>
              <a:t>Pilot-ready: internal beta in workspace</a:t>
            </a:r>
            <a:endParaRPr lang="en-US" sz="900" dirty="0"/>
          </a:p>
        </p:txBody>
      </p:sp>
      <p:sp>
        <p:nvSpPr>
          <p:cNvPr id="35" name="Shape 33"/>
          <p:cNvSpPr/>
          <p:nvPr/>
        </p:nvSpPr>
        <p:spPr>
          <a:xfrm>
            <a:off x="457200" y="4434840"/>
            <a:ext cx="8229600" cy="457200"/>
          </a:xfrm>
          <a:prstGeom prst="rect">
            <a:avLst/>
          </a:prstGeom>
          <a:solidFill>
            <a:srgbClr val="0F2A47"/>
          </a:solidFill>
          <a:ln w="12700">
            <a:solidFill>
              <a:srgbClr val="0F2A47"/>
            </a:solidFill>
            <a:prstDash val="solid"/>
          </a:ln>
        </p:spPr>
        <p:txBody>
          <a:bodyPr/>
          <a:lstStyle/>
          <a:p>
            <a:endParaRPr lang="en-US"/>
          </a:p>
        </p:txBody>
      </p:sp>
      <p:sp>
        <p:nvSpPr>
          <p:cNvPr id="36" name="Shape 34"/>
          <p:cNvSpPr>
            <a:spLocks/>
          </p:cNvSpPr>
          <p:nvPr/>
        </p:nvSpPr>
        <p:spPr>
          <a:xfrm>
            <a:off x="457200" y="4434840"/>
            <a:ext cx="73152" cy="457200"/>
          </a:xfrm>
          <a:prstGeom prst="rect">
            <a:avLst/>
          </a:prstGeom>
          <a:solidFill>
            <a:srgbClr val="00A896"/>
          </a:solidFill>
          <a:ln w="12700">
            <a:solidFill>
              <a:srgbClr val="00A896"/>
            </a:solidFill>
            <a:prstDash val="solid"/>
          </a:ln>
        </p:spPr>
        <p:txBody>
          <a:bodyPr/>
          <a:lstStyle/>
          <a:p>
            <a:endParaRPr lang="en-US"/>
          </a:p>
        </p:txBody>
      </p:sp>
      <p:sp>
        <p:nvSpPr>
          <p:cNvPr id="37" name="Text 35"/>
          <p:cNvSpPr>
            <a:spLocks/>
          </p:cNvSpPr>
          <p:nvPr/>
        </p:nvSpPr>
        <p:spPr>
          <a:xfrm>
            <a:off x="640080" y="4434840"/>
            <a:ext cx="1097280" cy="457200"/>
          </a:xfrm>
          <a:prstGeom prst="rect">
            <a:avLst/>
          </a:prstGeom>
          <a:noFill/>
          <a:ln/>
        </p:spPr>
        <p:txBody>
          <a:bodyPr wrap="square" lIns="0" tIns="0" rIns="0" bIns="0" rtlCol="0" anchor="ctr"/>
          <a:lstStyle/>
          <a:p>
            <a:pPr marL="0" indent="0">
              <a:buNone/>
            </a:pPr>
            <a:r>
              <a:rPr lang="en-US" sz="1100" b="1" kern="0" spc="400" dirty="0">
                <a:solidFill>
                  <a:srgbClr val="00A896"/>
                </a:solidFill>
              </a:rPr>
              <a:t>THE ASK</a:t>
            </a:r>
            <a:endParaRPr lang="en-US" sz="1100" dirty="0"/>
          </a:p>
        </p:txBody>
      </p:sp>
      <p:sp>
        <p:nvSpPr>
          <p:cNvPr id="38" name="Text 36"/>
          <p:cNvSpPr/>
          <p:nvPr/>
        </p:nvSpPr>
        <p:spPr>
          <a:xfrm>
            <a:off x="1783080" y="4434840"/>
            <a:ext cx="6766560" cy="457200"/>
          </a:xfrm>
          <a:prstGeom prst="rect">
            <a:avLst/>
          </a:prstGeom>
          <a:noFill/>
          <a:ln/>
        </p:spPr>
        <p:txBody>
          <a:bodyPr wrap="square" lIns="0" tIns="0" rIns="0" bIns="0" rtlCol="0" anchor="ctr"/>
          <a:lstStyle/>
          <a:p>
            <a:pPr marL="0" indent="0">
              <a:buNone/>
            </a:pPr>
            <a:r>
              <a:rPr lang="en-US" sz="1100" i="1" dirty="0">
                <a:solidFill>
                  <a:srgbClr val="FFFFFF"/>
                </a:solidFill>
              </a:rPr>
              <a:t>Endorse Semantra as a PMO catalog service  ·  Approve 2 pilots this quarter  ·  Sponsor EA canonical alignment</a:t>
            </a:r>
            <a:endParaRPr lang="en-US" sz="1100" dirty="0"/>
          </a:p>
        </p:txBody>
      </p:sp>
      <p:sp>
        <p:nvSpPr>
          <p:cNvPr id="39" name="Shape 37"/>
          <p:cNvSpPr>
            <a:spLocks/>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40" name="Text 38"/>
          <p:cNvSpPr>
            <a:spLocks/>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
        <p:nvSpPr>
          <p:cNvPr id="41" name="Text 39"/>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dirty="0">
                <a:solidFill>
                  <a:srgbClr val="FFFFFF"/>
                </a:solidFill>
              </a:rPr>
              <a:t>38 / 38</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475FE21-0A47-6478-F60E-C193EC755697}"/>
              </a:ext>
            </a:extLst>
          </p:cNvPr>
          <p:cNvSpPr/>
          <p:nvPr/>
        </p:nvSpPr>
        <p:spPr>
          <a:xfrm rot="19890097">
            <a:off x="1902846" y="2110085"/>
            <a:ext cx="5338321" cy="923330"/>
          </a:xfrm>
          <a:prstGeom prst="rect">
            <a:avLst/>
          </a:prstGeom>
          <a:noFill/>
        </p:spPr>
        <p:txBody>
          <a:bodyPr wrap="none" lIns="91440" tIns="45720" rIns="91440" bIns="45720">
            <a:spAutoFit/>
          </a:bodyPr>
          <a:lstStyle/>
          <a:p>
            <a:pPr algn="ctr"/>
            <a:r>
              <a:rPr lang="en-US" sz="5400" b="1" cap="none" spc="0" dirty="0">
                <a:ln w="12700">
                  <a:solidFill>
                    <a:schemeClr val="accent5"/>
                  </a:solidFill>
                  <a:prstDash val="solid"/>
                </a:ln>
                <a:pattFill prst="ltDnDiag">
                  <a:fgClr>
                    <a:schemeClr val="accent5">
                      <a:lumMod val="60000"/>
                      <a:lumOff val="40000"/>
                    </a:schemeClr>
                  </a:fgClr>
                  <a:bgClr>
                    <a:schemeClr val="bg1"/>
                  </a:bgClr>
                </a:pattFill>
                <a:effectLst/>
              </a:rPr>
              <a:t>E M P T Y   P A G E</a:t>
            </a:r>
          </a:p>
        </p:txBody>
      </p:sp>
    </p:spTree>
    <p:extLst>
      <p:ext uri="{BB962C8B-B14F-4D97-AF65-F5344CB8AC3E}">
        <p14:creationId xmlns:p14="http://schemas.microsoft.com/office/powerpoint/2010/main" val="20766947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
    <p:bg>
      <p:bgPr>
        <a:solidFill>
          <a:srgbClr val="081A2E"/>
        </a:solidFill>
        <a:effectLst/>
      </p:bgPr>
    </p:bg>
    <p:spTree>
      <p:nvGrpSpPr>
        <p:cNvPr id="1" name=""/>
        <p:cNvGrpSpPr/>
        <p:nvPr/>
      </p:nvGrpSpPr>
      <p:grpSpPr>
        <a:xfrm>
          <a:off x="0" y="0"/>
          <a:ext cx="0" cy="0"/>
          <a:chOff x="0" y="0"/>
          <a:chExt cx="0" cy="0"/>
        </a:xfrm>
      </p:grpSpPr>
      <p:sp>
        <p:nvSpPr>
          <p:cNvPr id="2" name="Shape 0"/>
          <p:cNvSpPr/>
          <p:nvPr/>
        </p:nvSpPr>
        <p:spPr>
          <a:xfrm>
            <a:off x="5943600" y="457200"/>
            <a:ext cx="0" cy="4206240"/>
          </a:xfrm>
          <a:prstGeom prst="line">
            <a:avLst/>
          </a:prstGeom>
          <a:noFill/>
          <a:ln w="6350">
            <a:solidFill>
              <a:srgbClr val="00A896">
                <a:alpha val="30000"/>
              </a:srgbClr>
            </a:solidFill>
            <a:prstDash val="solid"/>
          </a:ln>
        </p:spPr>
        <p:txBody>
          <a:bodyPr/>
          <a:lstStyle/>
          <a:p>
            <a:endParaRPr lang="en-US"/>
          </a:p>
        </p:txBody>
      </p:sp>
      <p:sp>
        <p:nvSpPr>
          <p:cNvPr id="3" name="Shape 1"/>
          <p:cNvSpPr/>
          <p:nvPr/>
        </p:nvSpPr>
        <p:spPr>
          <a:xfrm>
            <a:off x="6080760" y="457200"/>
            <a:ext cx="0" cy="4206240"/>
          </a:xfrm>
          <a:prstGeom prst="line">
            <a:avLst/>
          </a:prstGeom>
          <a:noFill/>
          <a:ln w="6350">
            <a:solidFill>
              <a:srgbClr val="00A896">
                <a:alpha val="38000"/>
              </a:srgbClr>
            </a:solidFill>
            <a:prstDash val="solid"/>
          </a:ln>
        </p:spPr>
        <p:txBody>
          <a:bodyPr/>
          <a:lstStyle/>
          <a:p>
            <a:endParaRPr lang="en-US"/>
          </a:p>
        </p:txBody>
      </p:sp>
      <p:sp>
        <p:nvSpPr>
          <p:cNvPr id="4" name="Shape 2"/>
          <p:cNvSpPr/>
          <p:nvPr/>
        </p:nvSpPr>
        <p:spPr>
          <a:xfrm>
            <a:off x="6217920" y="457200"/>
            <a:ext cx="0" cy="4206240"/>
          </a:xfrm>
          <a:prstGeom prst="line">
            <a:avLst/>
          </a:prstGeom>
          <a:noFill/>
          <a:ln w="6350">
            <a:solidFill>
              <a:srgbClr val="00A896">
                <a:alpha val="46000"/>
              </a:srgbClr>
            </a:solidFill>
            <a:prstDash val="solid"/>
          </a:ln>
        </p:spPr>
        <p:txBody>
          <a:bodyPr/>
          <a:lstStyle/>
          <a:p>
            <a:endParaRPr lang="en-US"/>
          </a:p>
        </p:txBody>
      </p:sp>
      <p:sp>
        <p:nvSpPr>
          <p:cNvPr id="5" name="Shape 3"/>
          <p:cNvSpPr/>
          <p:nvPr/>
        </p:nvSpPr>
        <p:spPr>
          <a:xfrm>
            <a:off x="6355080" y="457200"/>
            <a:ext cx="0" cy="4206240"/>
          </a:xfrm>
          <a:prstGeom prst="line">
            <a:avLst/>
          </a:prstGeom>
          <a:noFill/>
          <a:ln w="6350">
            <a:solidFill>
              <a:srgbClr val="00A896">
                <a:alpha val="54000"/>
              </a:srgbClr>
            </a:solidFill>
            <a:prstDash val="solid"/>
          </a:ln>
        </p:spPr>
        <p:txBody>
          <a:bodyPr/>
          <a:lstStyle/>
          <a:p>
            <a:endParaRPr lang="en-US"/>
          </a:p>
        </p:txBody>
      </p:sp>
      <p:sp>
        <p:nvSpPr>
          <p:cNvPr id="6" name="Shape 4"/>
          <p:cNvSpPr/>
          <p:nvPr/>
        </p:nvSpPr>
        <p:spPr>
          <a:xfrm>
            <a:off x="6492240" y="457200"/>
            <a:ext cx="0" cy="4206240"/>
          </a:xfrm>
          <a:prstGeom prst="line">
            <a:avLst/>
          </a:prstGeom>
          <a:noFill/>
          <a:ln w="6350">
            <a:solidFill>
              <a:srgbClr val="00A896">
                <a:alpha val="62000"/>
              </a:srgbClr>
            </a:solidFill>
            <a:prstDash val="solid"/>
          </a:ln>
        </p:spPr>
        <p:txBody>
          <a:bodyPr/>
          <a:lstStyle/>
          <a:p>
            <a:endParaRPr lang="en-US"/>
          </a:p>
        </p:txBody>
      </p:sp>
      <p:sp>
        <p:nvSpPr>
          <p:cNvPr id="7" name="Shape 5"/>
          <p:cNvSpPr/>
          <p:nvPr/>
        </p:nvSpPr>
        <p:spPr>
          <a:xfrm>
            <a:off x="6629400" y="457200"/>
            <a:ext cx="0" cy="4206240"/>
          </a:xfrm>
          <a:prstGeom prst="line">
            <a:avLst/>
          </a:prstGeom>
          <a:noFill/>
          <a:ln w="6350">
            <a:solidFill>
              <a:srgbClr val="00A896">
                <a:alpha val="70000"/>
              </a:srgbClr>
            </a:solidFill>
            <a:prstDash val="solid"/>
          </a:ln>
        </p:spPr>
        <p:txBody>
          <a:bodyPr/>
          <a:lstStyle/>
          <a:p>
            <a:endParaRPr lang="en-US"/>
          </a:p>
        </p:txBody>
      </p:sp>
      <p:sp>
        <p:nvSpPr>
          <p:cNvPr id="8" name="Text 6"/>
          <p:cNvSpPr/>
          <p:nvPr/>
        </p:nvSpPr>
        <p:spPr>
          <a:xfrm>
            <a:off x="548640" y="822960"/>
            <a:ext cx="8229600" cy="365760"/>
          </a:xfrm>
          <a:prstGeom prst="rect">
            <a:avLst/>
          </a:prstGeom>
          <a:noFill/>
          <a:ln/>
        </p:spPr>
        <p:txBody>
          <a:bodyPr wrap="square" lIns="0" tIns="0" rIns="0" bIns="0" rtlCol="0" anchor="ctr"/>
          <a:lstStyle/>
          <a:p>
            <a:pPr marL="0" indent="0">
              <a:buNone/>
            </a:pPr>
            <a:r>
              <a:rPr lang="en-US" sz="1100" b="1" kern="0" spc="800" dirty="0">
                <a:solidFill>
                  <a:srgbClr val="00A896"/>
                </a:solidFill>
              </a:rPr>
              <a:t>ACT 3  ·  DEEP-DIVE APPENDIX</a:t>
            </a:r>
            <a:endParaRPr lang="en-US" sz="1100" dirty="0"/>
          </a:p>
        </p:txBody>
      </p:sp>
      <p:sp>
        <p:nvSpPr>
          <p:cNvPr id="9" name="Text 7"/>
          <p:cNvSpPr/>
          <p:nvPr/>
        </p:nvSpPr>
        <p:spPr>
          <a:xfrm>
            <a:off x="548640" y="1280160"/>
            <a:ext cx="8229600" cy="86868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Technical &amp; Architectural Companion</a:t>
            </a:r>
            <a:endParaRPr lang="en-US" sz="3800" dirty="0"/>
          </a:p>
        </p:txBody>
      </p:sp>
      <p:sp>
        <p:nvSpPr>
          <p:cNvPr id="10" name="Text 8"/>
          <p:cNvSpPr/>
          <p:nvPr/>
        </p:nvSpPr>
        <p:spPr>
          <a:xfrm>
            <a:off x="548640" y="2103120"/>
            <a:ext cx="8229600" cy="8686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For EA, Engineering, and Service-Model Stakeholders</a:t>
            </a:r>
            <a:endParaRPr lang="en-US" sz="3200" dirty="0"/>
          </a:p>
        </p:txBody>
      </p:sp>
      <p:sp>
        <p:nvSpPr>
          <p:cNvPr id="11" name="Shape 9"/>
          <p:cNvSpPr/>
          <p:nvPr/>
        </p:nvSpPr>
        <p:spPr>
          <a:xfrm>
            <a:off x="548640" y="3063240"/>
            <a:ext cx="1828800" cy="0"/>
          </a:xfrm>
          <a:prstGeom prst="line">
            <a:avLst/>
          </a:prstGeom>
          <a:noFill/>
          <a:ln w="25400">
            <a:solidFill>
              <a:srgbClr val="00A896"/>
            </a:solidFill>
            <a:prstDash val="solid"/>
          </a:ln>
        </p:spPr>
        <p:txBody>
          <a:bodyPr/>
          <a:lstStyle/>
          <a:p>
            <a:endParaRPr lang="en-US"/>
          </a:p>
        </p:txBody>
      </p:sp>
      <p:sp>
        <p:nvSpPr>
          <p:cNvPr id="12" name="Text 10"/>
          <p:cNvSpPr/>
          <p:nvPr/>
        </p:nvSpPr>
        <p:spPr>
          <a:xfrm>
            <a:off x="548640" y="3246120"/>
            <a:ext cx="6400800" cy="822960"/>
          </a:xfrm>
          <a:prstGeom prst="rect">
            <a:avLst/>
          </a:prstGeom>
          <a:noFill/>
          <a:ln/>
        </p:spPr>
        <p:txBody>
          <a:bodyPr wrap="square" lIns="0" tIns="0" rIns="0" bIns="0" rtlCol="0" anchor="ctr"/>
          <a:lstStyle/>
          <a:p>
            <a:pPr marL="0" indent="0">
              <a:buNone/>
            </a:pPr>
            <a:r>
              <a:rPr lang="en-US" sz="1400" i="1" dirty="0">
                <a:solidFill>
                  <a:srgbClr val="CADCFC"/>
                </a:solidFill>
              </a:rPr>
              <a:t>Twelve slides covering architecture, scoring mechanics, the canonical mechanism, the catalog, MDM lifecycle integration, and the PMO/EA service model.</a:t>
            </a:r>
            <a:endParaRPr lang="en-US" sz="1400" dirty="0"/>
          </a:p>
        </p:txBody>
      </p:sp>
      <p:sp>
        <p:nvSpPr>
          <p:cNvPr id="13" name="Text 11"/>
          <p:cNvSpPr/>
          <p:nvPr/>
        </p:nvSpPr>
        <p:spPr>
          <a:xfrm>
            <a:off x="548640" y="4160520"/>
            <a:ext cx="8229600" cy="365760"/>
          </a:xfrm>
          <a:prstGeom prst="rect">
            <a:avLst/>
          </a:prstGeom>
          <a:noFill/>
          <a:ln/>
        </p:spPr>
        <p:txBody>
          <a:bodyPr wrap="square" lIns="0" tIns="0" rIns="0" bIns="0" rtlCol="0" anchor="ctr"/>
          <a:lstStyle/>
          <a:p>
            <a:pPr marL="0" indent="0">
              <a:buNone/>
            </a:pPr>
            <a:r>
              <a:rPr lang="en-US" sz="1200" kern="0" spc="200" dirty="0">
                <a:solidFill>
                  <a:srgbClr val="00A896"/>
                </a:solidFill>
              </a:rPr>
              <a:t>12 slides  ·  optional 20–30 minutes</a:t>
            </a:r>
            <a:endParaRPr lang="en-US" sz="1200" dirty="0"/>
          </a:p>
        </p:txBody>
      </p:sp>
      <p:sp>
        <p:nvSpPr>
          <p:cNvPr id="14" name="Shape 12"/>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15" name="Text 13"/>
          <p:cNvSpPr/>
          <p:nvPr/>
        </p:nvSpPr>
        <p:spPr>
          <a:xfrm>
            <a:off x="365760" y="4983480"/>
            <a:ext cx="5486400" cy="160020"/>
          </a:xfrm>
          <a:prstGeom prst="rect">
            <a:avLst/>
          </a:prstGeom>
          <a:noFill/>
          <a:ln/>
        </p:spPr>
        <p:txBody>
          <a:bodyPr wrap="square" lIns="0" tIns="0" rIns="0" bIns="0" rtlCol="0" anchor="ctr"/>
          <a:lstStyle/>
          <a:p>
            <a:pPr marL="0" indent="0">
              <a:buNone/>
            </a:pPr>
            <a:r>
              <a:rPr lang="en-US" sz="900" dirty="0">
                <a:solidFill>
                  <a:srgbClr val="FFFFFF"/>
                </a:solidFill>
              </a:rPr>
              <a:t>Source → Concept → Target</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6">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400" b="1">
                <a:solidFill>
                  <a:srgbClr val="FFFFFF"/>
                </a:solidFill>
                <a:latin typeface="Cambria" pitchFamily="34" charset="0"/>
                <a:ea typeface="Cambria" pitchFamily="34" charset="-122"/>
                <a:cs typeface="Cambria" pitchFamily="34" charset="-120"/>
              </a:rPr>
              <a:t>Architecture: Layered FastAPI + Modular Streamlit</a:t>
            </a:r>
            <a:endParaRPr lang="en-US" sz="24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Technical shape — separation of concerns from UI to storage</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1 / 12</a:t>
            </a:r>
            <a:endParaRPr lang="en-US" sz="900"/>
          </a:p>
        </p:txBody>
      </p:sp>
      <p:sp>
        <p:nvSpPr>
          <p:cNvPr id="10" name="Shape 8"/>
          <p:cNvSpPr/>
          <p:nvPr/>
        </p:nvSpPr>
        <p:spPr>
          <a:xfrm>
            <a:off x="457200" y="1417320"/>
            <a:ext cx="8229600" cy="411480"/>
          </a:xfrm>
          <a:prstGeom prst="rect">
            <a:avLst/>
          </a:prstGeom>
          <a:solidFill>
            <a:srgbClr val="00A896"/>
          </a:solidFill>
          <a:ln w="12700">
            <a:solidFill>
              <a:srgbClr val="00A896"/>
            </a:solidFill>
            <a:prstDash val="solid"/>
          </a:ln>
        </p:spPr>
        <p:txBody>
          <a:bodyPr/>
          <a:lstStyle/>
          <a:p>
            <a:endParaRPr lang="en-US"/>
          </a:p>
        </p:txBody>
      </p:sp>
      <p:sp>
        <p:nvSpPr>
          <p:cNvPr id="11" name="Text 9"/>
          <p:cNvSpPr/>
          <p:nvPr/>
        </p:nvSpPr>
        <p:spPr>
          <a:xfrm>
            <a:off x="594360" y="1417320"/>
            <a:ext cx="2377440" cy="411480"/>
          </a:xfrm>
          <a:prstGeom prst="rect">
            <a:avLst/>
          </a:prstGeom>
          <a:noFill/>
          <a:ln/>
        </p:spPr>
        <p:txBody>
          <a:bodyPr wrap="square" lIns="0" tIns="0" rIns="0" bIns="0" rtlCol="0" anchor="ctr"/>
          <a:lstStyle/>
          <a:p>
            <a:pPr marL="0" indent="0">
              <a:buNone/>
            </a:pPr>
            <a:r>
              <a:rPr lang="en-US" sz="1200" b="1">
                <a:solidFill>
                  <a:srgbClr val="FFFFFF"/>
                </a:solidFill>
                <a:latin typeface="Cambria" pitchFamily="34" charset="0"/>
                <a:ea typeface="Cambria" pitchFamily="34" charset="-122"/>
                <a:cs typeface="Cambria" pitchFamily="34" charset="-120"/>
              </a:rPr>
              <a:t>Streamlit UI Layer</a:t>
            </a:r>
            <a:endParaRPr lang="en-US" sz="1200"/>
          </a:p>
        </p:txBody>
      </p:sp>
      <p:sp>
        <p:nvSpPr>
          <p:cNvPr id="12" name="Shape 10"/>
          <p:cNvSpPr/>
          <p:nvPr/>
        </p:nvSpPr>
        <p:spPr>
          <a:xfrm>
            <a:off x="3063240" y="1481328"/>
            <a:ext cx="0" cy="283464"/>
          </a:xfrm>
          <a:prstGeom prst="line">
            <a:avLst/>
          </a:prstGeom>
          <a:noFill/>
          <a:ln w="12700">
            <a:solidFill>
              <a:srgbClr val="FFFFFF">
                <a:alpha val="50000"/>
              </a:srgbClr>
            </a:solidFill>
            <a:prstDash val="solid"/>
          </a:ln>
        </p:spPr>
        <p:txBody>
          <a:bodyPr/>
          <a:lstStyle/>
          <a:p>
            <a:endParaRPr lang="en-US"/>
          </a:p>
        </p:txBody>
      </p:sp>
      <p:sp>
        <p:nvSpPr>
          <p:cNvPr id="13" name="Text 11"/>
          <p:cNvSpPr/>
          <p:nvPr/>
        </p:nvSpPr>
        <p:spPr>
          <a:xfrm>
            <a:off x="3200400" y="1417320"/>
            <a:ext cx="5349240" cy="411480"/>
          </a:xfrm>
          <a:prstGeom prst="rect">
            <a:avLst/>
          </a:prstGeom>
          <a:noFill/>
          <a:ln/>
        </p:spPr>
        <p:txBody>
          <a:bodyPr wrap="square" lIns="0" tIns="0" rIns="0" bIns="0" rtlCol="0" anchor="ctr"/>
          <a:lstStyle/>
          <a:p>
            <a:pPr marL="0" indent="0">
              <a:buNone/>
            </a:pPr>
            <a:r>
              <a:rPr lang="en-US" sz="1000">
                <a:solidFill>
                  <a:srgbClr val="FFFFFF"/>
                </a:solidFill>
              </a:rPr>
              <a:t>streamlit_app.py + streamlit_ui/* · workspace, decisions, admin, benchmarks</a:t>
            </a:r>
            <a:endParaRPr lang="en-US" sz="1000"/>
          </a:p>
        </p:txBody>
      </p:sp>
      <p:sp>
        <p:nvSpPr>
          <p:cNvPr id="14" name="Shape 12"/>
          <p:cNvSpPr/>
          <p:nvPr/>
        </p:nvSpPr>
        <p:spPr>
          <a:xfrm>
            <a:off x="457200" y="1874520"/>
            <a:ext cx="8229600" cy="411480"/>
          </a:xfrm>
          <a:prstGeom prst="rect">
            <a:avLst/>
          </a:prstGeom>
          <a:solidFill>
            <a:srgbClr val="028090"/>
          </a:solidFill>
          <a:ln w="12700">
            <a:solidFill>
              <a:srgbClr val="028090"/>
            </a:solidFill>
            <a:prstDash val="solid"/>
          </a:ln>
        </p:spPr>
        <p:txBody>
          <a:bodyPr/>
          <a:lstStyle/>
          <a:p>
            <a:endParaRPr lang="en-US"/>
          </a:p>
        </p:txBody>
      </p:sp>
      <p:sp>
        <p:nvSpPr>
          <p:cNvPr id="15" name="Text 13"/>
          <p:cNvSpPr/>
          <p:nvPr/>
        </p:nvSpPr>
        <p:spPr>
          <a:xfrm>
            <a:off x="594360" y="1874520"/>
            <a:ext cx="2377440" cy="411480"/>
          </a:xfrm>
          <a:prstGeom prst="rect">
            <a:avLst/>
          </a:prstGeom>
          <a:noFill/>
          <a:ln/>
        </p:spPr>
        <p:txBody>
          <a:bodyPr wrap="square" lIns="0" tIns="0" rIns="0" bIns="0" rtlCol="0" anchor="ctr"/>
          <a:lstStyle/>
          <a:p>
            <a:pPr marL="0" indent="0">
              <a:buNone/>
            </a:pPr>
            <a:r>
              <a:rPr lang="en-US" sz="1200" b="1">
                <a:solidFill>
                  <a:srgbClr val="FFFFFF"/>
                </a:solidFill>
                <a:latin typeface="Cambria" pitchFamily="34" charset="0"/>
                <a:ea typeface="Cambria" pitchFamily="34" charset="-122"/>
                <a:cs typeface="Cambria" pitchFamily="34" charset="-120"/>
              </a:rPr>
              <a:t>API Layer</a:t>
            </a:r>
            <a:endParaRPr lang="en-US" sz="1200"/>
          </a:p>
        </p:txBody>
      </p:sp>
      <p:sp>
        <p:nvSpPr>
          <p:cNvPr id="16" name="Shape 14"/>
          <p:cNvSpPr/>
          <p:nvPr/>
        </p:nvSpPr>
        <p:spPr>
          <a:xfrm>
            <a:off x="3063240" y="1938528"/>
            <a:ext cx="0" cy="283464"/>
          </a:xfrm>
          <a:prstGeom prst="line">
            <a:avLst/>
          </a:prstGeom>
          <a:noFill/>
          <a:ln w="12700">
            <a:solidFill>
              <a:srgbClr val="FFFFFF">
                <a:alpha val="50000"/>
              </a:srgbClr>
            </a:solidFill>
            <a:prstDash val="solid"/>
          </a:ln>
        </p:spPr>
        <p:txBody>
          <a:bodyPr/>
          <a:lstStyle/>
          <a:p>
            <a:endParaRPr lang="en-US"/>
          </a:p>
        </p:txBody>
      </p:sp>
      <p:sp>
        <p:nvSpPr>
          <p:cNvPr id="17" name="Text 15"/>
          <p:cNvSpPr/>
          <p:nvPr/>
        </p:nvSpPr>
        <p:spPr>
          <a:xfrm>
            <a:off x="3200400" y="1874520"/>
            <a:ext cx="5349240" cy="411480"/>
          </a:xfrm>
          <a:prstGeom prst="rect">
            <a:avLst/>
          </a:prstGeom>
          <a:noFill/>
          <a:ln/>
        </p:spPr>
        <p:txBody>
          <a:bodyPr wrap="square" lIns="0" tIns="0" rIns="0" bIns="0" rtlCol="0" anchor="ctr"/>
          <a:lstStyle/>
          <a:p>
            <a:pPr marL="0" indent="0">
              <a:buNone/>
            </a:pPr>
            <a:r>
              <a:rPr lang="en-US" sz="1000">
                <a:solidFill>
                  <a:srgbClr val="FFFFFF"/>
                </a:solidFill>
              </a:rPr>
              <a:t>FastAPI routers: mapping, observability, evaluation, knowledge, upload</a:t>
            </a:r>
            <a:endParaRPr lang="en-US" sz="1000"/>
          </a:p>
        </p:txBody>
      </p:sp>
      <p:sp>
        <p:nvSpPr>
          <p:cNvPr id="18" name="Shape 16"/>
          <p:cNvSpPr/>
          <p:nvPr/>
        </p:nvSpPr>
        <p:spPr>
          <a:xfrm>
            <a:off x="457200" y="2331720"/>
            <a:ext cx="8229600" cy="411480"/>
          </a:xfrm>
          <a:prstGeom prst="rect">
            <a:avLst/>
          </a:prstGeom>
          <a:solidFill>
            <a:srgbClr val="0F2A47"/>
          </a:solidFill>
          <a:ln w="12700">
            <a:solidFill>
              <a:srgbClr val="0F2A47"/>
            </a:solidFill>
            <a:prstDash val="solid"/>
          </a:ln>
        </p:spPr>
        <p:txBody>
          <a:bodyPr/>
          <a:lstStyle/>
          <a:p>
            <a:endParaRPr lang="en-US"/>
          </a:p>
        </p:txBody>
      </p:sp>
      <p:sp>
        <p:nvSpPr>
          <p:cNvPr id="19" name="Text 17"/>
          <p:cNvSpPr/>
          <p:nvPr/>
        </p:nvSpPr>
        <p:spPr>
          <a:xfrm>
            <a:off x="594360" y="2331720"/>
            <a:ext cx="2377440" cy="411480"/>
          </a:xfrm>
          <a:prstGeom prst="rect">
            <a:avLst/>
          </a:prstGeom>
          <a:noFill/>
          <a:ln/>
        </p:spPr>
        <p:txBody>
          <a:bodyPr wrap="square" lIns="0" tIns="0" rIns="0" bIns="0" rtlCol="0" anchor="ctr"/>
          <a:lstStyle/>
          <a:p>
            <a:pPr marL="0" indent="0">
              <a:buNone/>
            </a:pPr>
            <a:r>
              <a:rPr lang="en-US" sz="1200" b="1">
                <a:solidFill>
                  <a:srgbClr val="FFFFFF"/>
                </a:solidFill>
                <a:latin typeface="Cambria" pitchFamily="34" charset="0"/>
                <a:ea typeface="Cambria" pitchFamily="34" charset="-122"/>
                <a:cs typeface="Cambria" pitchFamily="34" charset="-120"/>
              </a:rPr>
              <a:t>Service Layer</a:t>
            </a:r>
            <a:endParaRPr lang="en-US" sz="1200"/>
          </a:p>
        </p:txBody>
      </p:sp>
      <p:sp>
        <p:nvSpPr>
          <p:cNvPr id="20" name="Shape 18"/>
          <p:cNvSpPr/>
          <p:nvPr/>
        </p:nvSpPr>
        <p:spPr>
          <a:xfrm>
            <a:off x="3063240" y="2395728"/>
            <a:ext cx="0" cy="283464"/>
          </a:xfrm>
          <a:prstGeom prst="line">
            <a:avLst/>
          </a:prstGeom>
          <a:noFill/>
          <a:ln w="12700">
            <a:solidFill>
              <a:srgbClr val="FFFFFF">
                <a:alpha val="50000"/>
              </a:srgbClr>
            </a:solidFill>
            <a:prstDash val="solid"/>
          </a:ln>
        </p:spPr>
        <p:txBody>
          <a:bodyPr/>
          <a:lstStyle/>
          <a:p>
            <a:endParaRPr lang="en-US"/>
          </a:p>
        </p:txBody>
      </p:sp>
      <p:sp>
        <p:nvSpPr>
          <p:cNvPr id="21" name="Text 19"/>
          <p:cNvSpPr/>
          <p:nvPr/>
        </p:nvSpPr>
        <p:spPr>
          <a:xfrm>
            <a:off x="3200400" y="2331720"/>
            <a:ext cx="5349240" cy="411480"/>
          </a:xfrm>
          <a:prstGeom prst="rect">
            <a:avLst/>
          </a:prstGeom>
          <a:noFill/>
          <a:ln/>
        </p:spPr>
        <p:txBody>
          <a:bodyPr wrap="square" lIns="0" tIns="0" rIns="0" bIns="0" rtlCol="0" anchor="ctr"/>
          <a:lstStyle/>
          <a:p>
            <a:pPr marL="0" indent="0">
              <a:buNone/>
            </a:pPr>
            <a:r>
              <a:rPr lang="en-US" sz="1000">
                <a:solidFill>
                  <a:srgbClr val="FFFFFF"/>
                </a:solidFill>
              </a:rPr>
              <a:t>Mapping, profiling, embedding, LLM, overlays, preview, codegen, persistence</a:t>
            </a:r>
            <a:endParaRPr lang="en-US" sz="1000"/>
          </a:p>
        </p:txBody>
      </p:sp>
      <p:sp>
        <p:nvSpPr>
          <p:cNvPr id="22" name="Shape 20"/>
          <p:cNvSpPr/>
          <p:nvPr/>
        </p:nvSpPr>
        <p:spPr>
          <a:xfrm>
            <a:off x="457200" y="2788920"/>
            <a:ext cx="8229600" cy="411480"/>
          </a:xfrm>
          <a:prstGeom prst="rect">
            <a:avLst/>
          </a:prstGeom>
          <a:solidFill>
            <a:srgbClr val="081A2E"/>
          </a:solidFill>
          <a:ln w="12700">
            <a:solidFill>
              <a:srgbClr val="081A2E"/>
            </a:solidFill>
            <a:prstDash val="solid"/>
          </a:ln>
        </p:spPr>
        <p:txBody>
          <a:bodyPr/>
          <a:lstStyle/>
          <a:p>
            <a:endParaRPr lang="en-US"/>
          </a:p>
        </p:txBody>
      </p:sp>
      <p:sp>
        <p:nvSpPr>
          <p:cNvPr id="23" name="Text 21"/>
          <p:cNvSpPr/>
          <p:nvPr/>
        </p:nvSpPr>
        <p:spPr>
          <a:xfrm>
            <a:off x="594360" y="2788920"/>
            <a:ext cx="2377440" cy="411480"/>
          </a:xfrm>
          <a:prstGeom prst="rect">
            <a:avLst/>
          </a:prstGeom>
          <a:noFill/>
          <a:ln/>
        </p:spPr>
        <p:txBody>
          <a:bodyPr wrap="square" lIns="0" tIns="0" rIns="0" bIns="0" rtlCol="0" anchor="ctr"/>
          <a:lstStyle/>
          <a:p>
            <a:pPr marL="0" indent="0">
              <a:buNone/>
            </a:pPr>
            <a:r>
              <a:rPr lang="en-US" sz="1200" b="1">
                <a:solidFill>
                  <a:srgbClr val="FFFFFF"/>
                </a:solidFill>
                <a:latin typeface="Cambria" pitchFamily="34" charset="0"/>
                <a:ea typeface="Cambria" pitchFamily="34" charset="-122"/>
                <a:cs typeface="Cambria" pitchFamily="34" charset="-120"/>
              </a:rPr>
              <a:t>Domain Model Layer</a:t>
            </a:r>
            <a:endParaRPr lang="en-US" sz="1200"/>
          </a:p>
        </p:txBody>
      </p:sp>
      <p:sp>
        <p:nvSpPr>
          <p:cNvPr id="24" name="Shape 22"/>
          <p:cNvSpPr/>
          <p:nvPr/>
        </p:nvSpPr>
        <p:spPr>
          <a:xfrm>
            <a:off x="3063240" y="2852928"/>
            <a:ext cx="0" cy="283464"/>
          </a:xfrm>
          <a:prstGeom prst="line">
            <a:avLst/>
          </a:prstGeom>
          <a:noFill/>
          <a:ln w="12700">
            <a:solidFill>
              <a:srgbClr val="FFFFFF">
                <a:alpha val="50000"/>
              </a:srgbClr>
            </a:solidFill>
            <a:prstDash val="solid"/>
          </a:ln>
        </p:spPr>
        <p:txBody>
          <a:bodyPr/>
          <a:lstStyle/>
          <a:p>
            <a:endParaRPr lang="en-US"/>
          </a:p>
        </p:txBody>
      </p:sp>
      <p:sp>
        <p:nvSpPr>
          <p:cNvPr id="25" name="Text 23"/>
          <p:cNvSpPr/>
          <p:nvPr/>
        </p:nvSpPr>
        <p:spPr>
          <a:xfrm>
            <a:off x="3200400" y="2788920"/>
            <a:ext cx="5349240" cy="411480"/>
          </a:xfrm>
          <a:prstGeom prst="rect">
            <a:avLst/>
          </a:prstGeom>
          <a:noFill/>
          <a:ln/>
        </p:spPr>
        <p:txBody>
          <a:bodyPr wrap="square" lIns="0" tIns="0" rIns="0" bIns="0" rtlCol="0" anchor="ctr"/>
          <a:lstStyle/>
          <a:p>
            <a:pPr marL="0" indent="0">
              <a:buNone/>
            </a:pPr>
            <a:r>
              <a:rPr lang="en-US" sz="1000">
                <a:solidFill>
                  <a:srgbClr val="FFFFFF"/>
                </a:solidFill>
              </a:rPr>
              <a:t>Schema, mapping, evaluation, observability models</a:t>
            </a:r>
            <a:endParaRPr lang="en-US" sz="1000"/>
          </a:p>
        </p:txBody>
      </p:sp>
      <p:sp>
        <p:nvSpPr>
          <p:cNvPr id="26" name="Shape 24"/>
          <p:cNvSpPr/>
          <p:nvPr/>
        </p:nvSpPr>
        <p:spPr>
          <a:xfrm>
            <a:off x="457200" y="3246120"/>
            <a:ext cx="8229600" cy="411480"/>
          </a:xfrm>
          <a:prstGeom prst="rect">
            <a:avLst/>
          </a:prstGeom>
          <a:solidFill>
            <a:srgbClr val="0F2A47"/>
          </a:solidFill>
          <a:ln w="12700">
            <a:solidFill>
              <a:srgbClr val="0F2A47"/>
            </a:solidFill>
            <a:prstDash val="solid"/>
          </a:ln>
        </p:spPr>
        <p:txBody>
          <a:bodyPr/>
          <a:lstStyle/>
          <a:p>
            <a:endParaRPr lang="en-US"/>
          </a:p>
        </p:txBody>
      </p:sp>
      <p:sp>
        <p:nvSpPr>
          <p:cNvPr id="27" name="Text 25"/>
          <p:cNvSpPr/>
          <p:nvPr/>
        </p:nvSpPr>
        <p:spPr>
          <a:xfrm>
            <a:off x="594360" y="3246120"/>
            <a:ext cx="2377440" cy="411480"/>
          </a:xfrm>
          <a:prstGeom prst="rect">
            <a:avLst/>
          </a:prstGeom>
          <a:noFill/>
          <a:ln/>
        </p:spPr>
        <p:txBody>
          <a:bodyPr wrap="square" lIns="0" tIns="0" rIns="0" bIns="0" rtlCol="0" anchor="ctr"/>
          <a:lstStyle/>
          <a:p>
            <a:pPr marL="0" indent="0">
              <a:buNone/>
            </a:pPr>
            <a:r>
              <a:rPr lang="en-US" sz="1200" b="1">
                <a:solidFill>
                  <a:srgbClr val="FFFFFF"/>
                </a:solidFill>
                <a:latin typeface="Cambria" pitchFamily="34" charset="0"/>
                <a:ea typeface="Cambria" pitchFamily="34" charset="-122"/>
                <a:cs typeface="Cambria" pitchFamily="34" charset="-120"/>
              </a:rPr>
              <a:t>Core Layer</a:t>
            </a:r>
            <a:endParaRPr lang="en-US" sz="1200"/>
          </a:p>
        </p:txBody>
      </p:sp>
      <p:sp>
        <p:nvSpPr>
          <p:cNvPr id="28" name="Shape 26"/>
          <p:cNvSpPr/>
          <p:nvPr/>
        </p:nvSpPr>
        <p:spPr>
          <a:xfrm>
            <a:off x="3063240" y="3310128"/>
            <a:ext cx="0" cy="283464"/>
          </a:xfrm>
          <a:prstGeom prst="line">
            <a:avLst/>
          </a:prstGeom>
          <a:noFill/>
          <a:ln w="12700">
            <a:solidFill>
              <a:srgbClr val="FFFFFF">
                <a:alpha val="50000"/>
              </a:srgbClr>
            </a:solidFill>
            <a:prstDash val="solid"/>
          </a:ln>
        </p:spPr>
        <p:txBody>
          <a:bodyPr/>
          <a:lstStyle/>
          <a:p>
            <a:endParaRPr lang="en-US"/>
          </a:p>
        </p:txBody>
      </p:sp>
      <p:sp>
        <p:nvSpPr>
          <p:cNvPr id="29" name="Text 27"/>
          <p:cNvSpPr/>
          <p:nvPr/>
        </p:nvSpPr>
        <p:spPr>
          <a:xfrm>
            <a:off x="3200400" y="3246120"/>
            <a:ext cx="5349240" cy="411480"/>
          </a:xfrm>
          <a:prstGeom prst="rect">
            <a:avLst/>
          </a:prstGeom>
          <a:noFill/>
          <a:ln/>
        </p:spPr>
        <p:txBody>
          <a:bodyPr wrap="square" lIns="0" tIns="0" rIns="0" bIns="0" rtlCol="0" anchor="ctr"/>
          <a:lstStyle/>
          <a:p>
            <a:pPr marL="0" indent="0">
              <a:buNone/>
            </a:pPr>
            <a:r>
              <a:rPr lang="en-US" sz="1000">
                <a:solidFill>
                  <a:srgbClr val="FFFFFF"/>
                </a:solidFill>
              </a:rPr>
              <a:t>Settings, env loading, settings reload, logging</a:t>
            </a:r>
            <a:endParaRPr lang="en-US" sz="1000"/>
          </a:p>
        </p:txBody>
      </p:sp>
      <p:sp>
        <p:nvSpPr>
          <p:cNvPr id="30" name="Shape 28"/>
          <p:cNvSpPr/>
          <p:nvPr/>
        </p:nvSpPr>
        <p:spPr>
          <a:xfrm>
            <a:off x="457200" y="3703320"/>
            <a:ext cx="8229600" cy="411480"/>
          </a:xfrm>
          <a:prstGeom prst="rect">
            <a:avLst/>
          </a:prstGeom>
          <a:solidFill>
            <a:srgbClr val="028090"/>
          </a:solidFill>
          <a:ln w="12700">
            <a:solidFill>
              <a:srgbClr val="028090"/>
            </a:solidFill>
            <a:prstDash val="solid"/>
          </a:ln>
        </p:spPr>
        <p:txBody>
          <a:bodyPr/>
          <a:lstStyle/>
          <a:p>
            <a:endParaRPr lang="en-US"/>
          </a:p>
        </p:txBody>
      </p:sp>
      <p:sp>
        <p:nvSpPr>
          <p:cNvPr id="31" name="Text 29"/>
          <p:cNvSpPr/>
          <p:nvPr/>
        </p:nvSpPr>
        <p:spPr>
          <a:xfrm>
            <a:off x="594360" y="3703320"/>
            <a:ext cx="2377440" cy="411480"/>
          </a:xfrm>
          <a:prstGeom prst="rect">
            <a:avLst/>
          </a:prstGeom>
          <a:noFill/>
          <a:ln/>
        </p:spPr>
        <p:txBody>
          <a:bodyPr wrap="square" lIns="0" tIns="0" rIns="0" bIns="0" rtlCol="0" anchor="ctr"/>
          <a:lstStyle/>
          <a:p>
            <a:pPr marL="0" indent="0">
              <a:buNone/>
            </a:pPr>
            <a:r>
              <a:rPr lang="en-US" sz="1200" b="1">
                <a:solidFill>
                  <a:srgbClr val="FFFFFF"/>
                </a:solidFill>
                <a:latin typeface="Cambria" pitchFamily="34" charset="0"/>
                <a:ea typeface="Cambria" pitchFamily="34" charset="-122"/>
                <a:cs typeface="Cambria" pitchFamily="34" charset="-120"/>
              </a:rPr>
              <a:t>Utility Layer</a:t>
            </a:r>
            <a:endParaRPr lang="en-US" sz="1200"/>
          </a:p>
        </p:txBody>
      </p:sp>
      <p:sp>
        <p:nvSpPr>
          <p:cNvPr id="32" name="Shape 30"/>
          <p:cNvSpPr/>
          <p:nvPr/>
        </p:nvSpPr>
        <p:spPr>
          <a:xfrm>
            <a:off x="3063240" y="3767328"/>
            <a:ext cx="0" cy="283464"/>
          </a:xfrm>
          <a:prstGeom prst="line">
            <a:avLst/>
          </a:prstGeom>
          <a:noFill/>
          <a:ln w="12700">
            <a:solidFill>
              <a:srgbClr val="FFFFFF">
                <a:alpha val="50000"/>
              </a:srgbClr>
            </a:solidFill>
            <a:prstDash val="solid"/>
          </a:ln>
        </p:spPr>
        <p:txBody>
          <a:bodyPr/>
          <a:lstStyle/>
          <a:p>
            <a:endParaRPr lang="en-US"/>
          </a:p>
        </p:txBody>
      </p:sp>
      <p:sp>
        <p:nvSpPr>
          <p:cNvPr id="33" name="Text 31"/>
          <p:cNvSpPr/>
          <p:nvPr/>
        </p:nvSpPr>
        <p:spPr>
          <a:xfrm>
            <a:off x="3200400" y="3703320"/>
            <a:ext cx="5349240" cy="411480"/>
          </a:xfrm>
          <a:prstGeom prst="rect">
            <a:avLst/>
          </a:prstGeom>
          <a:noFill/>
          <a:ln/>
        </p:spPr>
        <p:txBody>
          <a:bodyPr wrap="square" lIns="0" tIns="0" rIns="0" bIns="0" rtlCol="0" anchor="ctr"/>
          <a:lstStyle/>
          <a:p>
            <a:pPr marL="0" indent="0">
              <a:buNone/>
            </a:pPr>
            <a:r>
              <a:rPr lang="en-US" sz="1000">
                <a:solidFill>
                  <a:srgbClr val="FFFFFF"/>
                </a:solidFill>
              </a:rPr>
              <a:t>Name normalization, token enrichment, similarity helpers</a:t>
            </a:r>
            <a:endParaRPr lang="en-US" sz="1000"/>
          </a:p>
        </p:txBody>
      </p:sp>
      <p:sp>
        <p:nvSpPr>
          <p:cNvPr id="34" name="Shape 32"/>
          <p:cNvSpPr/>
          <p:nvPr/>
        </p:nvSpPr>
        <p:spPr>
          <a:xfrm>
            <a:off x="457200" y="4160520"/>
            <a:ext cx="8229600" cy="411480"/>
          </a:xfrm>
          <a:prstGeom prst="rect">
            <a:avLst/>
          </a:prstGeom>
          <a:solidFill>
            <a:srgbClr val="00A896"/>
          </a:solidFill>
          <a:ln w="12700">
            <a:solidFill>
              <a:srgbClr val="00A896"/>
            </a:solidFill>
            <a:prstDash val="solid"/>
          </a:ln>
        </p:spPr>
        <p:txBody>
          <a:bodyPr/>
          <a:lstStyle/>
          <a:p>
            <a:endParaRPr lang="en-US"/>
          </a:p>
        </p:txBody>
      </p:sp>
      <p:sp>
        <p:nvSpPr>
          <p:cNvPr id="35" name="Text 33"/>
          <p:cNvSpPr/>
          <p:nvPr/>
        </p:nvSpPr>
        <p:spPr>
          <a:xfrm>
            <a:off x="594360" y="4160520"/>
            <a:ext cx="2377440" cy="411480"/>
          </a:xfrm>
          <a:prstGeom prst="rect">
            <a:avLst/>
          </a:prstGeom>
          <a:noFill/>
          <a:ln/>
        </p:spPr>
        <p:txBody>
          <a:bodyPr wrap="square" lIns="0" tIns="0" rIns="0" bIns="0" rtlCol="0" anchor="ctr"/>
          <a:lstStyle/>
          <a:p>
            <a:pPr marL="0" indent="0">
              <a:buNone/>
            </a:pPr>
            <a:r>
              <a:rPr lang="en-US" sz="1200" b="1">
                <a:solidFill>
                  <a:srgbClr val="FFFFFF"/>
                </a:solidFill>
                <a:latin typeface="Cambria" pitchFamily="34" charset="0"/>
                <a:ea typeface="Cambria" pitchFamily="34" charset="-122"/>
                <a:cs typeface="Cambria" pitchFamily="34" charset="-120"/>
              </a:rPr>
              <a:t>Storage</a:t>
            </a:r>
            <a:endParaRPr lang="en-US" sz="1200"/>
          </a:p>
        </p:txBody>
      </p:sp>
      <p:sp>
        <p:nvSpPr>
          <p:cNvPr id="36" name="Shape 34"/>
          <p:cNvSpPr/>
          <p:nvPr/>
        </p:nvSpPr>
        <p:spPr>
          <a:xfrm>
            <a:off x="3063240" y="4224528"/>
            <a:ext cx="0" cy="283464"/>
          </a:xfrm>
          <a:prstGeom prst="line">
            <a:avLst/>
          </a:prstGeom>
          <a:noFill/>
          <a:ln w="12700">
            <a:solidFill>
              <a:srgbClr val="FFFFFF">
                <a:alpha val="50000"/>
              </a:srgbClr>
            </a:solidFill>
            <a:prstDash val="solid"/>
          </a:ln>
        </p:spPr>
        <p:txBody>
          <a:bodyPr/>
          <a:lstStyle/>
          <a:p>
            <a:endParaRPr lang="en-US"/>
          </a:p>
        </p:txBody>
      </p:sp>
      <p:sp>
        <p:nvSpPr>
          <p:cNvPr id="37" name="Text 35"/>
          <p:cNvSpPr/>
          <p:nvPr/>
        </p:nvSpPr>
        <p:spPr>
          <a:xfrm>
            <a:off x="3200400" y="4160520"/>
            <a:ext cx="5349240" cy="411480"/>
          </a:xfrm>
          <a:prstGeom prst="rect">
            <a:avLst/>
          </a:prstGeom>
          <a:noFill/>
          <a:ln/>
        </p:spPr>
        <p:txBody>
          <a:bodyPr wrap="square" lIns="0" tIns="0" rIns="0" bIns="0" rtlCol="0" anchor="ctr"/>
          <a:lstStyle/>
          <a:p>
            <a:pPr marL="0" indent="0">
              <a:buNone/>
            </a:pPr>
            <a:r>
              <a:rPr lang="en-US" sz="1000">
                <a:solidFill>
                  <a:srgbClr val="FFFFFF"/>
                </a:solidFill>
              </a:rPr>
              <a:t>In-memory active datasets · SQLite for everything persisted</a:t>
            </a:r>
            <a:endParaRPr lang="en-US" sz="10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2">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a:solidFill>
                  <a:srgbClr val="FFFFFF"/>
                </a:solidFill>
                <a:latin typeface="Cambria" pitchFamily="34" charset="0"/>
                <a:ea typeface="Cambria" pitchFamily="34" charset="-122"/>
                <a:cs typeface="Cambria" pitchFamily="34" charset="-120"/>
              </a:rPr>
              <a:t>Inputs and Schema Profiling</a:t>
            </a:r>
            <a:endParaRPr lang="en-US" sz="22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Appendix · Different inputs, one normalized SchemaProfile</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320040" y="1417320"/>
            <a:ext cx="2057400" cy="1371600"/>
          </a:xfrm>
          <a:prstGeom prst="rect">
            <a:avLst/>
          </a:prstGeom>
          <a:solidFill>
            <a:srgbClr val="FFFFFF"/>
          </a:solidFill>
          <a:ln w="9525">
            <a:solidFill>
              <a:srgbClr val="D8D3C7"/>
            </a:solidFill>
            <a:prstDash val="solid"/>
          </a:ln>
        </p:spPr>
        <p:txBody>
          <a:bodyPr/>
          <a:lstStyle/>
          <a:p>
            <a:endParaRPr lang="en-US"/>
          </a:p>
        </p:txBody>
      </p:sp>
      <p:sp>
        <p:nvSpPr>
          <p:cNvPr id="8" name="Shape 6"/>
          <p:cNvSpPr/>
          <p:nvPr/>
        </p:nvSpPr>
        <p:spPr>
          <a:xfrm>
            <a:off x="320040" y="1417320"/>
            <a:ext cx="73152" cy="1371600"/>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457200" y="1508760"/>
            <a:ext cx="1783080" cy="228600"/>
          </a:xfrm>
          <a:prstGeom prst="rect">
            <a:avLst/>
          </a:prstGeom>
          <a:noFill/>
          <a:ln/>
        </p:spPr>
        <p:txBody>
          <a:bodyPr wrap="square" lIns="0" tIns="0" rIns="0" bIns="0" rtlCol="0" anchor="ctr"/>
          <a:lstStyle/>
          <a:p>
            <a:pPr marL="0" indent="0">
              <a:buNone/>
            </a:pPr>
            <a:r>
              <a:rPr lang="en-US" sz="1000" b="1" kern="0" spc="200">
                <a:solidFill>
                  <a:srgbClr val="00A896"/>
                </a:solidFill>
              </a:rPr>
              <a:t>01</a:t>
            </a:r>
            <a:endParaRPr lang="en-US" sz="1000"/>
          </a:p>
        </p:txBody>
      </p:sp>
      <p:sp>
        <p:nvSpPr>
          <p:cNvPr id="10" name="Text 8"/>
          <p:cNvSpPr/>
          <p:nvPr/>
        </p:nvSpPr>
        <p:spPr>
          <a:xfrm>
            <a:off x="457200" y="1737360"/>
            <a:ext cx="1783080" cy="365760"/>
          </a:xfrm>
          <a:prstGeom prst="rect">
            <a:avLst/>
          </a:prstGeom>
          <a:noFill/>
          <a:ln/>
        </p:spPr>
        <p:txBody>
          <a:bodyPr wrap="square" lIns="0" tIns="0" rIns="0" bIns="0" rtlCol="0" anchor="ctr"/>
          <a:lstStyle/>
          <a:p>
            <a:pPr marL="0" indent="0">
              <a:buNone/>
            </a:pPr>
            <a:r>
              <a:rPr lang="en-US" sz="1200" b="1">
                <a:solidFill>
                  <a:srgbClr val="0F2A47"/>
                </a:solidFill>
                <a:latin typeface="Cambria" pitchFamily="34" charset="0"/>
                <a:ea typeface="Cambria" pitchFamily="34" charset="-122"/>
                <a:cs typeface="Cambria" pitchFamily="34" charset="-120"/>
              </a:rPr>
              <a:t>Raw row data</a:t>
            </a:r>
            <a:endParaRPr lang="en-US" sz="1200"/>
          </a:p>
        </p:txBody>
      </p:sp>
      <p:sp>
        <p:nvSpPr>
          <p:cNvPr id="11" name="Text 9"/>
          <p:cNvSpPr/>
          <p:nvPr/>
        </p:nvSpPr>
        <p:spPr>
          <a:xfrm>
            <a:off x="457200" y="2057400"/>
            <a:ext cx="1783080" cy="274320"/>
          </a:xfrm>
          <a:prstGeom prst="rect">
            <a:avLst/>
          </a:prstGeom>
          <a:noFill/>
          <a:ln/>
        </p:spPr>
        <p:txBody>
          <a:bodyPr wrap="square" lIns="0" tIns="0" rIns="0" bIns="0" rtlCol="0" anchor="ctr"/>
          <a:lstStyle/>
          <a:p>
            <a:pPr marL="0" indent="0">
              <a:buNone/>
            </a:pPr>
            <a:r>
              <a:rPr lang="en-US" sz="900">
                <a:solidFill>
                  <a:srgbClr val="1E293B"/>
                </a:solidFill>
              </a:rPr>
              <a:t>CSV · JSON · XML · XLSX</a:t>
            </a:r>
            <a:endParaRPr lang="en-US" sz="900"/>
          </a:p>
        </p:txBody>
      </p:sp>
      <p:sp>
        <p:nvSpPr>
          <p:cNvPr id="12" name="Text 10"/>
          <p:cNvSpPr/>
          <p:nvPr/>
        </p:nvSpPr>
        <p:spPr>
          <a:xfrm>
            <a:off x="457200" y="2377440"/>
            <a:ext cx="1783080" cy="320040"/>
          </a:xfrm>
          <a:prstGeom prst="rect">
            <a:avLst/>
          </a:prstGeom>
          <a:noFill/>
          <a:ln/>
        </p:spPr>
        <p:txBody>
          <a:bodyPr wrap="square" lIns="0" tIns="0" rIns="0" bIns="0" rtlCol="0" anchor="ctr"/>
          <a:lstStyle/>
          <a:p>
            <a:pPr marL="0" indent="0">
              <a:buNone/>
            </a:pPr>
            <a:r>
              <a:rPr lang="en-US" sz="900" i="1">
                <a:solidFill>
                  <a:srgbClr val="028090"/>
                </a:solidFill>
              </a:rPr>
              <a:t>values, patterns, nulls</a:t>
            </a:r>
            <a:endParaRPr lang="en-US" sz="900"/>
          </a:p>
        </p:txBody>
      </p:sp>
      <p:sp>
        <p:nvSpPr>
          <p:cNvPr id="13" name="Shape 11"/>
          <p:cNvSpPr/>
          <p:nvPr/>
        </p:nvSpPr>
        <p:spPr>
          <a:xfrm>
            <a:off x="2468880" y="1417320"/>
            <a:ext cx="2057400" cy="1371600"/>
          </a:xfrm>
          <a:prstGeom prst="rect">
            <a:avLst/>
          </a:prstGeom>
          <a:solidFill>
            <a:srgbClr val="FFFFFF"/>
          </a:solidFill>
          <a:ln w="9525">
            <a:solidFill>
              <a:srgbClr val="D8D3C7"/>
            </a:solidFill>
            <a:prstDash val="solid"/>
          </a:ln>
        </p:spPr>
        <p:txBody>
          <a:bodyPr/>
          <a:lstStyle/>
          <a:p>
            <a:endParaRPr lang="en-US"/>
          </a:p>
        </p:txBody>
      </p:sp>
      <p:sp>
        <p:nvSpPr>
          <p:cNvPr id="14" name="Shape 12"/>
          <p:cNvSpPr/>
          <p:nvPr/>
        </p:nvSpPr>
        <p:spPr>
          <a:xfrm>
            <a:off x="2468880" y="1417320"/>
            <a:ext cx="73152" cy="1371600"/>
          </a:xfrm>
          <a:prstGeom prst="rect">
            <a:avLst/>
          </a:prstGeom>
          <a:solidFill>
            <a:srgbClr val="00A896"/>
          </a:solidFill>
          <a:ln w="12700">
            <a:solidFill>
              <a:srgbClr val="00A896"/>
            </a:solidFill>
            <a:prstDash val="solid"/>
          </a:ln>
        </p:spPr>
        <p:txBody>
          <a:bodyPr/>
          <a:lstStyle/>
          <a:p>
            <a:endParaRPr lang="en-US"/>
          </a:p>
        </p:txBody>
      </p:sp>
      <p:sp>
        <p:nvSpPr>
          <p:cNvPr id="15" name="Text 13"/>
          <p:cNvSpPr/>
          <p:nvPr/>
        </p:nvSpPr>
        <p:spPr>
          <a:xfrm>
            <a:off x="2606040" y="1508760"/>
            <a:ext cx="1783080" cy="228600"/>
          </a:xfrm>
          <a:prstGeom prst="rect">
            <a:avLst/>
          </a:prstGeom>
          <a:noFill/>
          <a:ln/>
        </p:spPr>
        <p:txBody>
          <a:bodyPr wrap="square" lIns="0" tIns="0" rIns="0" bIns="0" rtlCol="0" anchor="ctr"/>
          <a:lstStyle/>
          <a:p>
            <a:pPr marL="0" indent="0">
              <a:buNone/>
            </a:pPr>
            <a:r>
              <a:rPr lang="en-US" sz="1000" b="1" kern="0" spc="200">
                <a:solidFill>
                  <a:srgbClr val="00A896"/>
                </a:solidFill>
              </a:rPr>
              <a:t>02</a:t>
            </a:r>
            <a:endParaRPr lang="en-US" sz="1000"/>
          </a:p>
        </p:txBody>
      </p:sp>
      <p:sp>
        <p:nvSpPr>
          <p:cNvPr id="16" name="Text 14"/>
          <p:cNvSpPr/>
          <p:nvPr/>
        </p:nvSpPr>
        <p:spPr>
          <a:xfrm>
            <a:off x="2606040" y="1737360"/>
            <a:ext cx="1783080" cy="365760"/>
          </a:xfrm>
          <a:prstGeom prst="rect">
            <a:avLst/>
          </a:prstGeom>
          <a:noFill/>
          <a:ln/>
        </p:spPr>
        <p:txBody>
          <a:bodyPr wrap="square" lIns="0" tIns="0" rIns="0" bIns="0" rtlCol="0" anchor="ctr"/>
          <a:lstStyle/>
          <a:p>
            <a:pPr marL="0" indent="0">
              <a:buNone/>
            </a:pPr>
            <a:r>
              <a:rPr lang="en-US" sz="1200" b="1">
                <a:solidFill>
                  <a:srgbClr val="0F2A47"/>
                </a:solidFill>
                <a:latin typeface="Cambria" pitchFamily="34" charset="0"/>
                <a:ea typeface="Cambria" pitchFamily="34" charset="-122"/>
                <a:cs typeface="Cambria" pitchFamily="34" charset="-120"/>
              </a:rPr>
              <a:t>Schema-spec files</a:t>
            </a:r>
            <a:endParaRPr lang="en-US" sz="1200"/>
          </a:p>
        </p:txBody>
      </p:sp>
      <p:sp>
        <p:nvSpPr>
          <p:cNvPr id="17" name="Text 15"/>
          <p:cNvSpPr/>
          <p:nvPr/>
        </p:nvSpPr>
        <p:spPr>
          <a:xfrm>
            <a:off x="2606040" y="2057400"/>
            <a:ext cx="1783080" cy="274320"/>
          </a:xfrm>
          <a:prstGeom prst="rect">
            <a:avLst/>
          </a:prstGeom>
          <a:noFill/>
          <a:ln/>
        </p:spPr>
        <p:txBody>
          <a:bodyPr wrap="square" lIns="0" tIns="0" rIns="0" bIns="0" rtlCol="0" anchor="ctr"/>
          <a:lstStyle/>
          <a:p>
            <a:pPr marL="0" indent="0">
              <a:buNone/>
            </a:pPr>
            <a:r>
              <a:rPr lang="en-US" sz="900">
                <a:solidFill>
                  <a:srgbClr val="1E293B"/>
                </a:solidFill>
              </a:rPr>
              <a:t>One row = one field</a:t>
            </a:r>
            <a:endParaRPr lang="en-US" sz="900"/>
          </a:p>
        </p:txBody>
      </p:sp>
      <p:sp>
        <p:nvSpPr>
          <p:cNvPr id="18" name="Text 16"/>
          <p:cNvSpPr/>
          <p:nvPr/>
        </p:nvSpPr>
        <p:spPr>
          <a:xfrm>
            <a:off x="2606040" y="2377440"/>
            <a:ext cx="1783080" cy="320040"/>
          </a:xfrm>
          <a:prstGeom prst="rect">
            <a:avLst/>
          </a:prstGeom>
          <a:noFill/>
          <a:ln/>
        </p:spPr>
        <p:txBody>
          <a:bodyPr wrap="square" lIns="0" tIns="0" rIns="0" bIns="0" rtlCol="0" anchor="ctr"/>
          <a:lstStyle/>
          <a:p>
            <a:pPr marL="0" indent="0">
              <a:buNone/>
            </a:pPr>
            <a:r>
              <a:rPr lang="en-US" sz="900" i="1">
                <a:solidFill>
                  <a:srgbClr val="028090"/>
                </a:solidFill>
              </a:rPr>
              <a:t>name, type, description</a:t>
            </a:r>
            <a:endParaRPr lang="en-US" sz="900"/>
          </a:p>
        </p:txBody>
      </p:sp>
      <p:sp>
        <p:nvSpPr>
          <p:cNvPr id="19" name="Shape 17"/>
          <p:cNvSpPr/>
          <p:nvPr/>
        </p:nvSpPr>
        <p:spPr>
          <a:xfrm>
            <a:off x="4617720" y="1417320"/>
            <a:ext cx="2057400" cy="1371600"/>
          </a:xfrm>
          <a:prstGeom prst="rect">
            <a:avLst/>
          </a:prstGeom>
          <a:solidFill>
            <a:srgbClr val="FFFFFF"/>
          </a:solidFill>
          <a:ln w="9525">
            <a:solidFill>
              <a:srgbClr val="D8D3C7"/>
            </a:solidFill>
            <a:prstDash val="solid"/>
          </a:ln>
        </p:spPr>
        <p:txBody>
          <a:bodyPr/>
          <a:lstStyle/>
          <a:p>
            <a:endParaRPr lang="en-US"/>
          </a:p>
        </p:txBody>
      </p:sp>
      <p:sp>
        <p:nvSpPr>
          <p:cNvPr id="20" name="Shape 18"/>
          <p:cNvSpPr/>
          <p:nvPr/>
        </p:nvSpPr>
        <p:spPr>
          <a:xfrm>
            <a:off x="4617720" y="1417320"/>
            <a:ext cx="73152" cy="1371600"/>
          </a:xfrm>
          <a:prstGeom prst="rect">
            <a:avLst/>
          </a:prstGeom>
          <a:solidFill>
            <a:srgbClr val="00A896"/>
          </a:solidFill>
          <a:ln w="12700">
            <a:solidFill>
              <a:srgbClr val="00A896"/>
            </a:solidFill>
            <a:prstDash val="solid"/>
          </a:ln>
        </p:spPr>
        <p:txBody>
          <a:bodyPr/>
          <a:lstStyle/>
          <a:p>
            <a:endParaRPr lang="en-US"/>
          </a:p>
        </p:txBody>
      </p:sp>
      <p:sp>
        <p:nvSpPr>
          <p:cNvPr id="21" name="Text 19"/>
          <p:cNvSpPr/>
          <p:nvPr/>
        </p:nvSpPr>
        <p:spPr>
          <a:xfrm>
            <a:off x="4754880" y="1508760"/>
            <a:ext cx="1783080" cy="228600"/>
          </a:xfrm>
          <a:prstGeom prst="rect">
            <a:avLst/>
          </a:prstGeom>
          <a:noFill/>
          <a:ln/>
        </p:spPr>
        <p:txBody>
          <a:bodyPr wrap="square" lIns="0" tIns="0" rIns="0" bIns="0" rtlCol="0" anchor="ctr"/>
          <a:lstStyle/>
          <a:p>
            <a:pPr marL="0" indent="0">
              <a:buNone/>
            </a:pPr>
            <a:r>
              <a:rPr lang="en-US" sz="1000" b="1" kern="0" spc="200">
                <a:solidFill>
                  <a:srgbClr val="00A896"/>
                </a:solidFill>
              </a:rPr>
              <a:t>03</a:t>
            </a:r>
            <a:endParaRPr lang="en-US" sz="1000"/>
          </a:p>
        </p:txBody>
      </p:sp>
      <p:sp>
        <p:nvSpPr>
          <p:cNvPr id="22" name="Text 20"/>
          <p:cNvSpPr/>
          <p:nvPr/>
        </p:nvSpPr>
        <p:spPr>
          <a:xfrm>
            <a:off x="4754880" y="1737360"/>
            <a:ext cx="1783080" cy="365760"/>
          </a:xfrm>
          <a:prstGeom prst="rect">
            <a:avLst/>
          </a:prstGeom>
          <a:noFill/>
          <a:ln/>
        </p:spPr>
        <p:txBody>
          <a:bodyPr wrap="square" lIns="0" tIns="0" rIns="0" bIns="0" rtlCol="0" anchor="ctr"/>
          <a:lstStyle/>
          <a:p>
            <a:pPr marL="0" indent="0">
              <a:buNone/>
            </a:pPr>
            <a:r>
              <a:rPr lang="en-US" sz="1200" b="1">
                <a:solidFill>
                  <a:srgbClr val="0F2A47"/>
                </a:solidFill>
                <a:latin typeface="Cambria" pitchFamily="34" charset="0"/>
                <a:ea typeface="Cambria" pitchFamily="34" charset="-122"/>
                <a:cs typeface="Cambria" pitchFamily="34" charset="-120"/>
              </a:rPr>
              <a:t>SQL schema snapshots</a:t>
            </a:r>
            <a:endParaRPr lang="en-US" sz="1200"/>
          </a:p>
        </p:txBody>
      </p:sp>
      <p:sp>
        <p:nvSpPr>
          <p:cNvPr id="23" name="Text 21"/>
          <p:cNvSpPr/>
          <p:nvPr/>
        </p:nvSpPr>
        <p:spPr>
          <a:xfrm>
            <a:off x="4754880" y="2057400"/>
            <a:ext cx="1783080" cy="274320"/>
          </a:xfrm>
          <a:prstGeom prst="rect">
            <a:avLst/>
          </a:prstGeom>
          <a:noFill/>
          <a:ln/>
        </p:spPr>
        <p:txBody>
          <a:bodyPr wrap="square" lIns="0" tIns="0" rIns="0" bIns="0" rtlCol="0" anchor="ctr"/>
          <a:lstStyle/>
          <a:p>
            <a:pPr marL="0" indent="0">
              <a:buNone/>
            </a:pPr>
            <a:r>
              <a:rPr lang="en-US" sz="900">
                <a:solidFill>
                  <a:srgbClr val="1E293B"/>
                </a:solidFill>
              </a:rPr>
              <a:t>Optional table selection</a:t>
            </a:r>
            <a:endParaRPr lang="en-US" sz="900"/>
          </a:p>
        </p:txBody>
      </p:sp>
      <p:sp>
        <p:nvSpPr>
          <p:cNvPr id="24" name="Text 22"/>
          <p:cNvSpPr/>
          <p:nvPr/>
        </p:nvSpPr>
        <p:spPr>
          <a:xfrm>
            <a:off x="4754880" y="2377440"/>
            <a:ext cx="1783080" cy="320040"/>
          </a:xfrm>
          <a:prstGeom prst="rect">
            <a:avLst/>
          </a:prstGeom>
          <a:noFill/>
          <a:ln/>
        </p:spPr>
        <p:txBody>
          <a:bodyPr wrap="square" lIns="0" tIns="0" rIns="0" bIns="0" rtlCol="0" anchor="ctr"/>
          <a:lstStyle/>
          <a:p>
            <a:pPr marL="0" indent="0">
              <a:buNone/>
            </a:pPr>
            <a:r>
              <a:rPr lang="en-US" sz="900" i="1">
                <a:solidFill>
                  <a:srgbClr val="028090"/>
                </a:solidFill>
              </a:rPr>
              <a:t>tables, columns, types</a:t>
            </a:r>
            <a:endParaRPr lang="en-US" sz="900"/>
          </a:p>
        </p:txBody>
      </p:sp>
      <p:sp>
        <p:nvSpPr>
          <p:cNvPr id="25" name="Shape 23"/>
          <p:cNvSpPr/>
          <p:nvPr/>
        </p:nvSpPr>
        <p:spPr>
          <a:xfrm>
            <a:off x="6766560" y="1417320"/>
            <a:ext cx="2057400" cy="1371600"/>
          </a:xfrm>
          <a:prstGeom prst="rect">
            <a:avLst/>
          </a:prstGeom>
          <a:solidFill>
            <a:srgbClr val="FFFFFF"/>
          </a:solidFill>
          <a:ln w="9525">
            <a:solidFill>
              <a:srgbClr val="D8D3C7"/>
            </a:solidFill>
            <a:prstDash val="solid"/>
          </a:ln>
        </p:spPr>
        <p:txBody>
          <a:bodyPr/>
          <a:lstStyle/>
          <a:p>
            <a:endParaRPr lang="en-US"/>
          </a:p>
        </p:txBody>
      </p:sp>
      <p:sp>
        <p:nvSpPr>
          <p:cNvPr id="26" name="Shape 24"/>
          <p:cNvSpPr/>
          <p:nvPr/>
        </p:nvSpPr>
        <p:spPr>
          <a:xfrm>
            <a:off x="6766560" y="1417320"/>
            <a:ext cx="73152" cy="1371600"/>
          </a:xfrm>
          <a:prstGeom prst="rect">
            <a:avLst/>
          </a:prstGeom>
          <a:solidFill>
            <a:srgbClr val="00A896"/>
          </a:solidFill>
          <a:ln w="12700">
            <a:solidFill>
              <a:srgbClr val="00A896"/>
            </a:solidFill>
            <a:prstDash val="solid"/>
          </a:ln>
        </p:spPr>
        <p:txBody>
          <a:bodyPr/>
          <a:lstStyle/>
          <a:p>
            <a:endParaRPr lang="en-US"/>
          </a:p>
        </p:txBody>
      </p:sp>
      <p:sp>
        <p:nvSpPr>
          <p:cNvPr id="27" name="Text 25"/>
          <p:cNvSpPr/>
          <p:nvPr/>
        </p:nvSpPr>
        <p:spPr>
          <a:xfrm>
            <a:off x="6903720" y="1508760"/>
            <a:ext cx="1783080" cy="228600"/>
          </a:xfrm>
          <a:prstGeom prst="rect">
            <a:avLst/>
          </a:prstGeom>
          <a:noFill/>
          <a:ln/>
        </p:spPr>
        <p:txBody>
          <a:bodyPr wrap="square" lIns="0" tIns="0" rIns="0" bIns="0" rtlCol="0" anchor="ctr"/>
          <a:lstStyle/>
          <a:p>
            <a:pPr marL="0" indent="0">
              <a:buNone/>
            </a:pPr>
            <a:r>
              <a:rPr lang="en-US" sz="1000" b="1" kern="0" spc="200">
                <a:solidFill>
                  <a:srgbClr val="00A896"/>
                </a:solidFill>
              </a:rPr>
              <a:t>04</a:t>
            </a:r>
            <a:endParaRPr lang="en-US" sz="1000"/>
          </a:p>
        </p:txBody>
      </p:sp>
      <p:sp>
        <p:nvSpPr>
          <p:cNvPr id="28" name="Text 26"/>
          <p:cNvSpPr/>
          <p:nvPr/>
        </p:nvSpPr>
        <p:spPr>
          <a:xfrm>
            <a:off x="6903720" y="1737360"/>
            <a:ext cx="1783080" cy="365760"/>
          </a:xfrm>
          <a:prstGeom prst="rect">
            <a:avLst/>
          </a:prstGeom>
          <a:noFill/>
          <a:ln/>
        </p:spPr>
        <p:txBody>
          <a:bodyPr wrap="square" lIns="0" tIns="0" rIns="0" bIns="0" rtlCol="0" anchor="ctr"/>
          <a:lstStyle/>
          <a:p>
            <a:pPr marL="0" indent="0">
              <a:buNone/>
            </a:pPr>
            <a:r>
              <a:rPr lang="en-US" sz="1200" b="1">
                <a:solidFill>
                  <a:srgbClr val="0F2A47"/>
                </a:solidFill>
                <a:latin typeface="Cambria" pitchFamily="34" charset="0"/>
                <a:ea typeface="Cambria" pitchFamily="34" charset="-122"/>
                <a:cs typeface="Cambria" pitchFamily="34" charset="-120"/>
              </a:rPr>
              <a:t>Source-only mode</a:t>
            </a:r>
            <a:endParaRPr lang="en-US" sz="1200"/>
          </a:p>
        </p:txBody>
      </p:sp>
      <p:sp>
        <p:nvSpPr>
          <p:cNvPr id="29" name="Text 27"/>
          <p:cNvSpPr/>
          <p:nvPr/>
        </p:nvSpPr>
        <p:spPr>
          <a:xfrm>
            <a:off x="6903720" y="2057400"/>
            <a:ext cx="1783080" cy="274320"/>
          </a:xfrm>
          <a:prstGeom prst="rect">
            <a:avLst/>
          </a:prstGeom>
          <a:noFill/>
          <a:ln/>
        </p:spPr>
        <p:txBody>
          <a:bodyPr wrap="square" lIns="0" tIns="0" rIns="0" bIns="0" rtlCol="0" anchor="ctr"/>
          <a:lstStyle/>
          <a:p>
            <a:pPr marL="0" indent="0">
              <a:buNone/>
            </a:pPr>
            <a:r>
              <a:rPr lang="en-US" sz="900">
                <a:solidFill>
                  <a:srgbClr val="1E293B"/>
                </a:solidFill>
              </a:rPr>
              <a:t>No target available yet</a:t>
            </a:r>
            <a:endParaRPr lang="en-US" sz="900"/>
          </a:p>
        </p:txBody>
      </p:sp>
      <p:sp>
        <p:nvSpPr>
          <p:cNvPr id="30" name="Text 28"/>
          <p:cNvSpPr/>
          <p:nvPr/>
        </p:nvSpPr>
        <p:spPr>
          <a:xfrm>
            <a:off x="6903720" y="2377440"/>
            <a:ext cx="1783080" cy="320040"/>
          </a:xfrm>
          <a:prstGeom prst="rect">
            <a:avLst/>
          </a:prstGeom>
          <a:noFill/>
          <a:ln/>
        </p:spPr>
        <p:txBody>
          <a:bodyPr wrap="square" lIns="0" tIns="0" rIns="0" bIns="0" rtlCol="0" anchor="ctr"/>
          <a:lstStyle/>
          <a:p>
            <a:pPr marL="0" indent="0">
              <a:buNone/>
            </a:pPr>
            <a:r>
              <a:rPr lang="en-US" sz="900" i="1">
                <a:solidFill>
                  <a:srgbClr val="028090"/>
                </a:solidFill>
              </a:rPr>
              <a:t>concept-first mapping</a:t>
            </a:r>
            <a:endParaRPr lang="en-US" sz="900"/>
          </a:p>
        </p:txBody>
      </p:sp>
      <p:sp>
        <p:nvSpPr>
          <p:cNvPr id="31" name="Shape 29"/>
          <p:cNvSpPr/>
          <p:nvPr/>
        </p:nvSpPr>
        <p:spPr>
          <a:xfrm>
            <a:off x="1348740" y="2834640"/>
            <a:ext cx="0" cy="365760"/>
          </a:xfrm>
          <a:prstGeom prst="line">
            <a:avLst/>
          </a:prstGeom>
          <a:noFill/>
          <a:ln w="19050">
            <a:solidFill>
              <a:srgbClr val="0F2A47"/>
            </a:solidFill>
            <a:prstDash val="solid"/>
            <a:tailEnd type="triangle"/>
          </a:ln>
        </p:spPr>
        <p:txBody>
          <a:bodyPr/>
          <a:lstStyle/>
          <a:p>
            <a:endParaRPr lang="en-US"/>
          </a:p>
        </p:txBody>
      </p:sp>
      <p:sp>
        <p:nvSpPr>
          <p:cNvPr id="32" name="Shape 30"/>
          <p:cNvSpPr/>
          <p:nvPr/>
        </p:nvSpPr>
        <p:spPr>
          <a:xfrm>
            <a:off x="3497580" y="2834640"/>
            <a:ext cx="0" cy="365760"/>
          </a:xfrm>
          <a:prstGeom prst="line">
            <a:avLst/>
          </a:prstGeom>
          <a:noFill/>
          <a:ln w="19050">
            <a:solidFill>
              <a:srgbClr val="0F2A47"/>
            </a:solidFill>
            <a:prstDash val="solid"/>
            <a:tailEnd type="triangle"/>
          </a:ln>
        </p:spPr>
        <p:txBody>
          <a:bodyPr/>
          <a:lstStyle/>
          <a:p>
            <a:endParaRPr lang="en-US"/>
          </a:p>
        </p:txBody>
      </p:sp>
      <p:sp>
        <p:nvSpPr>
          <p:cNvPr id="33" name="Shape 31"/>
          <p:cNvSpPr/>
          <p:nvPr/>
        </p:nvSpPr>
        <p:spPr>
          <a:xfrm>
            <a:off x="5646420" y="2834640"/>
            <a:ext cx="0" cy="365760"/>
          </a:xfrm>
          <a:prstGeom prst="line">
            <a:avLst/>
          </a:prstGeom>
          <a:noFill/>
          <a:ln w="19050">
            <a:solidFill>
              <a:srgbClr val="0F2A47"/>
            </a:solidFill>
            <a:prstDash val="solid"/>
            <a:tailEnd type="triangle"/>
          </a:ln>
        </p:spPr>
        <p:txBody>
          <a:bodyPr/>
          <a:lstStyle/>
          <a:p>
            <a:endParaRPr lang="en-US"/>
          </a:p>
        </p:txBody>
      </p:sp>
      <p:sp>
        <p:nvSpPr>
          <p:cNvPr id="34" name="Shape 32"/>
          <p:cNvSpPr/>
          <p:nvPr/>
        </p:nvSpPr>
        <p:spPr>
          <a:xfrm>
            <a:off x="7795260" y="2834640"/>
            <a:ext cx="0" cy="365760"/>
          </a:xfrm>
          <a:prstGeom prst="line">
            <a:avLst/>
          </a:prstGeom>
          <a:noFill/>
          <a:ln w="19050">
            <a:solidFill>
              <a:srgbClr val="0F2A47"/>
            </a:solidFill>
            <a:prstDash val="solid"/>
            <a:tailEnd type="triangle"/>
          </a:ln>
        </p:spPr>
        <p:txBody>
          <a:bodyPr/>
          <a:lstStyle/>
          <a:p>
            <a:endParaRPr lang="en-US"/>
          </a:p>
        </p:txBody>
      </p:sp>
      <p:sp>
        <p:nvSpPr>
          <p:cNvPr id="35" name="Shape 33"/>
          <p:cNvSpPr/>
          <p:nvPr/>
        </p:nvSpPr>
        <p:spPr>
          <a:xfrm>
            <a:off x="2743200" y="3337560"/>
            <a:ext cx="3657600" cy="502920"/>
          </a:xfrm>
          <a:prstGeom prst="rect">
            <a:avLst/>
          </a:prstGeom>
          <a:solidFill>
            <a:srgbClr val="0F2A47"/>
          </a:solidFill>
          <a:ln w="12700">
            <a:solidFill>
              <a:srgbClr val="0F2A47"/>
            </a:solidFill>
            <a:prstDash val="solid"/>
          </a:ln>
        </p:spPr>
        <p:txBody>
          <a:bodyPr/>
          <a:lstStyle/>
          <a:p>
            <a:endParaRPr lang="en-US"/>
          </a:p>
        </p:txBody>
      </p:sp>
      <p:sp>
        <p:nvSpPr>
          <p:cNvPr id="36" name="Text 34"/>
          <p:cNvSpPr/>
          <p:nvPr/>
        </p:nvSpPr>
        <p:spPr>
          <a:xfrm>
            <a:off x="2743200" y="3337560"/>
            <a:ext cx="3657600" cy="502920"/>
          </a:xfrm>
          <a:prstGeom prst="rect">
            <a:avLst/>
          </a:prstGeom>
          <a:noFill/>
          <a:ln/>
        </p:spPr>
        <p:txBody>
          <a:bodyPr wrap="square" lIns="0" tIns="0" rIns="0" bIns="0" rtlCol="0" anchor="ctr"/>
          <a:lstStyle/>
          <a:p>
            <a:pPr marL="0" indent="0" algn="ctr">
              <a:buNone/>
            </a:pPr>
            <a:r>
              <a:rPr lang="en-US" sz="1600" b="1">
                <a:solidFill>
                  <a:srgbClr val="00A896"/>
                </a:solidFill>
                <a:latin typeface="Cambria" pitchFamily="34" charset="0"/>
                <a:ea typeface="Cambria" pitchFamily="34" charset="-122"/>
                <a:cs typeface="Cambria" pitchFamily="34" charset="-120"/>
              </a:rPr>
              <a:t>SchemaProfile</a:t>
            </a:r>
            <a:endParaRPr lang="en-US" sz="1600"/>
          </a:p>
        </p:txBody>
      </p:sp>
      <p:sp>
        <p:nvSpPr>
          <p:cNvPr id="37" name="Shape 35"/>
          <p:cNvSpPr/>
          <p:nvPr/>
        </p:nvSpPr>
        <p:spPr>
          <a:xfrm>
            <a:off x="457200" y="4114800"/>
            <a:ext cx="8229600" cy="502920"/>
          </a:xfrm>
          <a:prstGeom prst="rect">
            <a:avLst/>
          </a:prstGeom>
          <a:solidFill>
            <a:srgbClr val="081A2E"/>
          </a:solidFill>
          <a:ln w="12700">
            <a:solidFill>
              <a:srgbClr val="081A2E"/>
            </a:solidFill>
            <a:prstDash val="solid"/>
          </a:ln>
        </p:spPr>
        <p:txBody>
          <a:bodyPr/>
          <a:lstStyle/>
          <a:p>
            <a:endParaRPr lang="en-US"/>
          </a:p>
        </p:txBody>
      </p:sp>
      <p:sp>
        <p:nvSpPr>
          <p:cNvPr id="38" name="Text 36"/>
          <p:cNvSpPr/>
          <p:nvPr/>
        </p:nvSpPr>
        <p:spPr>
          <a:xfrm>
            <a:off x="640080" y="4114800"/>
            <a:ext cx="7863840" cy="502920"/>
          </a:xfrm>
          <a:prstGeom prst="rect">
            <a:avLst/>
          </a:prstGeom>
          <a:noFill/>
          <a:ln/>
        </p:spPr>
        <p:txBody>
          <a:bodyPr wrap="square" lIns="0" tIns="0" rIns="0" bIns="0" rtlCol="0" anchor="ctr"/>
          <a:lstStyle/>
          <a:p>
            <a:pPr marL="0" indent="0" algn="ctr">
              <a:buNone/>
            </a:pPr>
            <a:r>
              <a:rPr lang="en-US" sz="1100" i="1">
                <a:solidFill>
                  <a:srgbClr val="FFFFFF"/>
                </a:solidFill>
              </a:rPr>
              <a:t>All input shapes normalize into one schema-understanding layer — the engine doesn't care whether you started with row data, a schema spec, or a SQL snapshot.</a:t>
            </a:r>
            <a:endParaRPr lang="en-US" sz="1100"/>
          </a:p>
        </p:txBody>
      </p:sp>
      <p:sp>
        <p:nvSpPr>
          <p:cNvPr id="39" name="Shape 37"/>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40" name="Text 38"/>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41" name="Text 39"/>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2 / 12</a:t>
            </a:r>
            <a:endParaRPr lang="en-US" sz="9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a:solidFill>
                  <a:srgbClr val="FFFFFF"/>
                </a:solidFill>
                <a:latin typeface="Cambria" pitchFamily="34" charset="0"/>
                <a:ea typeface="Cambria" pitchFamily="34" charset="-122"/>
                <a:cs typeface="Cambria" pitchFamily="34" charset="-120"/>
              </a:rPr>
              <a:t>Multi-Signal Scoring — Signals and How to Read Them</a:t>
            </a:r>
            <a:endParaRPr lang="en-US" sz="22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Appendix · Every score is the sum of explicit, readable signals</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457200" y="1417320"/>
            <a:ext cx="8229600" cy="402336"/>
          </a:xfrm>
          <a:prstGeom prst="rect">
            <a:avLst/>
          </a:prstGeom>
          <a:solidFill>
            <a:srgbClr val="FFFFFF"/>
          </a:solidFill>
          <a:ln w="6350">
            <a:solidFill>
              <a:srgbClr val="D8D3C7"/>
            </a:solidFill>
            <a:prstDash val="solid"/>
          </a:ln>
        </p:spPr>
        <p:txBody>
          <a:bodyPr/>
          <a:lstStyle/>
          <a:p>
            <a:endParaRPr lang="en-US"/>
          </a:p>
        </p:txBody>
      </p:sp>
      <p:sp>
        <p:nvSpPr>
          <p:cNvPr id="8" name="Shape 6"/>
          <p:cNvSpPr/>
          <p:nvPr/>
        </p:nvSpPr>
        <p:spPr>
          <a:xfrm>
            <a:off x="457200" y="1417320"/>
            <a:ext cx="73152" cy="402336"/>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685800" y="1417320"/>
            <a:ext cx="2377440" cy="402336"/>
          </a:xfrm>
          <a:prstGeom prst="rect">
            <a:avLst/>
          </a:prstGeom>
          <a:noFill/>
          <a:ln/>
        </p:spPr>
        <p:txBody>
          <a:bodyPr wrap="square" lIns="0" tIns="0" rIns="0" bIns="0" rtlCol="0" anchor="ctr"/>
          <a:lstStyle/>
          <a:p>
            <a:pPr marL="0" indent="0">
              <a:buNone/>
            </a:pPr>
            <a:r>
              <a:rPr lang="en-US" sz="1200" b="1">
                <a:solidFill>
                  <a:srgbClr val="0F2A47"/>
                </a:solidFill>
              </a:rPr>
              <a:t>Lexical</a:t>
            </a:r>
            <a:endParaRPr lang="en-US" sz="1200"/>
          </a:p>
        </p:txBody>
      </p:sp>
      <p:sp>
        <p:nvSpPr>
          <p:cNvPr id="10" name="Text 8"/>
          <p:cNvSpPr/>
          <p:nvPr/>
        </p:nvSpPr>
        <p:spPr>
          <a:xfrm>
            <a:off x="3154680" y="1417320"/>
            <a:ext cx="5486400" cy="402336"/>
          </a:xfrm>
          <a:prstGeom prst="rect">
            <a:avLst/>
          </a:prstGeom>
          <a:noFill/>
          <a:ln/>
        </p:spPr>
        <p:txBody>
          <a:bodyPr wrap="square" lIns="0" tIns="0" rIns="0" bIns="0" rtlCol="0" anchor="ctr"/>
          <a:lstStyle/>
          <a:p>
            <a:pPr marL="0" indent="0">
              <a:buNone/>
            </a:pPr>
            <a:r>
              <a:rPr lang="en-US" sz="1100">
                <a:solidFill>
                  <a:srgbClr val="1E293B"/>
                </a:solidFill>
              </a:rPr>
              <a:t>Field names or aliases look similar</a:t>
            </a:r>
            <a:endParaRPr lang="en-US" sz="1100"/>
          </a:p>
        </p:txBody>
      </p:sp>
      <p:sp>
        <p:nvSpPr>
          <p:cNvPr id="11" name="Shape 9"/>
          <p:cNvSpPr/>
          <p:nvPr/>
        </p:nvSpPr>
        <p:spPr>
          <a:xfrm>
            <a:off x="457200" y="1874520"/>
            <a:ext cx="8229600" cy="402336"/>
          </a:xfrm>
          <a:prstGeom prst="rect">
            <a:avLst/>
          </a:prstGeom>
          <a:solidFill>
            <a:srgbClr val="FAF7F0"/>
          </a:solidFill>
          <a:ln w="6350">
            <a:solidFill>
              <a:srgbClr val="D8D3C7"/>
            </a:solidFill>
            <a:prstDash val="solid"/>
          </a:ln>
        </p:spPr>
        <p:txBody>
          <a:bodyPr/>
          <a:lstStyle/>
          <a:p>
            <a:endParaRPr lang="en-US"/>
          </a:p>
        </p:txBody>
      </p:sp>
      <p:sp>
        <p:nvSpPr>
          <p:cNvPr id="12" name="Shape 10"/>
          <p:cNvSpPr/>
          <p:nvPr/>
        </p:nvSpPr>
        <p:spPr>
          <a:xfrm>
            <a:off x="457200" y="1874520"/>
            <a:ext cx="73152" cy="402336"/>
          </a:xfrm>
          <a:prstGeom prst="rect">
            <a:avLst/>
          </a:prstGeom>
          <a:solidFill>
            <a:srgbClr val="00A896"/>
          </a:solidFill>
          <a:ln w="12700">
            <a:solidFill>
              <a:srgbClr val="00A896"/>
            </a:solidFill>
            <a:prstDash val="solid"/>
          </a:ln>
        </p:spPr>
        <p:txBody>
          <a:bodyPr/>
          <a:lstStyle/>
          <a:p>
            <a:endParaRPr lang="en-US"/>
          </a:p>
        </p:txBody>
      </p:sp>
      <p:sp>
        <p:nvSpPr>
          <p:cNvPr id="13" name="Text 11"/>
          <p:cNvSpPr/>
          <p:nvPr/>
        </p:nvSpPr>
        <p:spPr>
          <a:xfrm>
            <a:off x="685800" y="1874520"/>
            <a:ext cx="2377440" cy="402336"/>
          </a:xfrm>
          <a:prstGeom prst="rect">
            <a:avLst/>
          </a:prstGeom>
          <a:noFill/>
          <a:ln/>
        </p:spPr>
        <p:txBody>
          <a:bodyPr wrap="square" lIns="0" tIns="0" rIns="0" bIns="0" rtlCol="0" anchor="ctr"/>
          <a:lstStyle/>
          <a:p>
            <a:pPr marL="0" indent="0">
              <a:buNone/>
            </a:pPr>
            <a:r>
              <a:rPr lang="en-US" sz="1200" b="1">
                <a:solidFill>
                  <a:srgbClr val="0F2A47"/>
                </a:solidFill>
              </a:rPr>
              <a:t>Semantic</a:t>
            </a:r>
            <a:endParaRPr lang="en-US" sz="1200"/>
          </a:p>
        </p:txBody>
      </p:sp>
      <p:sp>
        <p:nvSpPr>
          <p:cNvPr id="14" name="Text 12"/>
          <p:cNvSpPr/>
          <p:nvPr/>
        </p:nvSpPr>
        <p:spPr>
          <a:xfrm>
            <a:off x="3154680" y="1874520"/>
            <a:ext cx="5486400" cy="402336"/>
          </a:xfrm>
          <a:prstGeom prst="rect">
            <a:avLst/>
          </a:prstGeom>
          <a:noFill/>
          <a:ln/>
        </p:spPr>
        <p:txBody>
          <a:bodyPr wrap="square" lIns="0" tIns="0" rIns="0" bIns="0" rtlCol="0" anchor="ctr"/>
          <a:lstStyle/>
          <a:p>
            <a:pPr marL="0" indent="0">
              <a:buNone/>
            </a:pPr>
            <a:r>
              <a:rPr lang="en-US" sz="1100">
                <a:solidFill>
                  <a:srgbClr val="1E293B"/>
                </a:solidFill>
              </a:rPr>
              <a:t>Business meaning is close even if names differ</a:t>
            </a:r>
            <a:endParaRPr lang="en-US" sz="1100"/>
          </a:p>
        </p:txBody>
      </p:sp>
      <p:sp>
        <p:nvSpPr>
          <p:cNvPr id="15" name="Shape 13"/>
          <p:cNvSpPr/>
          <p:nvPr/>
        </p:nvSpPr>
        <p:spPr>
          <a:xfrm>
            <a:off x="457200" y="2331720"/>
            <a:ext cx="8229600" cy="402336"/>
          </a:xfrm>
          <a:prstGeom prst="rect">
            <a:avLst/>
          </a:prstGeom>
          <a:solidFill>
            <a:srgbClr val="FFFFFF"/>
          </a:solidFill>
          <a:ln w="6350">
            <a:solidFill>
              <a:srgbClr val="D8D3C7"/>
            </a:solidFill>
            <a:prstDash val="solid"/>
          </a:ln>
        </p:spPr>
        <p:txBody>
          <a:bodyPr/>
          <a:lstStyle/>
          <a:p>
            <a:endParaRPr lang="en-US"/>
          </a:p>
        </p:txBody>
      </p:sp>
      <p:sp>
        <p:nvSpPr>
          <p:cNvPr id="16" name="Shape 14"/>
          <p:cNvSpPr/>
          <p:nvPr/>
        </p:nvSpPr>
        <p:spPr>
          <a:xfrm>
            <a:off x="457200" y="2331720"/>
            <a:ext cx="73152" cy="402336"/>
          </a:xfrm>
          <a:prstGeom prst="rect">
            <a:avLst/>
          </a:prstGeom>
          <a:solidFill>
            <a:srgbClr val="00A896"/>
          </a:solidFill>
          <a:ln w="12700">
            <a:solidFill>
              <a:srgbClr val="00A896"/>
            </a:solidFill>
            <a:prstDash val="solid"/>
          </a:ln>
        </p:spPr>
        <p:txBody>
          <a:bodyPr/>
          <a:lstStyle/>
          <a:p>
            <a:endParaRPr lang="en-US"/>
          </a:p>
        </p:txBody>
      </p:sp>
      <p:sp>
        <p:nvSpPr>
          <p:cNvPr id="17" name="Text 15"/>
          <p:cNvSpPr/>
          <p:nvPr/>
        </p:nvSpPr>
        <p:spPr>
          <a:xfrm>
            <a:off x="685800" y="2331720"/>
            <a:ext cx="2377440" cy="402336"/>
          </a:xfrm>
          <a:prstGeom prst="rect">
            <a:avLst/>
          </a:prstGeom>
          <a:noFill/>
          <a:ln/>
        </p:spPr>
        <p:txBody>
          <a:bodyPr wrap="square" lIns="0" tIns="0" rIns="0" bIns="0" rtlCol="0" anchor="ctr"/>
          <a:lstStyle/>
          <a:p>
            <a:pPr marL="0" indent="0">
              <a:buNone/>
            </a:pPr>
            <a:r>
              <a:rPr lang="en-US" sz="1200" b="1">
                <a:solidFill>
                  <a:srgbClr val="0F2A47"/>
                </a:solidFill>
              </a:rPr>
              <a:t>Knowledge</a:t>
            </a:r>
            <a:endParaRPr lang="en-US" sz="1200"/>
          </a:p>
        </p:txBody>
      </p:sp>
      <p:sp>
        <p:nvSpPr>
          <p:cNvPr id="18" name="Text 16"/>
          <p:cNvSpPr/>
          <p:nvPr/>
        </p:nvSpPr>
        <p:spPr>
          <a:xfrm>
            <a:off x="3154680" y="2331720"/>
            <a:ext cx="5486400" cy="402336"/>
          </a:xfrm>
          <a:prstGeom prst="rect">
            <a:avLst/>
          </a:prstGeom>
          <a:noFill/>
          <a:ln/>
        </p:spPr>
        <p:txBody>
          <a:bodyPr wrap="square" lIns="0" tIns="0" rIns="0" bIns="0" rtlCol="0" anchor="ctr"/>
          <a:lstStyle/>
          <a:p>
            <a:pPr marL="0" indent="0">
              <a:buNone/>
            </a:pPr>
            <a:r>
              <a:rPr lang="en-US" sz="1100">
                <a:solidFill>
                  <a:srgbClr val="1E293B"/>
                </a:solidFill>
              </a:rPr>
              <a:t>Metadata dictionary or overlay supports the match</a:t>
            </a:r>
            <a:endParaRPr lang="en-US" sz="1100"/>
          </a:p>
        </p:txBody>
      </p:sp>
      <p:sp>
        <p:nvSpPr>
          <p:cNvPr id="19" name="Shape 17"/>
          <p:cNvSpPr/>
          <p:nvPr/>
        </p:nvSpPr>
        <p:spPr>
          <a:xfrm>
            <a:off x="457200" y="2788920"/>
            <a:ext cx="8229600" cy="402336"/>
          </a:xfrm>
          <a:prstGeom prst="rect">
            <a:avLst/>
          </a:prstGeom>
          <a:solidFill>
            <a:srgbClr val="FAF7F0"/>
          </a:solidFill>
          <a:ln w="6350">
            <a:solidFill>
              <a:srgbClr val="D8D3C7"/>
            </a:solidFill>
            <a:prstDash val="solid"/>
          </a:ln>
        </p:spPr>
        <p:txBody>
          <a:bodyPr/>
          <a:lstStyle/>
          <a:p>
            <a:endParaRPr lang="en-US"/>
          </a:p>
        </p:txBody>
      </p:sp>
      <p:sp>
        <p:nvSpPr>
          <p:cNvPr id="20" name="Shape 18"/>
          <p:cNvSpPr/>
          <p:nvPr/>
        </p:nvSpPr>
        <p:spPr>
          <a:xfrm>
            <a:off x="457200" y="2788920"/>
            <a:ext cx="73152" cy="402336"/>
          </a:xfrm>
          <a:prstGeom prst="rect">
            <a:avLst/>
          </a:prstGeom>
          <a:solidFill>
            <a:srgbClr val="00A896"/>
          </a:solidFill>
          <a:ln w="12700">
            <a:solidFill>
              <a:srgbClr val="00A896"/>
            </a:solidFill>
            <a:prstDash val="solid"/>
          </a:ln>
        </p:spPr>
        <p:txBody>
          <a:bodyPr/>
          <a:lstStyle/>
          <a:p>
            <a:endParaRPr lang="en-US"/>
          </a:p>
        </p:txBody>
      </p:sp>
      <p:sp>
        <p:nvSpPr>
          <p:cNvPr id="21" name="Text 19"/>
          <p:cNvSpPr/>
          <p:nvPr/>
        </p:nvSpPr>
        <p:spPr>
          <a:xfrm>
            <a:off x="685800" y="2788920"/>
            <a:ext cx="2377440" cy="402336"/>
          </a:xfrm>
          <a:prstGeom prst="rect">
            <a:avLst/>
          </a:prstGeom>
          <a:noFill/>
          <a:ln/>
        </p:spPr>
        <p:txBody>
          <a:bodyPr wrap="square" lIns="0" tIns="0" rIns="0" bIns="0" rtlCol="0" anchor="ctr"/>
          <a:lstStyle/>
          <a:p>
            <a:pPr marL="0" indent="0">
              <a:buNone/>
            </a:pPr>
            <a:r>
              <a:rPr lang="en-US" sz="1200" b="1">
                <a:solidFill>
                  <a:srgbClr val="0F2A47"/>
                </a:solidFill>
              </a:rPr>
              <a:t>Canonical</a:t>
            </a:r>
            <a:endParaRPr lang="en-US" sz="1200"/>
          </a:p>
        </p:txBody>
      </p:sp>
      <p:sp>
        <p:nvSpPr>
          <p:cNvPr id="22" name="Text 20"/>
          <p:cNvSpPr/>
          <p:nvPr/>
        </p:nvSpPr>
        <p:spPr>
          <a:xfrm>
            <a:off x="3154680" y="2788920"/>
            <a:ext cx="5486400" cy="402336"/>
          </a:xfrm>
          <a:prstGeom prst="rect">
            <a:avLst/>
          </a:prstGeom>
          <a:noFill/>
          <a:ln/>
        </p:spPr>
        <p:txBody>
          <a:bodyPr wrap="square" lIns="0" tIns="0" rIns="0" bIns="0" rtlCol="0" anchor="ctr"/>
          <a:lstStyle/>
          <a:p>
            <a:pPr marL="0" indent="0">
              <a:buNone/>
            </a:pPr>
            <a:r>
              <a:rPr lang="en-US" sz="1100">
                <a:solidFill>
                  <a:srgbClr val="1E293B"/>
                </a:solidFill>
              </a:rPr>
              <a:t>Both fields align to the same business concept</a:t>
            </a:r>
            <a:endParaRPr lang="en-US" sz="1100"/>
          </a:p>
        </p:txBody>
      </p:sp>
      <p:sp>
        <p:nvSpPr>
          <p:cNvPr id="23" name="Shape 21"/>
          <p:cNvSpPr/>
          <p:nvPr/>
        </p:nvSpPr>
        <p:spPr>
          <a:xfrm>
            <a:off x="457200" y="3246120"/>
            <a:ext cx="8229600" cy="402336"/>
          </a:xfrm>
          <a:prstGeom prst="rect">
            <a:avLst/>
          </a:prstGeom>
          <a:solidFill>
            <a:srgbClr val="FFFFFF"/>
          </a:solidFill>
          <a:ln w="6350">
            <a:solidFill>
              <a:srgbClr val="D8D3C7"/>
            </a:solidFill>
            <a:prstDash val="solid"/>
          </a:ln>
        </p:spPr>
        <p:txBody>
          <a:bodyPr/>
          <a:lstStyle/>
          <a:p>
            <a:endParaRPr lang="en-US"/>
          </a:p>
        </p:txBody>
      </p:sp>
      <p:sp>
        <p:nvSpPr>
          <p:cNvPr id="24" name="Shape 22"/>
          <p:cNvSpPr/>
          <p:nvPr/>
        </p:nvSpPr>
        <p:spPr>
          <a:xfrm>
            <a:off x="457200" y="3246120"/>
            <a:ext cx="73152" cy="402336"/>
          </a:xfrm>
          <a:prstGeom prst="rect">
            <a:avLst/>
          </a:prstGeom>
          <a:solidFill>
            <a:srgbClr val="00A896"/>
          </a:solidFill>
          <a:ln w="12700">
            <a:solidFill>
              <a:srgbClr val="00A896"/>
            </a:solidFill>
            <a:prstDash val="solid"/>
          </a:ln>
        </p:spPr>
        <p:txBody>
          <a:bodyPr/>
          <a:lstStyle/>
          <a:p>
            <a:endParaRPr lang="en-US"/>
          </a:p>
        </p:txBody>
      </p:sp>
      <p:sp>
        <p:nvSpPr>
          <p:cNvPr id="25" name="Text 23"/>
          <p:cNvSpPr/>
          <p:nvPr/>
        </p:nvSpPr>
        <p:spPr>
          <a:xfrm>
            <a:off x="685800" y="3246120"/>
            <a:ext cx="2377440" cy="402336"/>
          </a:xfrm>
          <a:prstGeom prst="rect">
            <a:avLst/>
          </a:prstGeom>
          <a:noFill/>
          <a:ln/>
        </p:spPr>
        <p:txBody>
          <a:bodyPr wrap="square" lIns="0" tIns="0" rIns="0" bIns="0" rtlCol="0" anchor="ctr"/>
          <a:lstStyle/>
          <a:p>
            <a:pPr marL="0" indent="0">
              <a:buNone/>
            </a:pPr>
            <a:r>
              <a:rPr lang="en-US" sz="1200" b="1">
                <a:solidFill>
                  <a:srgbClr val="0F2A47"/>
                </a:solidFill>
              </a:rPr>
              <a:t>Pattern / Statistical</a:t>
            </a:r>
            <a:endParaRPr lang="en-US" sz="1200"/>
          </a:p>
        </p:txBody>
      </p:sp>
      <p:sp>
        <p:nvSpPr>
          <p:cNvPr id="26" name="Text 24"/>
          <p:cNvSpPr/>
          <p:nvPr/>
        </p:nvSpPr>
        <p:spPr>
          <a:xfrm>
            <a:off x="3154680" y="3246120"/>
            <a:ext cx="5486400" cy="402336"/>
          </a:xfrm>
          <a:prstGeom prst="rect">
            <a:avLst/>
          </a:prstGeom>
          <a:noFill/>
          <a:ln/>
        </p:spPr>
        <p:txBody>
          <a:bodyPr wrap="square" lIns="0" tIns="0" rIns="0" bIns="0" rtlCol="0" anchor="ctr"/>
          <a:lstStyle/>
          <a:p>
            <a:pPr marL="0" indent="0">
              <a:buNone/>
            </a:pPr>
            <a:r>
              <a:rPr lang="en-US" sz="1100">
                <a:solidFill>
                  <a:srgbClr val="1E293B"/>
                </a:solidFill>
              </a:rPr>
              <a:t>Data shape and behavior are compatible</a:t>
            </a:r>
            <a:endParaRPr lang="en-US" sz="1100"/>
          </a:p>
        </p:txBody>
      </p:sp>
      <p:sp>
        <p:nvSpPr>
          <p:cNvPr id="27" name="Shape 25"/>
          <p:cNvSpPr/>
          <p:nvPr/>
        </p:nvSpPr>
        <p:spPr>
          <a:xfrm>
            <a:off x="457200" y="3703320"/>
            <a:ext cx="8229600" cy="402336"/>
          </a:xfrm>
          <a:prstGeom prst="rect">
            <a:avLst/>
          </a:prstGeom>
          <a:solidFill>
            <a:srgbClr val="FAF7F0"/>
          </a:solidFill>
          <a:ln w="6350">
            <a:solidFill>
              <a:srgbClr val="D8D3C7"/>
            </a:solidFill>
            <a:prstDash val="solid"/>
          </a:ln>
        </p:spPr>
        <p:txBody>
          <a:bodyPr/>
          <a:lstStyle/>
          <a:p>
            <a:endParaRPr lang="en-US"/>
          </a:p>
        </p:txBody>
      </p:sp>
      <p:sp>
        <p:nvSpPr>
          <p:cNvPr id="28" name="Shape 26"/>
          <p:cNvSpPr/>
          <p:nvPr/>
        </p:nvSpPr>
        <p:spPr>
          <a:xfrm>
            <a:off x="457200" y="3703320"/>
            <a:ext cx="73152" cy="402336"/>
          </a:xfrm>
          <a:prstGeom prst="rect">
            <a:avLst/>
          </a:prstGeom>
          <a:solidFill>
            <a:srgbClr val="00A896"/>
          </a:solidFill>
          <a:ln w="12700">
            <a:solidFill>
              <a:srgbClr val="00A896"/>
            </a:solidFill>
            <a:prstDash val="solid"/>
          </a:ln>
        </p:spPr>
        <p:txBody>
          <a:bodyPr/>
          <a:lstStyle/>
          <a:p>
            <a:endParaRPr lang="en-US"/>
          </a:p>
        </p:txBody>
      </p:sp>
      <p:sp>
        <p:nvSpPr>
          <p:cNvPr id="29" name="Text 27"/>
          <p:cNvSpPr/>
          <p:nvPr/>
        </p:nvSpPr>
        <p:spPr>
          <a:xfrm>
            <a:off x="685800" y="3703320"/>
            <a:ext cx="2377440" cy="402336"/>
          </a:xfrm>
          <a:prstGeom prst="rect">
            <a:avLst/>
          </a:prstGeom>
          <a:noFill/>
          <a:ln/>
        </p:spPr>
        <p:txBody>
          <a:bodyPr wrap="square" lIns="0" tIns="0" rIns="0" bIns="0" rtlCol="0" anchor="ctr"/>
          <a:lstStyle/>
          <a:p>
            <a:pPr marL="0" indent="0">
              <a:buNone/>
            </a:pPr>
            <a:r>
              <a:rPr lang="en-US" sz="1200" b="1">
                <a:solidFill>
                  <a:srgbClr val="0F2A47"/>
                </a:solidFill>
              </a:rPr>
              <a:t>History (corrections)</a:t>
            </a:r>
            <a:endParaRPr lang="en-US" sz="1200"/>
          </a:p>
        </p:txBody>
      </p:sp>
      <p:sp>
        <p:nvSpPr>
          <p:cNvPr id="30" name="Text 28"/>
          <p:cNvSpPr/>
          <p:nvPr/>
        </p:nvSpPr>
        <p:spPr>
          <a:xfrm>
            <a:off x="3154680" y="3703320"/>
            <a:ext cx="5486400" cy="402336"/>
          </a:xfrm>
          <a:prstGeom prst="rect">
            <a:avLst/>
          </a:prstGeom>
          <a:noFill/>
          <a:ln/>
        </p:spPr>
        <p:txBody>
          <a:bodyPr wrap="square" lIns="0" tIns="0" rIns="0" bIns="0" rtlCol="0" anchor="ctr"/>
          <a:lstStyle/>
          <a:p>
            <a:pPr marL="0" indent="0">
              <a:buNone/>
            </a:pPr>
            <a:r>
              <a:rPr lang="en-US" sz="1100">
                <a:solidFill>
                  <a:srgbClr val="1E293B"/>
                </a:solidFill>
              </a:rPr>
              <a:t>Prior analyst decisions reinforce the mapping</a:t>
            </a:r>
            <a:endParaRPr lang="en-US" sz="1100"/>
          </a:p>
        </p:txBody>
      </p:sp>
      <p:sp>
        <p:nvSpPr>
          <p:cNvPr id="31" name="Text 29"/>
          <p:cNvSpPr/>
          <p:nvPr/>
        </p:nvSpPr>
        <p:spPr>
          <a:xfrm>
            <a:off x="457200" y="4297680"/>
            <a:ext cx="8229600" cy="365760"/>
          </a:xfrm>
          <a:prstGeom prst="rect">
            <a:avLst/>
          </a:prstGeom>
          <a:noFill/>
          <a:ln/>
        </p:spPr>
        <p:txBody>
          <a:bodyPr wrap="square" lIns="0" tIns="0" rIns="0" bIns="0" rtlCol="0" anchor="ctr"/>
          <a:lstStyle/>
          <a:p>
            <a:pPr marL="0" indent="0" algn="ctr">
              <a:buNone/>
            </a:pPr>
            <a:r>
              <a:rPr lang="en-US" sz="1000" i="1">
                <a:solidFill>
                  <a:srgbClr val="64748B"/>
                </a:solidFill>
              </a:rPr>
              <a:t>Optional signals: embeddings, value overlap, bounded LLM validation. Final score = weighted normalized heuristic in [0..1] — ranking, not calibrated probability.</a:t>
            </a:r>
            <a:endParaRPr lang="en-US" sz="1000"/>
          </a:p>
        </p:txBody>
      </p:sp>
      <p:sp>
        <p:nvSpPr>
          <p:cNvPr id="32" name="Shape 30"/>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33" name="Text 31"/>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34" name="Text 32"/>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3 / 12</a:t>
            </a:r>
            <a:endParaRPr lang="en-US" sz="9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1">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a:solidFill>
                  <a:srgbClr val="FFFFFF"/>
                </a:solidFill>
                <a:latin typeface="Cambria" pitchFamily="34" charset="0"/>
                <a:ea typeface="Cambria" pitchFamily="34" charset="-122"/>
                <a:cs typeface="Cambria" pitchFamily="34" charset="-120"/>
              </a:rPr>
              <a:t>Where the LLM Is Used and Why It's Bounded</a:t>
            </a:r>
            <a:endParaRPr lang="en-US" sz="22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Appendix · Constrained validator, not uncontrolled mapper</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502920" y="1508760"/>
            <a:ext cx="1828800" cy="594360"/>
          </a:xfrm>
          <a:prstGeom prst="roundRect">
            <a:avLst>
              <a:gd name="adj" fmla="val 9231"/>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548640" y="1508760"/>
            <a:ext cx="1737360" cy="594360"/>
          </a:xfrm>
          <a:prstGeom prst="rect">
            <a:avLst/>
          </a:prstGeom>
          <a:noFill/>
          <a:ln/>
        </p:spPr>
        <p:txBody>
          <a:bodyPr wrap="square" lIns="0" tIns="0" rIns="0" bIns="0" rtlCol="0" anchor="ctr"/>
          <a:lstStyle/>
          <a:p>
            <a:pPr marL="0" indent="0" algn="ctr">
              <a:buNone/>
            </a:pPr>
            <a:r>
              <a:rPr lang="en-US" sz="1100" b="1">
                <a:solidFill>
                  <a:srgbClr val="FFFFFF"/>
                </a:solidFill>
              </a:rPr>
              <a:t>Ranking engine</a:t>
            </a:r>
            <a:endParaRPr lang="en-US" sz="1100"/>
          </a:p>
        </p:txBody>
      </p:sp>
      <p:sp>
        <p:nvSpPr>
          <p:cNvPr id="9" name="Text 7"/>
          <p:cNvSpPr/>
          <p:nvPr/>
        </p:nvSpPr>
        <p:spPr>
          <a:xfrm>
            <a:off x="2331720" y="1508760"/>
            <a:ext cx="274320" cy="594360"/>
          </a:xfrm>
          <a:prstGeom prst="rect">
            <a:avLst/>
          </a:prstGeom>
          <a:noFill/>
          <a:ln/>
        </p:spPr>
        <p:txBody>
          <a:bodyPr wrap="square" lIns="0" tIns="0" rIns="0" bIns="0" rtlCol="0" anchor="ctr"/>
          <a:lstStyle/>
          <a:p>
            <a:pPr marL="0" indent="0" algn="ctr">
              <a:buNone/>
            </a:pPr>
            <a:r>
              <a:rPr lang="en-US" sz="1600">
                <a:solidFill>
                  <a:srgbClr val="0F2A47"/>
                </a:solidFill>
              </a:rPr>
              <a:t>→</a:t>
            </a:r>
            <a:endParaRPr lang="en-US" sz="1600"/>
          </a:p>
        </p:txBody>
      </p:sp>
      <p:sp>
        <p:nvSpPr>
          <p:cNvPr id="10" name="Shape 8"/>
          <p:cNvSpPr/>
          <p:nvPr/>
        </p:nvSpPr>
        <p:spPr>
          <a:xfrm>
            <a:off x="2606040" y="1508760"/>
            <a:ext cx="1828800" cy="594360"/>
          </a:xfrm>
          <a:prstGeom prst="roundRect">
            <a:avLst>
              <a:gd name="adj" fmla="val 9231"/>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2651760" y="1508760"/>
            <a:ext cx="1737360" cy="594360"/>
          </a:xfrm>
          <a:prstGeom prst="rect">
            <a:avLst/>
          </a:prstGeom>
          <a:noFill/>
          <a:ln/>
        </p:spPr>
        <p:txBody>
          <a:bodyPr wrap="square" lIns="0" tIns="0" rIns="0" bIns="0" rtlCol="0" anchor="ctr"/>
          <a:lstStyle/>
          <a:p>
            <a:pPr marL="0" indent="0" algn="ctr">
              <a:buNone/>
            </a:pPr>
            <a:r>
              <a:rPr lang="en-US" sz="1100" b="1">
                <a:solidFill>
                  <a:srgbClr val="FFFFFF"/>
                </a:solidFill>
              </a:rPr>
              <a:t>Ambiguity band</a:t>
            </a:r>
            <a:endParaRPr lang="en-US" sz="1100"/>
          </a:p>
        </p:txBody>
      </p:sp>
      <p:sp>
        <p:nvSpPr>
          <p:cNvPr id="12" name="Text 10"/>
          <p:cNvSpPr/>
          <p:nvPr/>
        </p:nvSpPr>
        <p:spPr>
          <a:xfrm>
            <a:off x="4434840" y="1508760"/>
            <a:ext cx="274320" cy="594360"/>
          </a:xfrm>
          <a:prstGeom prst="rect">
            <a:avLst/>
          </a:prstGeom>
          <a:noFill/>
          <a:ln/>
        </p:spPr>
        <p:txBody>
          <a:bodyPr wrap="square" lIns="0" tIns="0" rIns="0" bIns="0" rtlCol="0" anchor="ctr"/>
          <a:lstStyle/>
          <a:p>
            <a:pPr marL="0" indent="0" algn="ctr">
              <a:buNone/>
            </a:pPr>
            <a:r>
              <a:rPr lang="en-US" sz="1600">
                <a:solidFill>
                  <a:srgbClr val="0F2A47"/>
                </a:solidFill>
              </a:rPr>
              <a:t>→</a:t>
            </a:r>
            <a:endParaRPr lang="en-US" sz="1600"/>
          </a:p>
        </p:txBody>
      </p:sp>
      <p:sp>
        <p:nvSpPr>
          <p:cNvPr id="13" name="Shape 11"/>
          <p:cNvSpPr/>
          <p:nvPr/>
        </p:nvSpPr>
        <p:spPr>
          <a:xfrm>
            <a:off x="4709160" y="1508760"/>
            <a:ext cx="1828800" cy="594360"/>
          </a:xfrm>
          <a:prstGeom prst="roundRect">
            <a:avLst>
              <a:gd name="adj" fmla="val 9231"/>
            </a:avLst>
          </a:prstGeom>
          <a:solidFill>
            <a:srgbClr val="F2A65A"/>
          </a:solidFill>
          <a:ln w="12700">
            <a:solidFill>
              <a:srgbClr val="F2A65A"/>
            </a:solidFill>
            <a:prstDash val="solid"/>
          </a:ln>
        </p:spPr>
        <p:txBody>
          <a:bodyPr/>
          <a:lstStyle/>
          <a:p>
            <a:endParaRPr lang="en-US"/>
          </a:p>
        </p:txBody>
      </p:sp>
      <p:sp>
        <p:nvSpPr>
          <p:cNvPr id="14" name="Text 12"/>
          <p:cNvSpPr/>
          <p:nvPr/>
        </p:nvSpPr>
        <p:spPr>
          <a:xfrm>
            <a:off x="4754880" y="1508760"/>
            <a:ext cx="1737360" cy="594360"/>
          </a:xfrm>
          <a:prstGeom prst="rect">
            <a:avLst/>
          </a:prstGeom>
          <a:noFill/>
          <a:ln/>
        </p:spPr>
        <p:txBody>
          <a:bodyPr wrap="square" lIns="0" tIns="0" rIns="0" bIns="0" rtlCol="0" anchor="ctr"/>
          <a:lstStyle/>
          <a:p>
            <a:pPr marL="0" indent="0" algn="ctr">
              <a:buNone/>
            </a:pPr>
            <a:r>
              <a:rPr lang="en-US" sz="1100" b="1">
                <a:solidFill>
                  <a:srgbClr val="FFFFFF"/>
                </a:solidFill>
              </a:rPr>
              <a:t>Bounded LLM validator</a:t>
            </a:r>
            <a:endParaRPr lang="en-US" sz="1100"/>
          </a:p>
        </p:txBody>
      </p:sp>
      <p:sp>
        <p:nvSpPr>
          <p:cNvPr id="15" name="Text 13"/>
          <p:cNvSpPr/>
          <p:nvPr/>
        </p:nvSpPr>
        <p:spPr>
          <a:xfrm>
            <a:off x="6537960" y="1508760"/>
            <a:ext cx="274320" cy="594360"/>
          </a:xfrm>
          <a:prstGeom prst="rect">
            <a:avLst/>
          </a:prstGeom>
          <a:noFill/>
          <a:ln/>
        </p:spPr>
        <p:txBody>
          <a:bodyPr wrap="square" lIns="0" tIns="0" rIns="0" bIns="0" rtlCol="0" anchor="ctr"/>
          <a:lstStyle/>
          <a:p>
            <a:pPr marL="0" indent="0" algn="ctr">
              <a:buNone/>
            </a:pPr>
            <a:r>
              <a:rPr lang="en-US" sz="1600">
                <a:solidFill>
                  <a:srgbClr val="0F2A47"/>
                </a:solidFill>
              </a:rPr>
              <a:t>→</a:t>
            </a:r>
            <a:endParaRPr lang="en-US" sz="1600"/>
          </a:p>
        </p:txBody>
      </p:sp>
      <p:sp>
        <p:nvSpPr>
          <p:cNvPr id="16" name="Shape 14"/>
          <p:cNvSpPr/>
          <p:nvPr/>
        </p:nvSpPr>
        <p:spPr>
          <a:xfrm>
            <a:off x="6812280" y="1508760"/>
            <a:ext cx="1828800" cy="594360"/>
          </a:xfrm>
          <a:prstGeom prst="roundRect">
            <a:avLst>
              <a:gd name="adj" fmla="val 9231"/>
            </a:avLst>
          </a:prstGeom>
          <a:solidFill>
            <a:srgbClr val="00A896"/>
          </a:solidFill>
          <a:ln w="12700">
            <a:solidFill>
              <a:srgbClr val="00A896"/>
            </a:solidFill>
            <a:prstDash val="solid"/>
          </a:ln>
        </p:spPr>
        <p:txBody>
          <a:bodyPr/>
          <a:lstStyle/>
          <a:p>
            <a:endParaRPr lang="en-US"/>
          </a:p>
        </p:txBody>
      </p:sp>
      <p:sp>
        <p:nvSpPr>
          <p:cNvPr id="17" name="Text 15"/>
          <p:cNvSpPr/>
          <p:nvPr/>
        </p:nvSpPr>
        <p:spPr>
          <a:xfrm>
            <a:off x="6858000" y="1508760"/>
            <a:ext cx="1737360" cy="594360"/>
          </a:xfrm>
          <a:prstGeom prst="rect">
            <a:avLst/>
          </a:prstGeom>
          <a:noFill/>
          <a:ln/>
        </p:spPr>
        <p:txBody>
          <a:bodyPr wrap="square" lIns="0" tIns="0" rIns="0" bIns="0" rtlCol="0" anchor="ctr"/>
          <a:lstStyle/>
          <a:p>
            <a:pPr marL="0" indent="0" algn="ctr">
              <a:buNone/>
            </a:pPr>
            <a:r>
              <a:rPr lang="en-US" sz="1100" b="1">
                <a:solidFill>
                  <a:srgbClr val="FFFFFF"/>
                </a:solidFill>
              </a:rPr>
              <a:t>Re-rank or no_match</a:t>
            </a:r>
            <a:endParaRPr lang="en-US" sz="1100"/>
          </a:p>
        </p:txBody>
      </p:sp>
      <p:sp>
        <p:nvSpPr>
          <p:cNvPr id="18" name="Text 16"/>
          <p:cNvSpPr/>
          <p:nvPr/>
        </p:nvSpPr>
        <p:spPr>
          <a:xfrm>
            <a:off x="457200" y="2194560"/>
            <a:ext cx="8229600" cy="274320"/>
          </a:xfrm>
          <a:prstGeom prst="rect">
            <a:avLst/>
          </a:prstGeom>
          <a:noFill/>
          <a:ln/>
        </p:spPr>
        <p:txBody>
          <a:bodyPr wrap="square" lIns="0" tIns="0" rIns="0" bIns="0" rtlCol="0" anchor="ctr"/>
          <a:lstStyle/>
          <a:p>
            <a:pPr marL="0" indent="0" algn="ctr">
              <a:buNone/>
            </a:pPr>
            <a:r>
              <a:rPr lang="en-US" sz="1100" i="1">
                <a:solidFill>
                  <a:srgbClr val="0F2A47"/>
                </a:solidFill>
              </a:rPr>
              <a:t>LLM can return no_match. It does not invent mappings from scratch.</a:t>
            </a:r>
            <a:endParaRPr lang="en-US" sz="1100"/>
          </a:p>
        </p:txBody>
      </p:sp>
      <p:sp>
        <p:nvSpPr>
          <p:cNvPr id="19" name="Shape 17"/>
          <p:cNvSpPr/>
          <p:nvPr/>
        </p:nvSpPr>
        <p:spPr>
          <a:xfrm>
            <a:off x="457200" y="2606040"/>
            <a:ext cx="4023360" cy="2103120"/>
          </a:xfrm>
          <a:prstGeom prst="rect">
            <a:avLst/>
          </a:prstGeom>
          <a:solidFill>
            <a:srgbClr val="FFFFFF"/>
          </a:solidFill>
          <a:ln w="9525">
            <a:solidFill>
              <a:srgbClr val="D8D3C7"/>
            </a:solidFill>
            <a:prstDash val="solid"/>
          </a:ln>
        </p:spPr>
        <p:txBody>
          <a:bodyPr/>
          <a:lstStyle/>
          <a:p>
            <a:endParaRPr lang="en-US"/>
          </a:p>
        </p:txBody>
      </p:sp>
      <p:sp>
        <p:nvSpPr>
          <p:cNvPr id="20" name="Shape 18"/>
          <p:cNvSpPr/>
          <p:nvPr/>
        </p:nvSpPr>
        <p:spPr>
          <a:xfrm>
            <a:off x="457200" y="2606040"/>
            <a:ext cx="73152" cy="2103120"/>
          </a:xfrm>
          <a:prstGeom prst="rect">
            <a:avLst/>
          </a:prstGeom>
          <a:solidFill>
            <a:srgbClr val="C0392B"/>
          </a:solidFill>
          <a:ln w="12700">
            <a:solidFill>
              <a:srgbClr val="C0392B"/>
            </a:solidFill>
            <a:prstDash val="solid"/>
          </a:ln>
        </p:spPr>
        <p:txBody>
          <a:bodyPr/>
          <a:lstStyle/>
          <a:p>
            <a:endParaRPr lang="en-US"/>
          </a:p>
        </p:txBody>
      </p:sp>
      <p:sp>
        <p:nvSpPr>
          <p:cNvPr id="21" name="Text 19"/>
          <p:cNvSpPr/>
          <p:nvPr/>
        </p:nvSpPr>
        <p:spPr>
          <a:xfrm>
            <a:off x="640080" y="2697480"/>
            <a:ext cx="3749040" cy="320040"/>
          </a:xfrm>
          <a:prstGeom prst="rect">
            <a:avLst/>
          </a:prstGeom>
          <a:noFill/>
          <a:ln/>
        </p:spPr>
        <p:txBody>
          <a:bodyPr wrap="square" lIns="0" tIns="0" rIns="0" bIns="0" rtlCol="0" anchor="ctr"/>
          <a:lstStyle/>
          <a:p>
            <a:pPr marL="0" indent="0">
              <a:buNone/>
            </a:pPr>
            <a:r>
              <a:rPr lang="en-US" sz="1300" b="1">
                <a:solidFill>
                  <a:srgbClr val="C0392B"/>
                </a:solidFill>
                <a:latin typeface="Cambria" pitchFamily="34" charset="0"/>
                <a:ea typeface="Cambria" pitchFamily="34" charset="-122"/>
                <a:cs typeface="Cambria" pitchFamily="34" charset="-120"/>
              </a:rPr>
              <a:t>Open-ended AI mapping</a:t>
            </a:r>
            <a:endParaRPr lang="en-US" sz="1300"/>
          </a:p>
        </p:txBody>
      </p:sp>
      <p:sp>
        <p:nvSpPr>
          <p:cNvPr id="22" name="Text 20"/>
          <p:cNvSpPr/>
          <p:nvPr/>
        </p:nvSpPr>
        <p:spPr>
          <a:xfrm>
            <a:off x="640080" y="3063240"/>
            <a:ext cx="3749040" cy="1554480"/>
          </a:xfrm>
          <a:prstGeom prst="rect">
            <a:avLst/>
          </a:prstGeom>
          <a:noFill/>
          <a:ln/>
        </p:spPr>
        <p:txBody>
          <a:bodyPr wrap="square" lIns="0" tIns="0" rIns="0" bIns="0" rtlCol="0" anchor="t"/>
          <a:lstStyle/>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Hallucination risk on cryptic fields</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Forced answers when data is unclear</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Candidate set unconstrained</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Analyst out of the loop</a:t>
            </a:r>
            <a:endParaRPr lang="en-US" sz="1100"/>
          </a:p>
        </p:txBody>
      </p:sp>
      <p:sp>
        <p:nvSpPr>
          <p:cNvPr id="23" name="Shape 21"/>
          <p:cNvSpPr/>
          <p:nvPr/>
        </p:nvSpPr>
        <p:spPr>
          <a:xfrm>
            <a:off x="4663440" y="2606040"/>
            <a:ext cx="4023360" cy="2103120"/>
          </a:xfrm>
          <a:prstGeom prst="rect">
            <a:avLst/>
          </a:prstGeom>
          <a:solidFill>
            <a:srgbClr val="FFFFFF"/>
          </a:solidFill>
          <a:ln w="9525">
            <a:solidFill>
              <a:srgbClr val="D8D3C7"/>
            </a:solidFill>
            <a:prstDash val="solid"/>
          </a:ln>
        </p:spPr>
        <p:txBody>
          <a:bodyPr/>
          <a:lstStyle/>
          <a:p>
            <a:endParaRPr lang="en-US"/>
          </a:p>
        </p:txBody>
      </p:sp>
      <p:sp>
        <p:nvSpPr>
          <p:cNvPr id="24" name="Shape 22"/>
          <p:cNvSpPr/>
          <p:nvPr/>
        </p:nvSpPr>
        <p:spPr>
          <a:xfrm>
            <a:off x="4663440" y="2606040"/>
            <a:ext cx="73152" cy="2103120"/>
          </a:xfrm>
          <a:prstGeom prst="rect">
            <a:avLst/>
          </a:prstGeom>
          <a:solidFill>
            <a:srgbClr val="00A896"/>
          </a:solidFill>
          <a:ln w="12700">
            <a:solidFill>
              <a:srgbClr val="00A896"/>
            </a:solidFill>
            <a:prstDash val="solid"/>
          </a:ln>
        </p:spPr>
        <p:txBody>
          <a:bodyPr/>
          <a:lstStyle/>
          <a:p>
            <a:endParaRPr lang="en-US"/>
          </a:p>
        </p:txBody>
      </p:sp>
      <p:sp>
        <p:nvSpPr>
          <p:cNvPr id="25" name="Text 23"/>
          <p:cNvSpPr/>
          <p:nvPr/>
        </p:nvSpPr>
        <p:spPr>
          <a:xfrm>
            <a:off x="4846320" y="2697480"/>
            <a:ext cx="3749040" cy="320040"/>
          </a:xfrm>
          <a:prstGeom prst="rect">
            <a:avLst/>
          </a:prstGeom>
          <a:noFill/>
          <a:ln/>
        </p:spPr>
        <p:txBody>
          <a:bodyPr wrap="square" lIns="0" tIns="0" rIns="0" bIns="0" rtlCol="0" anchor="ctr"/>
          <a:lstStyle/>
          <a:p>
            <a:pPr marL="0" indent="0">
              <a:buNone/>
            </a:pPr>
            <a:r>
              <a:rPr lang="en-US" sz="1300" b="1">
                <a:solidFill>
                  <a:srgbClr val="028090"/>
                </a:solidFill>
                <a:latin typeface="Cambria" pitchFamily="34" charset="0"/>
                <a:ea typeface="Cambria" pitchFamily="34" charset="-122"/>
                <a:cs typeface="Cambria" pitchFamily="34" charset="-120"/>
              </a:rPr>
              <a:t>Bounded validation in Semantra</a:t>
            </a:r>
            <a:endParaRPr lang="en-US" sz="1300"/>
          </a:p>
        </p:txBody>
      </p:sp>
      <p:sp>
        <p:nvSpPr>
          <p:cNvPr id="26" name="Text 24"/>
          <p:cNvSpPr/>
          <p:nvPr/>
        </p:nvSpPr>
        <p:spPr>
          <a:xfrm>
            <a:off x="4846320" y="3063240"/>
            <a:ext cx="3749040" cy="1554480"/>
          </a:xfrm>
          <a:prstGeom prst="rect">
            <a:avLst/>
          </a:prstGeom>
          <a:noFill/>
          <a:ln/>
        </p:spPr>
        <p:txBody>
          <a:bodyPr wrap="square" lIns="0" tIns="0" rIns="0" bIns="0" rtlCol="0" anchor="t"/>
          <a:lstStyle/>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Closed candidate set — no inventions</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Deterministic-first behavior preserved</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Allows no_match instead of forced wrong answer</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Analyst stays in the review loop</a:t>
            </a:r>
            <a:endParaRPr lang="en-US" sz="1100"/>
          </a:p>
        </p:txBody>
      </p:sp>
      <p:sp>
        <p:nvSpPr>
          <p:cNvPr id="27" name="Shape 2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28" name="Text 2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29" name="Text 2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4 / 12</a:t>
            </a:r>
            <a:endParaRPr lang="en-US" sz="9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2">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a:solidFill>
                  <a:srgbClr val="FFFFFF"/>
                </a:solidFill>
                <a:latin typeface="Cambria" pitchFamily="34" charset="0"/>
                <a:ea typeface="Cambria" pitchFamily="34" charset="-122"/>
                <a:cs typeface="Cambria" pitchFamily="34" charset="-120"/>
              </a:rPr>
              <a:t>Source → Concept → Target — The Reusable Path</a:t>
            </a:r>
            <a:endParaRPr lang="en-US" sz="22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Appendix · Canonical glossary makes mappings system-neutral</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914400" y="1417320"/>
            <a:ext cx="7315200" cy="777240"/>
          </a:xfrm>
          <a:prstGeom prst="rect">
            <a:avLst/>
          </a:prstGeom>
          <a:solidFill>
            <a:srgbClr val="028090"/>
          </a:solidFill>
          <a:ln w="12700">
            <a:solidFill>
              <a:srgbClr val="028090"/>
            </a:solidFill>
            <a:prstDash val="solid"/>
          </a:ln>
        </p:spPr>
        <p:txBody>
          <a:bodyPr/>
          <a:lstStyle/>
          <a:p>
            <a:endParaRPr lang="en-US"/>
          </a:p>
        </p:txBody>
      </p:sp>
      <p:sp>
        <p:nvSpPr>
          <p:cNvPr id="8" name="Text 6"/>
          <p:cNvSpPr/>
          <p:nvPr/>
        </p:nvSpPr>
        <p:spPr>
          <a:xfrm>
            <a:off x="1097280" y="1417320"/>
            <a:ext cx="2743200" cy="777240"/>
          </a:xfrm>
          <a:prstGeom prst="rect">
            <a:avLst/>
          </a:prstGeom>
          <a:noFill/>
          <a:ln/>
        </p:spPr>
        <p:txBody>
          <a:bodyPr wrap="square" lIns="0" tIns="0" rIns="0" bIns="0" rtlCol="0" anchor="ctr"/>
          <a:lstStyle/>
          <a:p>
            <a:pPr marL="0" indent="0">
              <a:buNone/>
            </a:pPr>
            <a:r>
              <a:rPr lang="en-US" sz="1400" b="1">
                <a:solidFill>
                  <a:srgbClr val="FFFFFF"/>
                </a:solidFill>
                <a:latin typeface="Cambria" pitchFamily="34" charset="0"/>
                <a:ea typeface="Cambria" pitchFamily="34" charset="-122"/>
                <a:cs typeface="Cambria" pitchFamily="34" charset="-120"/>
              </a:rPr>
              <a:t>Source field</a:t>
            </a:r>
            <a:endParaRPr lang="en-US" sz="1400"/>
          </a:p>
        </p:txBody>
      </p:sp>
      <p:sp>
        <p:nvSpPr>
          <p:cNvPr id="9" name="Text 7"/>
          <p:cNvSpPr/>
          <p:nvPr/>
        </p:nvSpPr>
        <p:spPr>
          <a:xfrm>
            <a:off x="1097280" y="1874520"/>
            <a:ext cx="2743200" cy="274320"/>
          </a:xfrm>
          <a:prstGeom prst="rect">
            <a:avLst/>
          </a:prstGeom>
          <a:noFill/>
          <a:ln/>
        </p:spPr>
        <p:txBody>
          <a:bodyPr wrap="square" lIns="0" tIns="0" rIns="0" bIns="0" rtlCol="0" anchor="ctr"/>
          <a:lstStyle/>
          <a:p>
            <a:pPr marL="0" indent="0">
              <a:buNone/>
            </a:pPr>
            <a:r>
              <a:rPr lang="en-US" sz="900" i="1">
                <a:solidFill>
                  <a:srgbClr val="CADCFC"/>
                </a:solidFill>
              </a:rPr>
              <a:t>system-specific name</a:t>
            </a:r>
            <a:endParaRPr lang="en-US" sz="900"/>
          </a:p>
        </p:txBody>
      </p:sp>
      <p:sp>
        <p:nvSpPr>
          <p:cNvPr id="10" name="Shape 8"/>
          <p:cNvSpPr/>
          <p:nvPr/>
        </p:nvSpPr>
        <p:spPr>
          <a:xfrm>
            <a:off x="5852160" y="1554480"/>
            <a:ext cx="2194560" cy="502920"/>
          </a:xfrm>
          <a:prstGeom prst="roundRect">
            <a:avLst>
              <a:gd name="adj" fmla="val 10909"/>
            </a:avLst>
          </a:prstGeom>
          <a:solidFill>
            <a:srgbClr val="FFFFFF"/>
          </a:solidFill>
          <a:ln w="12700">
            <a:solidFill>
              <a:srgbClr val="FFFFFF"/>
            </a:solidFill>
            <a:prstDash val="solid"/>
          </a:ln>
        </p:spPr>
        <p:txBody>
          <a:bodyPr/>
          <a:lstStyle/>
          <a:p>
            <a:endParaRPr lang="en-US"/>
          </a:p>
        </p:txBody>
      </p:sp>
      <p:sp>
        <p:nvSpPr>
          <p:cNvPr id="11" name="Text 9"/>
          <p:cNvSpPr/>
          <p:nvPr/>
        </p:nvSpPr>
        <p:spPr>
          <a:xfrm>
            <a:off x="5852160" y="1554480"/>
            <a:ext cx="2194560" cy="502920"/>
          </a:xfrm>
          <a:prstGeom prst="rect">
            <a:avLst/>
          </a:prstGeom>
          <a:noFill/>
          <a:ln/>
        </p:spPr>
        <p:txBody>
          <a:bodyPr wrap="square" lIns="0" tIns="0" rIns="0" bIns="0" rtlCol="0" anchor="ctr"/>
          <a:lstStyle/>
          <a:p>
            <a:pPr marL="0" indent="0" algn="ctr">
              <a:buNone/>
            </a:pPr>
            <a:r>
              <a:rPr lang="en-US" sz="1400" b="1">
                <a:solidFill>
                  <a:srgbClr val="028090"/>
                </a:solidFill>
              </a:rPr>
              <a:t>KUNNR</a:t>
            </a:r>
            <a:endParaRPr lang="en-US" sz="1400"/>
          </a:p>
        </p:txBody>
      </p:sp>
      <p:sp>
        <p:nvSpPr>
          <p:cNvPr id="12" name="Shape 10"/>
          <p:cNvSpPr/>
          <p:nvPr/>
        </p:nvSpPr>
        <p:spPr>
          <a:xfrm>
            <a:off x="4572000" y="2194560"/>
            <a:ext cx="0" cy="182880"/>
          </a:xfrm>
          <a:prstGeom prst="line">
            <a:avLst/>
          </a:prstGeom>
          <a:noFill/>
          <a:ln w="25400">
            <a:solidFill>
              <a:srgbClr val="0F2A47"/>
            </a:solidFill>
            <a:prstDash val="solid"/>
            <a:tailEnd type="triangle"/>
          </a:ln>
        </p:spPr>
        <p:txBody>
          <a:bodyPr/>
          <a:lstStyle/>
          <a:p>
            <a:endParaRPr lang="en-US"/>
          </a:p>
        </p:txBody>
      </p:sp>
      <p:sp>
        <p:nvSpPr>
          <p:cNvPr id="13" name="Shape 11"/>
          <p:cNvSpPr/>
          <p:nvPr/>
        </p:nvSpPr>
        <p:spPr>
          <a:xfrm>
            <a:off x="914400" y="2423160"/>
            <a:ext cx="7315200" cy="777240"/>
          </a:xfrm>
          <a:prstGeom prst="rect">
            <a:avLst/>
          </a:prstGeom>
          <a:solidFill>
            <a:srgbClr val="0F2A47"/>
          </a:solidFill>
          <a:ln w="12700">
            <a:solidFill>
              <a:srgbClr val="0F2A47"/>
            </a:solidFill>
            <a:prstDash val="solid"/>
          </a:ln>
        </p:spPr>
        <p:txBody>
          <a:bodyPr/>
          <a:lstStyle/>
          <a:p>
            <a:endParaRPr lang="en-US"/>
          </a:p>
        </p:txBody>
      </p:sp>
      <p:sp>
        <p:nvSpPr>
          <p:cNvPr id="14" name="Text 12"/>
          <p:cNvSpPr/>
          <p:nvPr/>
        </p:nvSpPr>
        <p:spPr>
          <a:xfrm>
            <a:off x="1097280" y="2423160"/>
            <a:ext cx="2743200" cy="777240"/>
          </a:xfrm>
          <a:prstGeom prst="rect">
            <a:avLst/>
          </a:prstGeom>
          <a:noFill/>
          <a:ln/>
        </p:spPr>
        <p:txBody>
          <a:bodyPr wrap="square" lIns="0" tIns="0" rIns="0" bIns="0" rtlCol="0" anchor="ctr"/>
          <a:lstStyle/>
          <a:p>
            <a:pPr marL="0" indent="0">
              <a:buNone/>
            </a:pPr>
            <a:r>
              <a:rPr lang="en-US" sz="1400" b="1">
                <a:solidFill>
                  <a:srgbClr val="FFFFFF"/>
                </a:solidFill>
                <a:latin typeface="Cambria" pitchFamily="34" charset="0"/>
                <a:ea typeface="Cambria" pitchFamily="34" charset="-122"/>
                <a:cs typeface="Cambria" pitchFamily="34" charset="-120"/>
              </a:rPr>
              <a:t>Canonical concept</a:t>
            </a:r>
            <a:endParaRPr lang="en-US" sz="1400"/>
          </a:p>
        </p:txBody>
      </p:sp>
      <p:sp>
        <p:nvSpPr>
          <p:cNvPr id="15" name="Text 13"/>
          <p:cNvSpPr/>
          <p:nvPr/>
        </p:nvSpPr>
        <p:spPr>
          <a:xfrm>
            <a:off x="1097280" y="2880360"/>
            <a:ext cx="2743200" cy="274320"/>
          </a:xfrm>
          <a:prstGeom prst="rect">
            <a:avLst/>
          </a:prstGeom>
          <a:noFill/>
          <a:ln/>
        </p:spPr>
        <p:txBody>
          <a:bodyPr wrap="square" lIns="0" tIns="0" rIns="0" bIns="0" rtlCol="0" anchor="ctr"/>
          <a:lstStyle/>
          <a:p>
            <a:pPr marL="0" indent="0">
              <a:buNone/>
            </a:pPr>
            <a:r>
              <a:rPr lang="en-US" sz="900" i="1">
                <a:solidFill>
                  <a:srgbClr val="CADCFC"/>
                </a:solidFill>
              </a:rPr>
              <a:t>shared business meaning</a:t>
            </a:r>
            <a:endParaRPr lang="en-US" sz="900"/>
          </a:p>
        </p:txBody>
      </p:sp>
      <p:sp>
        <p:nvSpPr>
          <p:cNvPr id="16" name="Shape 14"/>
          <p:cNvSpPr/>
          <p:nvPr/>
        </p:nvSpPr>
        <p:spPr>
          <a:xfrm>
            <a:off x="5852160" y="2560320"/>
            <a:ext cx="2194560" cy="502920"/>
          </a:xfrm>
          <a:prstGeom prst="roundRect">
            <a:avLst>
              <a:gd name="adj" fmla="val 10909"/>
            </a:avLst>
          </a:prstGeom>
          <a:solidFill>
            <a:srgbClr val="FFFFFF"/>
          </a:solidFill>
          <a:ln w="12700">
            <a:solidFill>
              <a:srgbClr val="FFFFFF"/>
            </a:solidFill>
            <a:prstDash val="solid"/>
          </a:ln>
        </p:spPr>
        <p:txBody>
          <a:bodyPr/>
          <a:lstStyle/>
          <a:p>
            <a:endParaRPr lang="en-US"/>
          </a:p>
        </p:txBody>
      </p:sp>
      <p:sp>
        <p:nvSpPr>
          <p:cNvPr id="17" name="Text 15"/>
          <p:cNvSpPr/>
          <p:nvPr/>
        </p:nvSpPr>
        <p:spPr>
          <a:xfrm>
            <a:off x="5852160" y="2560320"/>
            <a:ext cx="2194560" cy="502920"/>
          </a:xfrm>
          <a:prstGeom prst="rect">
            <a:avLst/>
          </a:prstGeom>
          <a:noFill/>
          <a:ln/>
        </p:spPr>
        <p:txBody>
          <a:bodyPr wrap="square" lIns="0" tIns="0" rIns="0" bIns="0" rtlCol="0" anchor="ctr"/>
          <a:lstStyle/>
          <a:p>
            <a:pPr marL="0" indent="0" algn="ctr">
              <a:buNone/>
            </a:pPr>
            <a:r>
              <a:rPr lang="en-US" sz="1400" b="1">
                <a:solidFill>
                  <a:srgbClr val="0F2A47"/>
                </a:solidFill>
              </a:rPr>
              <a:t>customer.id</a:t>
            </a:r>
            <a:endParaRPr lang="en-US" sz="1400"/>
          </a:p>
        </p:txBody>
      </p:sp>
      <p:sp>
        <p:nvSpPr>
          <p:cNvPr id="18" name="Shape 16"/>
          <p:cNvSpPr/>
          <p:nvPr/>
        </p:nvSpPr>
        <p:spPr>
          <a:xfrm>
            <a:off x="4572000" y="3200400"/>
            <a:ext cx="0" cy="182880"/>
          </a:xfrm>
          <a:prstGeom prst="line">
            <a:avLst/>
          </a:prstGeom>
          <a:noFill/>
          <a:ln w="25400">
            <a:solidFill>
              <a:srgbClr val="0F2A47"/>
            </a:solidFill>
            <a:prstDash val="solid"/>
            <a:tailEnd type="triangle"/>
          </a:ln>
        </p:spPr>
        <p:txBody>
          <a:bodyPr/>
          <a:lstStyle/>
          <a:p>
            <a:endParaRPr lang="en-US"/>
          </a:p>
        </p:txBody>
      </p:sp>
      <p:sp>
        <p:nvSpPr>
          <p:cNvPr id="19" name="Shape 17"/>
          <p:cNvSpPr/>
          <p:nvPr/>
        </p:nvSpPr>
        <p:spPr>
          <a:xfrm>
            <a:off x="914400" y="3429000"/>
            <a:ext cx="7315200" cy="777240"/>
          </a:xfrm>
          <a:prstGeom prst="rect">
            <a:avLst/>
          </a:prstGeom>
          <a:solidFill>
            <a:srgbClr val="00A896"/>
          </a:solidFill>
          <a:ln w="12700">
            <a:solidFill>
              <a:srgbClr val="00A896"/>
            </a:solidFill>
            <a:prstDash val="solid"/>
          </a:ln>
        </p:spPr>
        <p:txBody>
          <a:bodyPr/>
          <a:lstStyle/>
          <a:p>
            <a:endParaRPr lang="en-US"/>
          </a:p>
        </p:txBody>
      </p:sp>
      <p:sp>
        <p:nvSpPr>
          <p:cNvPr id="20" name="Text 18"/>
          <p:cNvSpPr/>
          <p:nvPr/>
        </p:nvSpPr>
        <p:spPr>
          <a:xfrm>
            <a:off x="1097280" y="3429000"/>
            <a:ext cx="2743200" cy="777240"/>
          </a:xfrm>
          <a:prstGeom prst="rect">
            <a:avLst/>
          </a:prstGeom>
          <a:noFill/>
          <a:ln/>
        </p:spPr>
        <p:txBody>
          <a:bodyPr wrap="square" lIns="0" tIns="0" rIns="0" bIns="0" rtlCol="0" anchor="ctr"/>
          <a:lstStyle/>
          <a:p>
            <a:pPr marL="0" indent="0">
              <a:buNone/>
            </a:pPr>
            <a:r>
              <a:rPr lang="en-US" sz="1400" b="1">
                <a:solidFill>
                  <a:srgbClr val="FFFFFF"/>
                </a:solidFill>
                <a:latin typeface="Cambria" pitchFamily="34" charset="0"/>
                <a:ea typeface="Cambria" pitchFamily="34" charset="-122"/>
                <a:cs typeface="Cambria" pitchFamily="34" charset="-120"/>
              </a:rPr>
              <a:t>Target field</a:t>
            </a:r>
            <a:endParaRPr lang="en-US" sz="1400"/>
          </a:p>
        </p:txBody>
      </p:sp>
      <p:sp>
        <p:nvSpPr>
          <p:cNvPr id="21" name="Text 19"/>
          <p:cNvSpPr/>
          <p:nvPr/>
        </p:nvSpPr>
        <p:spPr>
          <a:xfrm>
            <a:off x="1097280" y="3886200"/>
            <a:ext cx="2743200" cy="274320"/>
          </a:xfrm>
          <a:prstGeom prst="rect">
            <a:avLst/>
          </a:prstGeom>
          <a:noFill/>
          <a:ln/>
        </p:spPr>
        <p:txBody>
          <a:bodyPr wrap="square" lIns="0" tIns="0" rIns="0" bIns="0" rtlCol="0" anchor="ctr"/>
          <a:lstStyle/>
          <a:p>
            <a:pPr marL="0" indent="0">
              <a:buNone/>
            </a:pPr>
            <a:r>
              <a:rPr lang="en-US" sz="900" i="1">
                <a:solidFill>
                  <a:srgbClr val="CADCFC"/>
                </a:solidFill>
              </a:rPr>
              <a:t>system-specific name</a:t>
            </a:r>
            <a:endParaRPr lang="en-US" sz="900"/>
          </a:p>
        </p:txBody>
      </p:sp>
      <p:sp>
        <p:nvSpPr>
          <p:cNvPr id="22" name="Shape 20"/>
          <p:cNvSpPr/>
          <p:nvPr/>
        </p:nvSpPr>
        <p:spPr>
          <a:xfrm>
            <a:off x="5852160" y="3566160"/>
            <a:ext cx="2194560" cy="502920"/>
          </a:xfrm>
          <a:prstGeom prst="roundRect">
            <a:avLst>
              <a:gd name="adj" fmla="val 10909"/>
            </a:avLst>
          </a:prstGeom>
          <a:solidFill>
            <a:srgbClr val="FFFFFF"/>
          </a:solidFill>
          <a:ln w="12700">
            <a:solidFill>
              <a:srgbClr val="FFFFFF"/>
            </a:solidFill>
            <a:prstDash val="solid"/>
          </a:ln>
        </p:spPr>
        <p:txBody>
          <a:bodyPr/>
          <a:lstStyle/>
          <a:p>
            <a:endParaRPr lang="en-US"/>
          </a:p>
        </p:txBody>
      </p:sp>
      <p:sp>
        <p:nvSpPr>
          <p:cNvPr id="23" name="Text 21"/>
          <p:cNvSpPr/>
          <p:nvPr/>
        </p:nvSpPr>
        <p:spPr>
          <a:xfrm>
            <a:off x="5852160" y="3566160"/>
            <a:ext cx="2194560" cy="502920"/>
          </a:xfrm>
          <a:prstGeom prst="rect">
            <a:avLst/>
          </a:prstGeom>
          <a:noFill/>
          <a:ln/>
        </p:spPr>
        <p:txBody>
          <a:bodyPr wrap="square" lIns="0" tIns="0" rIns="0" bIns="0" rtlCol="0" anchor="ctr"/>
          <a:lstStyle/>
          <a:p>
            <a:pPr marL="0" indent="0" algn="ctr">
              <a:buNone/>
            </a:pPr>
            <a:r>
              <a:rPr lang="en-US" sz="1400" b="1">
                <a:solidFill>
                  <a:srgbClr val="00A896"/>
                </a:solidFill>
              </a:rPr>
              <a:t>Customer_ID</a:t>
            </a:r>
            <a:endParaRPr lang="en-US" sz="1400"/>
          </a:p>
        </p:txBody>
      </p:sp>
      <p:sp>
        <p:nvSpPr>
          <p:cNvPr id="24" name="Shape 22"/>
          <p:cNvSpPr/>
          <p:nvPr/>
        </p:nvSpPr>
        <p:spPr>
          <a:xfrm>
            <a:off x="457200" y="4526280"/>
            <a:ext cx="8229600" cy="365760"/>
          </a:xfrm>
          <a:prstGeom prst="rect">
            <a:avLst/>
          </a:prstGeom>
          <a:solidFill>
            <a:srgbClr val="0F2A47"/>
          </a:solidFill>
          <a:ln w="12700">
            <a:solidFill>
              <a:srgbClr val="0F2A47"/>
            </a:solidFill>
            <a:prstDash val="solid"/>
          </a:ln>
        </p:spPr>
        <p:txBody>
          <a:bodyPr/>
          <a:lstStyle/>
          <a:p>
            <a:endParaRPr lang="en-US"/>
          </a:p>
        </p:txBody>
      </p:sp>
      <p:sp>
        <p:nvSpPr>
          <p:cNvPr id="25" name="Text 23"/>
          <p:cNvSpPr/>
          <p:nvPr/>
        </p:nvSpPr>
        <p:spPr>
          <a:xfrm>
            <a:off x="640080" y="4526280"/>
            <a:ext cx="7863840" cy="365760"/>
          </a:xfrm>
          <a:prstGeom prst="rect">
            <a:avLst/>
          </a:prstGeom>
          <a:noFill/>
          <a:ln/>
        </p:spPr>
        <p:txBody>
          <a:bodyPr wrap="square" lIns="0" tIns="0" rIns="0" bIns="0" rtlCol="0" anchor="ctr"/>
          <a:lstStyle/>
          <a:p>
            <a:pPr marL="0" indent="0" algn="ctr">
              <a:buNone/>
            </a:pPr>
            <a:r>
              <a:rPr lang="en-US" sz="1100" i="1">
                <a:solidFill>
                  <a:srgbClr val="FFFFFF"/>
                </a:solidFill>
              </a:rPr>
              <a:t>Once the source field is understood as a concept, the same interpretation reuses across many target systems.</a:t>
            </a:r>
            <a:endParaRPr lang="en-US" sz="1100"/>
          </a:p>
        </p:txBody>
      </p:sp>
      <p:sp>
        <p:nvSpPr>
          <p:cNvPr id="26" name="Shape 24"/>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27" name="Text 25"/>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28" name="Text 26"/>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5 / 12</a:t>
            </a:r>
            <a:endParaRPr lang="en-US" sz="9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32">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Why Canonical Mapping Matters for EA</a:t>
            </a:r>
            <a:endParaRPr lang="en-US" sz="26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Appendix A9 · From project artifacts to enterprise semantic assets</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6 / 12</a:t>
            </a:r>
            <a:endParaRPr lang="en-US" sz="900"/>
          </a:p>
        </p:txBody>
      </p:sp>
      <p:sp>
        <p:nvSpPr>
          <p:cNvPr id="10" name="Shape 8"/>
          <p:cNvSpPr/>
          <p:nvPr/>
        </p:nvSpPr>
        <p:spPr>
          <a:xfrm>
            <a:off x="3657600" y="2560320"/>
            <a:ext cx="1828800" cy="914400"/>
          </a:xfrm>
          <a:prstGeom prst="ellipse">
            <a:avLst/>
          </a:prstGeom>
          <a:solidFill>
            <a:srgbClr val="0F2A47"/>
          </a:solidFill>
          <a:ln w="12700">
            <a:solidFill>
              <a:srgbClr val="0F2A47"/>
            </a:solidFill>
            <a:prstDash val="solid"/>
          </a:ln>
        </p:spPr>
        <p:txBody>
          <a:bodyPr/>
          <a:lstStyle/>
          <a:p>
            <a:endParaRPr lang="en-US"/>
          </a:p>
        </p:txBody>
      </p:sp>
      <p:sp>
        <p:nvSpPr>
          <p:cNvPr id="11" name="Text 9"/>
          <p:cNvSpPr/>
          <p:nvPr/>
        </p:nvSpPr>
        <p:spPr>
          <a:xfrm>
            <a:off x="3657600" y="2560320"/>
            <a:ext cx="1828800" cy="914400"/>
          </a:xfrm>
          <a:prstGeom prst="rect">
            <a:avLst/>
          </a:prstGeom>
          <a:noFill/>
          <a:ln/>
        </p:spPr>
        <p:txBody>
          <a:bodyPr wrap="square" lIns="0" tIns="0" rIns="0" bIns="0" rtlCol="0" anchor="ctr"/>
          <a:lstStyle/>
          <a:p>
            <a:pPr marL="0" indent="0" algn="ctr">
              <a:buNone/>
            </a:pPr>
            <a:r>
              <a:rPr lang="en-US" sz="1300" b="1">
                <a:solidFill>
                  <a:srgbClr val="00A896"/>
                </a:solidFill>
                <a:latin typeface="Cambria" pitchFamily="34" charset="0"/>
                <a:ea typeface="Cambria" pitchFamily="34" charset="-122"/>
                <a:cs typeface="Cambria" pitchFamily="34" charset="-120"/>
              </a:rPr>
              <a:t>Canonical layer</a:t>
            </a:r>
            <a:endParaRPr lang="en-US" sz="1300"/>
          </a:p>
        </p:txBody>
      </p:sp>
      <p:sp>
        <p:nvSpPr>
          <p:cNvPr id="12" name="Shape 10"/>
          <p:cNvSpPr/>
          <p:nvPr/>
        </p:nvSpPr>
        <p:spPr>
          <a:xfrm>
            <a:off x="457200" y="1463040"/>
            <a:ext cx="1371600" cy="502920"/>
          </a:xfrm>
          <a:prstGeom prst="roundRect">
            <a:avLst>
              <a:gd name="adj" fmla="val 10909"/>
            </a:avLst>
          </a:prstGeom>
          <a:solidFill>
            <a:srgbClr val="028090"/>
          </a:solidFill>
          <a:ln w="12700">
            <a:solidFill>
              <a:srgbClr val="028090"/>
            </a:solidFill>
            <a:prstDash val="solid"/>
          </a:ln>
        </p:spPr>
        <p:txBody>
          <a:bodyPr/>
          <a:lstStyle/>
          <a:p>
            <a:endParaRPr lang="en-US"/>
          </a:p>
        </p:txBody>
      </p:sp>
      <p:sp>
        <p:nvSpPr>
          <p:cNvPr id="13" name="Text 11"/>
          <p:cNvSpPr/>
          <p:nvPr/>
        </p:nvSpPr>
        <p:spPr>
          <a:xfrm>
            <a:off x="457200" y="1463040"/>
            <a:ext cx="1371600" cy="502920"/>
          </a:xfrm>
          <a:prstGeom prst="rect">
            <a:avLst/>
          </a:prstGeom>
          <a:noFill/>
          <a:ln/>
        </p:spPr>
        <p:txBody>
          <a:bodyPr wrap="square" lIns="0" tIns="0" rIns="0" bIns="0" rtlCol="0" anchor="ctr"/>
          <a:lstStyle/>
          <a:p>
            <a:pPr marL="0" indent="0" algn="ctr">
              <a:buNone/>
            </a:pPr>
            <a:r>
              <a:rPr lang="en-US" sz="1200" b="1">
                <a:solidFill>
                  <a:srgbClr val="FFFFFF"/>
                </a:solidFill>
              </a:rPr>
              <a:t>ERP</a:t>
            </a:r>
            <a:endParaRPr lang="en-US" sz="1200"/>
          </a:p>
        </p:txBody>
      </p:sp>
      <p:sp>
        <p:nvSpPr>
          <p:cNvPr id="14" name="Shape 12"/>
          <p:cNvSpPr/>
          <p:nvPr/>
        </p:nvSpPr>
        <p:spPr>
          <a:xfrm>
            <a:off x="1828800" y="1709928"/>
            <a:ext cx="1828800" cy="1353312"/>
          </a:xfrm>
          <a:prstGeom prst="line">
            <a:avLst/>
          </a:prstGeom>
          <a:noFill/>
          <a:ln w="12700">
            <a:solidFill>
              <a:srgbClr val="00A896"/>
            </a:solidFill>
            <a:prstDash val="solid"/>
          </a:ln>
        </p:spPr>
        <p:txBody>
          <a:bodyPr/>
          <a:lstStyle/>
          <a:p>
            <a:endParaRPr lang="en-US"/>
          </a:p>
        </p:txBody>
      </p:sp>
      <p:sp>
        <p:nvSpPr>
          <p:cNvPr id="15" name="Shape 13"/>
          <p:cNvSpPr/>
          <p:nvPr/>
        </p:nvSpPr>
        <p:spPr>
          <a:xfrm>
            <a:off x="7315200" y="1463040"/>
            <a:ext cx="1371600" cy="502920"/>
          </a:xfrm>
          <a:prstGeom prst="roundRect">
            <a:avLst>
              <a:gd name="adj" fmla="val 10909"/>
            </a:avLst>
          </a:prstGeom>
          <a:solidFill>
            <a:srgbClr val="028090"/>
          </a:solidFill>
          <a:ln w="12700">
            <a:solidFill>
              <a:srgbClr val="028090"/>
            </a:solidFill>
            <a:prstDash val="solid"/>
          </a:ln>
        </p:spPr>
        <p:txBody>
          <a:bodyPr/>
          <a:lstStyle/>
          <a:p>
            <a:endParaRPr lang="en-US"/>
          </a:p>
        </p:txBody>
      </p:sp>
      <p:sp>
        <p:nvSpPr>
          <p:cNvPr id="16" name="Text 14"/>
          <p:cNvSpPr/>
          <p:nvPr/>
        </p:nvSpPr>
        <p:spPr>
          <a:xfrm>
            <a:off x="7315200" y="1463040"/>
            <a:ext cx="1371600" cy="502920"/>
          </a:xfrm>
          <a:prstGeom prst="rect">
            <a:avLst/>
          </a:prstGeom>
          <a:noFill/>
          <a:ln/>
        </p:spPr>
        <p:txBody>
          <a:bodyPr wrap="square" lIns="0" tIns="0" rIns="0" bIns="0" rtlCol="0" anchor="ctr"/>
          <a:lstStyle/>
          <a:p>
            <a:pPr marL="0" indent="0" algn="ctr">
              <a:buNone/>
            </a:pPr>
            <a:r>
              <a:rPr lang="en-US" sz="1200" b="1">
                <a:solidFill>
                  <a:srgbClr val="FFFFFF"/>
                </a:solidFill>
              </a:rPr>
              <a:t>CRM</a:t>
            </a:r>
            <a:endParaRPr lang="en-US" sz="1200"/>
          </a:p>
        </p:txBody>
      </p:sp>
      <p:sp>
        <p:nvSpPr>
          <p:cNvPr id="17" name="Shape 15"/>
          <p:cNvSpPr/>
          <p:nvPr/>
        </p:nvSpPr>
        <p:spPr>
          <a:xfrm flipV="1">
            <a:off x="5486400" y="1709928"/>
            <a:ext cx="1828800" cy="1307592"/>
          </a:xfrm>
          <a:prstGeom prst="line">
            <a:avLst/>
          </a:prstGeom>
          <a:noFill/>
          <a:ln w="12700">
            <a:solidFill>
              <a:srgbClr val="00A896"/>
            </a:solidFill>
            <a:prstDash val="solid"/>
          </a:ln>
        </p:spPr>
        <p:txBody>
          <a:bodyPr/>
          <a:lstStyle/>
          <a:p>
            <a:endParaRPr lang="en-US"/>
          </a:p>
        </p:txBody>
      </p:sp>
      <p:sp>
        <p:nvSpPr>
          <p:cNvPr id="18" name="Shape 16"/>
          <p:cNvSpPr/>
          <p:nvPr/>
        </p:nvSpPr>
        <p:spPr>
          <a:xfrm>
            <a:off x="182880" y="2834640"/>
            <a:ext cx="1371600" cy="502920"/>
          </a:xfrm>
          <a:prstGeom prst="roundRect">
            <a:avLst>
              <a:gd name="adj" fmla="val 10909"/>
            </a:avLst>
          </a:prstGeom>
          <a:solidFill>
            <a:srgbClr val="028090"/>
          </a:solidFill>
          <a:ln w="12700">
            <a:solidFill>
              <a:srgbClr val="028090"/>
            </a:solidFill>
            <a:prstDash val="solid"/>
          </a:ln>
        </p:spPr>
        <p:txBody>
          <a:bodyPr/>
          <a:lstStyle/>
          <a:p>
            <a:endParaRPr lang="en-US"/>
          </a:p>
        </p:txBody>
      </p:sp>
      <p:sp>
        <p:nvSpPr>
          <p:cNvPr id="19" name="Text 17"/>
          <p:cNvSpPr/>
          <p:nvPr/>
        </p:nvSpPr>
        <p:spPr>
          <a:xfrm>
            <a:off x="182880" y="2834640"/>
            <a:ext cx="1371600" cy="502920"/>
          </a:xfrm>
          <a:prstGeom prst="rect">
            <a:avLst/>
          </a:prstGeom>
          <a:noFill/>
          <a:ln/>
        </p:spPr>
        <p:txBody>
          <a:bodyPr wrap="square" lIns="0" tIns="0" rIns="0" bIns="0" rtlCol="0" anchor="ctr"/>
          <a:lstStyle/>
          <a:p>
            <a:pPr marL="0" indent="0" algn="ctr">
              <a:buNone/>
            </a:pPr>
            <a:r>
              <a:rPr lang="en-US" sz="1200" b="1">
                <a:solidFill>
                  <a:srgbClr val="FFFFFF"/>
                </a:solidFill>
              </a:rPr>
              <a:t>Billing</a:t>
            </a:r>
            <a:endParaRPr lang="en-US" sz="1200"/>
          </a:p>
        </p:txBody>
      </p:sp>
      <p:sp>
        <p:nvSpPr>
          <p:cNvPr id="20" name="Shape 18"/>
          <p:cNvSpPr/>
          <p:nvPr/>
        </p:nvSpPr>
        <p:spPr>
          <a:xfrm>
            <a:off x="1554480" y="3017520"/>
            <a:ext cx="2103120" cy="64008"/>
          </a:xfrm>
          <a:prstGeom prst="line">
            <a:avLst/>
          </a:prstGeom>
          <a:noFill/>
          <a:ln w="12700">
            <a:solidFill>
              <a:srgbClr val="00A896"/>
            </a:solidFill>
            <a:prstDash val="solid"/>
          </a:ln>
        </p:spPr>
        <p:txBody>
          <a:bodyPr/>
          <a:lstStyle/>
          <a:p>
            <a:endParaRPr lang="en-US"/>
          </a:p>
        </p:txBody>
      </p:sp>
      <p:sp>
        <p:nvSpPr>
          <p:cNvPr id="21" name="Shape 19"/>
          <p:cNvSpPr/>
          <p:nvPr/>
        </p:nvSpPr>
        <p:spPr>
          <a:xfrm>
            <a:off x="7589520" y="2834640"/>
            <a:ext cx="1371600" cy="502920"/>
          </a:xfrm>
          <a:prstGeom prst="roundRect">
            <a:avLst>
              <a:gd name="adj" fmla="val 10909"/>
            </a:avLst>
          </a:prstGeom>
          <a:solidFill>
            <a:srgbClr val="028090"/>
          </a:solidFill>
          <a:ln w="12700">
            <a:solidFill>
              <a:srgbClr val="028090"/>
            </a:solidFill>
            <a:prstDash val="solid"/>
          </a:ln>
        </p:spPr>
        <p:txBody>
          <a:bodyPr/>
          <a:lstStyle/>
          <a:p>
            <a:endParaRPr lang="en-US"/>
          </a:p>
        </p:txBody>
      </p:sp>
      <p:sp>
        <p:nvSpPr>
          <p:cNvPr id="22" name="Text 20"/>
          <p:cNvSpPr/>
          <p:nvPr/>
        </p:nvSpPr>
        <p:spPr>
          <a:xfrm>
            <a:off x="7589520" y="2834640"/>
            <a:ext cx="1371600" cy="502920"/>
          </a:xfrm>
          <a:prstGeom prst="rect">
            <a:avLst/>
          </a:prstGeom>
          <a:noFill/>
          <a:ln/>
        </p:spPr>
        <p:txBody>
          <a:bodyPr wrap="square" lIns="0" tIns="0" rIns="0" bIns="0" rtlCol="0" anchor="ctr"/>
          <a:lstStyle/>
          <a:p>
            <a:pPr marL="0" indent="0" algn="ctr">
              <a:buNone/>
            </a:pPr>
            <a:r>
              <a:rPr lang="en-US" sz="1200" b="1">
                <a:solidFill>
                  <a:srgbClr val="FFFFFF"/>
                </a:solidFill>
              </a:rPr>
              <a:t>Data Lake</a:t>
            </a:r>
            <a:endParaRPr lang="en-US" sz="1200"/>
          </a:p>
        </p:txBody>
      </p:sp>
      <p:sp>
        <p:nvSpPr>
          <p:cNvPr id="23" name="Shape 21"/>
          <p:cNvSpPr/>
          <p:nvPr/>
        </p:nvSpPr>
        <p:spPr>
          <a:xfrm>
            <a:off x="5486400" y="3017520"/>
            <a:ext cx="2103120" cy="64008"/>
          </a:xfrm>
          <a:prstGeom prst="line">
            <a:avLst/>
          </a:prstGeom>
          <a:noFill/>
          <a:ln w="12700">
            <a:solidFill>
              <a:srgbClr val="00A896"/>
            </a:solidFill>
            <a:prstDash val="solid"/>
          </a:ln>
        </p:spPr>
        <p:txBody>
          <a:bodyPr/>
          <a:lstStyle/>
          <a:p>
            <a:endParaRPr lang="en-US"/>
          </a:p>
        </p:txBody>
      </p:sp>
      <p:sp>
        <p:nvSpPr>
          <p:cNvPr id="24" name="Shape 22"/>
          <p:cNvSpPr/>
          <p:nvPr/>
        </p:nvSpPr>
        <p:spPr>
          <a:xfrm>
            <a:off x="731520" y="4206240"/>
            <a:ext cx="1371600" cy="502920"/>
          </a:xfrm>
          <a:prstGeom prst="roundRect">
            <a:avLst>
              <a:gd name="adj" fmla="val 10909"/>
            </a:avLst>
          </a:prstGeom>
          <a:solidFill>
            <a:srgbClr val="028090"/>
          </a:solidFill>
          <a:ln w="12700">
            <a:solidFill>
              <a:srgbClr val="028090"/>
            </a:solidFill>
            <a:prstDash val="solid"/>
          </a:ln>
        </p:spPr>
        <p:txBody>
          <a:bodyPr/>
          <a:lstStyle/>
          <a:p>
            <a:endParaRPr lang="en-US"/>
          </a:p>
        </p:txBody>
      </p:sp>
      <p:sp>
        <p:nvSpPr>
          <p:cNvPr id="25" name="Text 23"/>
          <p:cNvSpPr/>
          <p:nvPr/>
        </p:nvSpPr>
        <p:spPr>
          <a:xfrm>
            <a:off x="731520" y="4206240"/>
            <a:ext cx="1371600" cy="502920"/>
          </a:xfrm>
          <a:prstGeom prst="rect">
            <a:avLst/>
          </a:prstGeom>
          <a:noFill/>
          <a:ln/>
        </p:spPr>
        <p:txBody>
          <a:bodyPr wrap="square" lIns="0" tIns="0" rIns="0" bIns="0" rtlCol="0" anchor="ctr"/>
          <a:lstStyle/>
          <a:p>
            <a:pPr marL="0" indent="0" algn="ctr">
              <a:buNone/>
            </a:pPr>
            <a:r>
              <a:rPr lang="en-US" sz="1200" b="1">
                <a:solidFill>
                  <a:srgbClr val="FFFFFF"/>
                </a:solidFill>
              </a:rPr>
              <a:t>Legacy</a:t>
            </a:r>
            <a:endParaRPr lang="en-US" sz="1200"/>
          </a:p>
        </p:txBody>
      </p:sp>
      <p:sp>
        <p:nvSpPr>
          <p:cNvPr id="26" name="Shape 24"/>
          <p:cNvSpPr/>
          <p:nvPr/>
        </p:nvSpPr>
        <p:spPr>
          <a:xfrm flipV="1">
            <a:off x="2103120" y="3063240"/>
            <a:ext cx="1554480" cy="1389888"/>
          </a:xfrm>
          <a:prstGeom prst="line">
            <a:avLst/>
          </a:prstGeom>
          <a:noFill/>
          <a:ln w="12700">
            <a:solidFill>
              <a:srgbClr val="00A896"/>
            </a:solidFill>
            <a:prstDash val="solid"/>
          </a:ln>
        </p:spPr>
        <p:txBody>
          <a:bodyPr/>
          <a:lstStyle/>
          <a:p>
            <a:endParaRPr lang="en-US"/>
          </a:p>
        </p:txBody>
      </p:sp>
      <p:sp>
        <p:nvSpPr>
          <p:cNvPr id="27" name="Shape 25"/>
          <p:cNvSpPr/>
          <p:nvPr/>
        </p:nvSpPr>
        <p:spPr>
          <a:xfrm>
            <a:off x="7040880" y="4206240"/>
            <a:ext cx="1371600" cy="502920"/>
          </a:xfrm>
          <a:prstGeom prst="roundRect">
            <a:avLst>
              <a:gd name="adj" fmla="val 10909"/>
            </a:avLst>
          </a:prstGeom>
          <a:solidFill>
            <a:srgbClr val="028090"/>
          </a:solidFill>
          <a:ln w="12700">
            <a:solidFill>
              <a:srgbClr val="028090"/>
            </a:solidFill>
            <a:prstDash val="solid"/>
          </a:ln>
        </p:spPr>
        <p:txBody>
          <a:bodyPr/>
          <a:lstStyle/>
          <a:p>
            <a:endParaRPr lang="en-US"/>
          </a:p>
        </p:txBody>
      </p:sp>
      <p:sp>
        <p:nvSpPr>
          <p:cNvPr id="28" name="Text 26"/>
          <p:cNvSpPr/>
          <p:nvPr/>
        </p:nvSpPr>
        <p:spPr>
          <a:xfrm>
            <a:off x="7040880" y="4206240"/>
            <a:ext cx="1371600" cy="502920"/>
          </a:xfrm>
          <a:prstGeom prst="rect">
            <a:avLst/>
          </a:prstGeom>
          <a:noFill/>
          <a:ln/>
        </p:spPr>
        <p:txBody>
          <a:bodyPr wrap="square" lIns="0" tIns="0" rIns="0" bIns="0" rtlCol="0" anchor="ctr"/>
          <a:lstStyle/>
          <a:p>
            <a:pPr marL="0" indent="0" algn="ctr">
              <a:buNone/>
            </a:pPr>
            <a:r>
              <a:rPr lang="en-US" sz="1200" b="1">
                <a:solidFill>
                  <a:srgbClr val="FFFFFF"/>
                </a:solidFill>
              </a:rPr>
              <a:t>Partner API</a:t>
            </a:r>
            <a:endParaRPr lang="en-US" sz="1200"/>
          </a:p>
        </p:txBody>
      </p:sp>
      <p:sp>
        <p:nvSpPr>
          <p:cNvPr id="29" name="Shape 27"/>
          <p:cNvSpPr/>
          <p:nvPr/>
        </p:nvSpPr>
        <p:spPr>
          <a:xfrm>
            <a:off x="5486400" y="3017520"/>
            <a:ext cx="1554480" cy="1435608"/>
          </a:xfrm>
          <a:prstGeom prst="line">
            <a:avLst/>
          </a:prstGeom>
          <a:noFill/>
          <a:ln w="12700">
            <a:solidFill>
              <a:srgbClr val="00A896"/>
            </a:solidFill>
            <a:prstDash val="solid"/>
          </a:ln>
        </p:spPr>
        <p:txBody>
          <a:bodyPr/>
          <a:lstStyle/>
          <a:p>
            <a:endParaRPr lang="en-US"/>
          </a:p>
        </p:txBody>
      </p:sp>
      <p:sp>
        <p:nvSpPr>
          <p:cNvPr id="30" name="Text 28"/>
          <p:cNvSpPr/>
          <p:nvPr/>
        </p:nvSpPr>
        <p:spPr>
          <a:xfrm>
            <a:off x="457200" y="4617720"/>
            <a:ext cx="8229600" cy="274320"/>
          </a:xfrm>
          <a:prstGeom prst="rect">
            <a:avLst/>
          </a:prstGeom>
          <a:noFill/>
          <a:ln/>
        </p:spPr>
        <p:txBody>
          <a:bodyPr wrap="square" lIns="0" tIns="0" rIns="0" bIns="0" rtlCol="0" anchor="ctr"/>
          <a:lstStyle/>
          <a:p>
            <a:pPr marL="0" indent="0" algn="ctr">
              <a:buNone/>
            </a:pPr>
            <a:r>
              <a:rPr lang="en-US" sz="1100" i="1">
                <a:solidFill>
                  <a:srgbClr val="0F2A47"/>
                </a:solidFill>
              </a:rPr>
              <a:t>Shared vocabulary · standardized integration · visible concept coverage</a:t>
            </a:r>
            <a:endParaRPr lang="en-US" sz="11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2">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6126480" cy="640080"/>
          </a:xfrm>
          <a:prstGeom prst="rect">
            <a:avLst/>
          </a:prstGeom>
          <a:noFill/>
          <a:ln/>
        </p:spPr>
        <p:txBody>
          <a:bodyPr wrap="square" lIns="0" tIns="0" rIns="0" bIns="0" rtlCol="0" anchor="ctr"/>
          <a:lstStyle/>
          <a:p>
            <a:pPr marL="0" indent="0">
              <a:buNone/>
            </a:pPr>
            <a:r>
              <a:rPr lang="en-US" sz="2000" b="1">
                <a:solidFill>
                  <a:srgbClr val="FFFFFF"/>
                </a:solidFill>
                <a:latin typeface="Cambria" pitchFamily="34" charset="0"/>
                <a:ea typeface="Cambria" pitchFamily="34" charset="-122"/>
                <a:cs typeface="Cambria" pitchFamily="34" charset="-120"/>
              </a:rPr>
              <a:t>Browsing the Catalog — Filters and Stakeholder Views</a:t>
            </a:r>
            <a:endParaRPr lang="en-US" sz="2000"/>
          </a:p>
        </p:txBody>
      </p:sp>
      <p:sp>
        <p:nvSpPr>
          <p:cNvPr id="5" name="Shape 3"/>
          <p:cNvSpPr/>
          <p:nvPr/>
        </p:nvSpPr>
        <p:spPr>
          <a:xfrm>
            <a:off x="6766560" y="201168"/>
            <a:ext cx="1371600" cy="411480"/>
          </a:xfrm>
          <a:prstGeom prst="roundRect">
            <a:avLst>
              <a:gd name="adj" fmla="val 13333"/>
            </a:avLst>
          </a:prstGeom>
          <a:solidFill>
            <a:srgbClr val="00A896"/>
          </a:solidFill>
          <a:ln w="12700">
            <a:solidFill>
              <a:srgbClr val="00A896"/>
            </a:solidFill>
            <a:prstDash val="solid"/>
          </a:ln>
        </p:spPr>
        <p:txBody>
          <a:bodyPr/>
          <a:lstStyle/>
          <a:p>
            <a:endParaRPr lang="en-US"/>
          </a:p>
        </p:txBody>
      </p:sp>
      <p:sp>
        <p:nvSpPr>
          <p:cNvPr id="6" name="Text 4"/>
          <p:cNvSpPr/>
          <p:nvPr/>
        </p:nvSpPr>
        <p:spPr>
          <a:xfrm>
            <a:off x="6766560" y="201168"/>
            <a:ext cx="1371600" cy="411480"/>
          </a:xfrm>
          <a:prstGeom prst="rect">
            <a:avLst/>
          </a:prstGeom>
          <a:noFill/>
          <a:ln/>
        </p:spPr>
        <p:txBody>
          <a:bodyPr wrap="square" lIns="0" tIns="0" rIns="0" bIns="0" rtlCol="0" anchor="ctr"/>
          <a:lstStyle/>
          <a:p>
            <a:pPr marL="0" indent="0" algn="ctr">
              <a:buNone/>
            </a:pPr>
            <a:r>
              <a:rPr lang="en-US" sz="1000" b="1" kern="0" spc="200">
                <a:solidFill>
                  <a:srgbClr val="FFFFFF"/>
                </a:solidFill>
              </a:rPr>
              <a:t>✓  DELIVERED</a:t>
            </a:r>
            <a:endParaRPr lang="en-US" sz="1000"/>
          </a:p>
        </p:txBody>
      </p:sp>
      <p:sp>
        <p:nvSpPr>
          <p:cNvPr id="7" name="Text 5"/>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rPr>
              <a:t>Appendix · Live filters and views available in the workspace today</a:t>
            </a:r>
            <a:endParaRPr lang="en-US" sz="1100"/>
          </a:p>
        </p:txBody>
      </p:sp>
      <p:sp>
        <p:nvSpPr>
          <p:cNvPr id="8" name="Shape 6"/>
          <p:cNvSpPr/>
          <p:nvPr/>
        </p:nvSpPr>
        <p:spPr>
          <a:xfrm>
            <a:off x="365760" y="1417320"/>
            <a:ext cx="2194560" cy="3291840"/>
          </a:xfrm>
          <a:prstGeom prst="rect">
            <a:avLst/>
          </a:prstGeom>
          <a:solidFill>
            <a:srgbClr val="FFFFFF"/>
          </a:solidFill>
          <a:ln w="9525">
            <a:solidFill>
              <a:srgbClr val="D8D3C7"/>
            </a:solidFill>
            <a:prstDash val="solid"/>
          </a:ln>
        </p:spPr>
        <p:txBody>
          <a:bodyPr/>
          <a:lstStyle/>
          <a:p>
            <a:endParaRPr lang="en-US"/>
          </a:p>
        </p:txBody>
      </p:sp>
      <p:sp>
        <p:nvSpPr>
          <p:cNvPr id="9" name="Shape 7"/>
          <p:cNvSpPr/>
          <p:nvPr/>
        </p:nvSpPr>
        <p:spPr>
          <a:xfrm>
            <a:off x="365760" y="1417320"/>
            <a:ext cx="73152" cy="3291840"/>
          </a:xfrm>
          <a:prstGeom prst="rect">
            <a:avLst/>
          </a:prstGeom>
          <a:solidFill>
            <a:srgbClr val="00A896"/>
          </a:solidFill>
          <a:ln w="12700">
            <a:solidFill>
              <a:srgbClr val="00A896"/>
            </a:solidFill>
            <a:prstDash val="solid"/>
          </a:ln>
        </p:spPr>
        <p:txBody>
          <a:bodyPr/>
          <a:lstStyle/>
          <a:p>
            <a:endParaRPr lang="en-US"/>
          </a:p>
        </p:txBody>
      </p:sp>
      <p:sp>
        <p:nvSpPr>
          <p:cNvPr id="10" name="Text 8"/>
          <p:cNvSpPr/>
          <p:nvPr/>
        </p:nvSpPr>
        <p:spPr>
          <a:xfrm>
            <a:off x="548640" y="1508760"/>
            <a:ext cx="1828800" cy="274320"/>
          </a:xfrm>
          <a:prstGeom prst="rect">
            <a:avLst/>
          </a:prstGeom>
          <a:noFill/>
          <a:ln/>
        </p:spPr>
        <p:txBody>
          <a:bodyPr wrap="square" lIns="0" tIns="0" rIns="0" bIns="0" rtlCol="0" anchor="ctr"/>
          <a:lstStyle/>
          <a:p>
            <a:pPr marL="0" indent="0">
              <a:buNone/>
            </a:pPr>
            <a:r>
              <a:rPr lang="en-US" sz="1200" b="1">
                <a:solidFill>
                  <a:srgbClr val="0F2A47"/>
                </a:solidFill>
                <a:latin typeface="Cambria" pitchFamily="34" charset="0"/>
                <a:ea typeface="Cambria" pitchFamily="34" charset="-122"/>
                <a:cs typeface="Cambria" pitchFamily="34" charset="-120"/>
              </a:rPr>
              <a:t>Live filters</a:t>
            </a:r>
            <a:endParaRPr lang="en-US" sz="1200"/>
          </a:p>
        </p:txBody>
      </p:sp>
      <p:sp>
        <p:nvSpPr>
          <p:cNvPr id="11" name="Shape 9"/>
          <p:cNvSpPr/>
          <p:nvPr/>
        </p:nvSpPr>
        <p:spPr>
          <a:xfrm>
            <a:off x="548640" y="1874520"/>
            <a:ext cx="1828800" cy="320040"/>
          </a:xfrm>
          <a:prstGeom prst="rect">
            <a:avLst/>
          </a:prstGeom>
          <a:solidFill>
            <a:srgbClr val="FFFFFF"/>
          </a:solidFill>
          <a:ln w="6350">
            <a:solidFill>
              <a:srgbClr val="D8D3C7"/>
            </a:solidFill>
            <a:prstDash val="solid"/>
          </a:ln>
        </p:spPr>
        <p:txBody>
          <a:bodyPr/>
          <a:lstStyle/>
          <a:p>
            <a:endParaRPr lang="en-US"/>
          </a:p>
        </p:txBody>
      </p:sp>
      <p:sp>
        <p:nvSpPr>
          <p:cNvPr id="12" name="Text 10"/>
          <p:cNvSpPr/>
          <p:nvPr/>
        </p:nvSpPr>
        <p:spPr>
          <a:xfrm>
            <a:off x="640080" y="1874520"/>
            <a:ext cx="1005840" cy="320040"/>
          </a:xfrm>
          <a:prstGeom prst="rect">
            <a:avLst/>
          </a:prstGeom>
          <a:noFill/>
          <a:ln/>
        </p:spPr>
        <p:txBody>
          <a:bodyPr wrap="square" lIns="0" tIns="0" rIns="0" bIns="0" rtlCol="0" anchor="ctr"/>
          <a:lstStyle/>
          <a:p>
            <a:pPr marL="0" indent="0">
              <a:buNone/>
            </a:pPr>
            <a:r>
              <a:rPr lang="en-US" sz="900">
                <a:solidFill>
                  <a:srgbClr val="64748B"/>
                </a:solidFill>
              </a:rPr>
              <a:t>Source system</a:t>
            </a:r>
            <a:endParaRPr lang="en-US" sz="900"/>
          </a:p>
        </p:txBody>
      </p:sp>
      <p:sp>
        <p:nvSpPr>
          <p:cNvPr id="13" name="Text 11"/>
          <p:cNvSpPr/>
          <p:nvPr/>
        </p:nvSpPr>
        <p:spPr>
          <a:xfrm>
            <a:off x="1600200" y="1874520"/>
            <a:ext cx="685800" cy="320040"/>
          </a:xfrm>
          <a:prstGeom prst="rect">
            <a:avLst/>
          </a:prstGeom>
          <a:noFill/>
          <a:ln/>
        </p:spPr>
        <p:txBody>
          <a:bodyPr wrap="square" lIns="0" tIns="0" rIns="0" bIns="0" rtlCol="0" anchor="ctr"/>
          <a:lstStyle/>
          <a:p>
            <a:pPr marL="0" indent="0">
              <a:buNone/>
            </a:pPr>
            <a:r>
              <a:rPr lang="en-US" sz="900" b="1">
                <a:solidFill>
                  <a:srgbClr val="028090"/>
                </a:solidFill>
              </a:rPr>
              <a:t>ERP</a:t>
            </a:r>
            <a:endParaRPr lang="en-US" sz="900"/>
          </a:p>
        </p:txBody>
      </p:sp>
      <p:sp>
        <p:nvSpPr>
          <p:cNvPr id="14" name="Text 12"/>
          <p:cNvSpPr/>
          <p:nvPr/>
        </p:nvSpPr>
        <p:spPr>
          <a:xfrm>
            <a:off x="2194560" y="1874520"/>
            <a:ext cx="137160" cy="320040"/>
          </a:xfrm>
          <a:prstGeom prst="rect">
            <a:avLst/>
          </a:prstGeom>
          <a:noFill/>
          <a:ln/>
        </p:spPr>
        <p:txBody>
          <a:bodyPr wrap="square" lIns="0" tIns="0" rIns="0" bIns="0" rtlCol="0" anchor="ctr"/>
          <a:lstStyle/>
          <a:p>
            <a:pPr marL="0" indent="0" algn="r">
              <a:buNone/>
            </a:pPr>
            <a:r>
              <a:rPr lang="en-US" sz="900">
                <a:solidFill>
                  <a:srgbClr val="64748B"/>
                </a:solidFill>
              </a:rPr>
              <a:t>▾</a:t>
            </a:r>
            <a:endParaRPr lang="en-US" sz="900"/>
          </a:p>
        </p:txBody>
      </p:sp>
      <p:sp>
        <p:nvSpPr>
          <p:cNvPr id="15" name="Shape 13"/>
          <p:cNvSpPr/>
          <p:nvPr/>
        </p:nvSpPr>
        <p:spPr>
          <a:xfrm>
            <a:off x="548640" y="2286000"/>
            <a:ext cx="1828800" cy="320040"/>
          </a:xfrm>
          <a:prstGeom prst="rect">
            <a:avLst/>
          </a:prstGeom>
          <a:solidFill>
            <a:srgbClr val="FFFFFF"/>
          </a:solidFill>
          <a:ln w="6350">
            <a:solidFill>
              <a:srgbClr val="D8D3C7"/>
            </a:solidFill>
            <a:prstDash val="solid"/>
          </a:ln>
        </p:spPr>
        <p:txBody>
          <a:bodyPr/>
          <a:lstStyle/>
          <a:p>
            <a:endParaRPr lang="en-US"/>
          </a:p>
        </p:txBody>
      </p:sp>
      <p:sp>
        <p:nvSpPr>
          <p:cNvPr id="16" name="Text 14"/>
          <p:cNvSpPr/>
          <p:nvPr/>
        </p:nvSpPr>
        <p:spPr>
          <a:xfrm>
            <a:off x="640080" y="2286000"/>
            <a:ext cx="1005840" cy="320040"/>
          </a:xfrm>
          <a:prstGeom prst="rect">
            <a:avLst/>
          </a:prstGeom>
          <a:noFill/>
          <a:ln/>
        </p:spPr>
        <p:txBody>
          <a:bodyPr wrap="square" lIns="0" tIns="0" rIns="0" bIns="0" rtlCol="0" anchor="ctr"/>
          <a:lstStyle/>
          <a:p>
            <a:pPr marL="0" indent="0">
              <a:buNone/>
            </a:pPr>
            <a:r>
              <a:rPr lang="en-US" sz="900">
                <a:solidFill>
                  <a:srgbClr val="64748B"/>
                </a:solidFill>
              </a:rPr>
              <a:t>Target system</a:t>
            </a:r>
            <a:endParaRPr lang="en-US" sz="900"/>
          </a:p>
        </p:txBody>
      </p:sp>
      <p:sp>
        <p:nvSpPr>
          <p:cNvPr id="17" name="Text 15"/>
          <p:cNvSpPr/>
          <p:nvPr/>
        </p:nvSpPr>
        <p:spPr>
          <a:xfrm>
            <a:off x="1600200" y="2286000"/>
            <a:ext cx="685800" cy="320040"/>
          </a:xfrm>
          <a:prstGeom prst="rect">
            <a:avLst/>
          </a:prstGeom>
          <a:noFill/>
          <a:ln/>
        </p:spPr>
        <p:txBody>
          <a:bodyPr wrap="square" lIns="0" tIns="0" rIns="0" bIns="0" rtlCol="0" anchor="ctr"/>
          <a:lstStyle/>
          <a:p>
            <a:pPr marL="0" indent="0">
              <a:buNone/>
            </a:pPr>
            <a:r>
              <a:rPr lang="en-US" sz="900" b="1">
                <a:solidFill>
                  <a:srgbClr val="028090"/>
                </a:solidFill>
              </a:rPr>
              <a:t>MDM hub</a:t>
            </a:r>
            <a:endParaRPr lang="en-US" sz="900"/>
          </a:p>
        </p:txBody>
      </p:sp>
      <p:sp>
        <p:nvSpPr>
          <p:cNvPr id="18" name="Text 16"/>
          <p:cNvSpPr/>
          <p:nvPr/>
        </p:nvSpPr>
        <p:spPr>
          <a:xfrm>
            <a:off x="2194560" y="2286000"/>
            <a:ext cx="137160" cy="320040"/>
          </a:xfrm>
          <a:prstGeom prst="rect">
            <a:avLst/>
          </a:prstGeom>
          <a:noFill/>
          <a:ln/>
        </p:spPr>
        <p:txBody>
          <a:bodyPr wrap="square" lIns="0" tIns="0" rIns="0" bIns="0" rtlCol="0" anchor="ctr"/>
          <a:lstStyle/>
          <a:p>
            <a:pPr marL="0" indent="0" algn="r">
              <a:buNone/>
            </a:pPr>
            <a:r>
              <a:rPr lang="en-US" sz="900">
                <a:solidFill>
                  <a:srgbClr val="64748B"/>
                </a:solidFill>
              </a:rPr>
              <a:t>▾</a:t>
            </a:r>
            <a:endParaRPr lang="en-US" sz="900"/>
          </a:p>
        </p:txBody>
      </p:sp>
      <p:sp>
        <p:nvSpPr>
          <p:cNvPr id="19" name="Shape 17"/>
          <p:cNvSpPr/>
          <p:nvPr/>
        </p:nvSpPr>
        <p:spPr>
          <a:xfrm>
            <a:off x="548640" y="2697480"/>
            <a:ext cx="1828800" cy="320040"/>
          </a:xfrm>
          <a:prstGeom prst="rect">
            <a:avLst/>
          </a:prstGeom>
          <a:solidFill>
            <a:srgbClr val="FFFFFF"/>
          </a:solidFill>
          <a:ln w="6350">
            <a:solidFill>
              <a:srgbClr val="D8D3C7"/>
            </a:solidFill>
            <a:prstDash val="solid"/>
          </a:ln>
        </p:spPr>
        <p:txBody>
          <a:bodyPr/>
          <a:lstStyle/>
          <a:p>
            <a:endParaRPr lang="en-US"/>
          </a:p>
        </p:txBody>
      </p:sp>
      <p:sp>
        <p:nvSpPr>
          <p:cNvPr id="20" name="Text 18"/>
          <p:cNvSpPr/>
          <p:nvPr/>
        </p:nvSpPr>
        <p:spPr>
          <a:xfrm>
            <a:off x="640080" y="2697480"/>
            <a:ext cx="1005840" cy="320040"/>
          </a:xfrm>
          <a:prstGeom prst="rect">
            <a:avLst/>
          </a:prstGeom>
          <a:noFill/>
          <a:ln/>
        </p:spPr>
        <p:txBody>
          <a:bodyPr wrap="square" lIns="0" tIns="0" rIns="0" bIns="0" rtlCol="0" anchor="ctr"/>
          <a:lstStyle/>
          <a:p>
            <a:pPr marL="0" indent="0">
              <a:buNone/>
            </a:pPr>
            <a:r>
              <a:rPr lang="en-US" sz="900">
                <a:solidFill>
                  <a:srgbClr val="64748B"/>
                </a:solidFill>
              </a:rPr>
              <a:t>Concept</a:t>
            </a:r>
            <a:endParaRPr lang="en-US" sz="900"/>
          </a:p>
        </p:txBody>
      </p:sp>
      <p:sp>
        <p:nvSpPr>
          <p:cNvPr id="21" name="Text 19"/>
          <p:cNvSpPr/>
          <p:nvPr/>
        </p:nvSpPr>
        <p:spPr>
          <a:xfrm>
            <a:off x="1600200" y="2697480"/>
            <a:ext cx="685800" cy="320040"/>
          </a:xfrm>
          <a:prstGeom prst="rect">
            <a:avLst/>
          </a:prstGeom>
          <a:noFill/>
          <a:ln/>
        </p:spPr>
        <p:txBody>
          <a:bodyPr wrap="square" lIns="0" tIns="0" rIns="0" bIns="0" rtlCol="0" anchor="ctr"/>
          <a:lstStyle/>
          <a:p>
            <a:pPr marL="0" indent="0">
              <a:buNone/>
            </a:pPr>
            <a:r>
              <a:rPr lang="en-US" sz="900" b="1">
                <a:solidFill>
                  <a:srgbClr val="028090"/>
                </a:solidFill>
              </a:rPr>
              <a:t>customer.id</a:t>
            </a:r>
            <a:endParaRPr lang="en-US" sz="900"/>
          </a:p>
        </p:txBody>
      </p:sp>
      <p:sp>
        <p:nvSpPr>
          <p:cNvPr id="22" name="Text 20"/>
          <p:cNvSpPr/>
          <p:nvPr/>
        </p:nvSpPr>
        <p:spPr>
          <a:xfrm>
            <a:off x="2194560" y="2697480"/>
            <a:ext cx="137160" cy="320040"/>
          </a:xfrm>
          <a:prstGeom prst="rect">
            <a:avLst/>
          </a:prstGeom>
          <a:noFill/>
          <a:ln/>
        </p:spPr>
        <p:txBody>
          <a:bodyPr wrap="square" lIns="0" tIns="0" rIns="0" bIns="0" rtlCol="0" anchor="ctr"/>
          <a:lstStyle/>
          <a:p>
            <a:pPr marL="0" indent="0" algn="r">
              <a:buNone/>
            </a:pPr>
            <a:r>
              <a:rPr lang="en-US" sz="900">
                <a:solidFill>
                  <a:srgbClr val="64748B"/>
                </a:solidFill>
              </a:rPr>
              <a:t>▾</a:t>
            </a:r>
            <a:endParaRPr lang="en-US" sz="900"/>
          </a:p>
        </p:txBody>
      </p:sp>
      <p:sp>
        <p:nvSpPr>
          <p:cNvPr id="23" name="Shape 21"/>
          <p:cNvSpPr/>
          <p:nvPr/>
        </p:nvSpPr>
        <p:spPr>
          <a:xfrm>
            <a:off x="548640" y="3108960"/>
            <a:ext cx="1828800" cy="320040"/>
          </a:xfrm>
          <a:prstGeom prst="rect">
            <a:avLst/>
          </a:prstGeom>
          <a:solidFill>
            <a:srgbClr val="FFFFFF"/>
          </a:solidFill>
          <a:ln w="6350">
            <a:solidFill>
              <a:srgbClr val="D8D3C7"/>
            </a:solidFill>
            <a:prstDash val="solid"/>
          </a:ln>
        </p:spPr>
        <p:txBody>
          <a:bodyPr/>
          <a:lstStyle/>
          <a:p>
            <a:endParaRPr lang="en-US"/>
          </a:p>
        </p:txBody>
      </p:sp>
      <p:sp>
        <p:nvSpPr>
          <p:cNvPr id="24" name="Text 22"/>
          <p:cNvSpPr/>
          <p:nvPr/>
        </p:nvSpPr>
        <p:spPr>
          <a:xfrm>
            <a:off x="640080" y="3108960"/>
            <a:ext cx="1005840" cy="320040"/>
          </a:xfrm>
          <a:prstGeom prst="rect">
            <a:avLst/>
          </a:prstGeom>
          <a:noFill/>
          <a:ln/>
        </p:spPr>
        <p:txBody>
          <a:bodyPr wrap="square" lIns="0" tIns="0" rIns="0" bIns="0" rtlCol="0" anchor="ctr"/>
          <a:lstStyle/>
          <a:p>
            <a:pPr marL="0" indent="0">
              <a:buNone/>
            </a:pPr>
            <a:r>
              <a:rPr lang="en-US" sz="900">
                <a:solidFill>
                  <a:srgbClr val="64748B"/>
                </a:solidFill>
              </a:rPr>
              <a:t>Owner</a:t>
            </a:r>
            <a:endParaRPr lang="en-US" sz="900"/>
          </a:p>
        </p:txBody>
      </p:sp>
      <p:sp>
        <p:nvSpPr>
          <p:cNvPr id="25" name="Text 23"/>
          <p:cNvSpPr/>
          <p:nvPr/>
        </p:nvSpPr>
        <p:spPr>
          <a:xfrm>
            <a:off x="1600200" y="3108960"/>
            <a:ext cx="685800" cy="320040"/>
          </a:xfrm>
          <a:prstGeom prst="rect">
            <a:avLst/>
          </a:prstGeom>
          <a:noFill/>
          <a:ln/>
        </p:spPr>
        <p:txBody>
          <a:bodyPr wrap="square" lIns="0" tIns="0" rIns="0" bIns="0" rtlCol="0" anchor="ctr"/>
          <a:lstStyle/>
          <a:p>
            <a:pPr marL="0" indent="0">
              <a:buNone/>
            </a:pPr>
            <a:r>
              <a:rPr lang="en-US" sz="900" b="1">
                <a:solidFill>
                  <a:srgbClr val="028090"/>
                </a:solidFill>
              </a:rPr>
              <a:t>Anna L.</a:t>
            </a:r>
            <a:endParaRPr lang="en-US" sz="900"/>
          </a:p>
        </p:txBody>
      </p:sp>
      <p:sp>
        <p:nvSpPr>
          <p:cNvPr id="26" name="Text 24"/>
          <p:cNvSpPr/>
          <p:nvPr/>
        </p:nvSpPr>
        <p:spPr>
          <a:xfrm>
            <a:off x="2194560" y="3108960"/>
            <a:ext cx="137160" cy="320040"/>
          </a:xfrm>
          <a:prstGeom prst="rect">
            <a:avLst/>
          </a:prstGeom>
          <a:noFill/>
          <a:ln/>
        </p:spPr>
        <p:txBody>
          <a:bodyPr wrap="square" lIns="0" tIns="0" rIns="0" bIns="0" rtlCol="0" anchor="ctr"/>
          <a:lstStyle/>
          <a:p>
            <a:pPr marL="0" indent="0" algn="r">
              <a:buNone/>
            </a:pPr>
            <a:r>
              <a:rPr lang="en-US" sz="900">
                <a:solidFill>
                  <a:srgbClr val="64748B"/>
                </a:solidFill>
              </a:rPr>
              <a:t>▾</a:t>
            </a:r>
            <a:endParaRPr lang="en-US" sz="900"/>
          </a:p>
        </p:txBody>
      </p:sp>
      <p:sp>
        <p:nvSpPr>
          <p:cNvPr id="27" name="Shape 25"/>
          <p:cNvSpPr/>
          <p:nvPr/>
        </p:nvSpPr>
        <p:spPr>
          <a:xfrm>
            <a:off x="548640" y="3520440"/>
            <a:ext cx="1828800" cy="320040"/>
          </a:xfrm>
          <a:prstGeom prst="rect">
            <a:avLst/>
          </a:prstGeom>
          <a:solidFill>
            <a:srgbClr val="FFFFFF"/>
          </a:solidFill>
          <a:ln w="6350">
            <a:solidFill>
              <a:srgbClr val="D8D3C7"/>
            </a:solidFill>
            <a:prstDash val="solid"/>
          </a:ln>
        </p:spPr>
        <p:txBody>
          <a:bodyPr/>
          <a:lstStyle/>
          <a:p>
            <a:endParaRPr lang="en-US"/>
          </a:p>
        </p:txBody>
      </p:sp>
      <p:sp>
        <p:nvSpPr>
          <p:cNvPr id="28" name="Text 26"/>
          <p:cNvSpPr/>
          <p:nvPr/>
        </p:nvSpPr>
        <p:spPr>
          <a:xfrm>
            <a:off x="640080" y="3520440"/>
            <a:ext cx="1005840" cy="320040"/>
          </a:xfrm>
          <a:prstGeom prst="rect">
            <a:avLst/>
          </a:prstGeom>
          <a:noFill/>
          <a:ln/>
        </p:spPr>
        <p:txBody>
          <a:bodyPr wrap="square" lIns="0" tIns="0" rIns="0" bIns="0" rtlCol="0" anchor="ctr"/>
          <a:lstStyle/>
          <a:p>
            <a:pPr marL="0" indent="0">
              <a:buNone/>
            </a:pPr>
            <a:r>
              <a:rPr lang="en-US" sz="900">
                <a:solidFill>
                  <a:srgbClr val="64748B"/>
                </a:solidFill>
              </a:rPr>
              <a:t>Status</a:t>
            </a:r>
            <a:endParaRPr lang="en-US" sz="900"/>
          </a:p>
        </p:txBody>
      </p:sp>
      <p:sp>
        <p:nvSpPr>
          <p:cNvPr id="29" name="Text 27"/>
          <p:cNvSpPr/>
          <p:nvPr/>
        </p:nvSpPr>
        <p:spPr>
          <a:xfrm>
            <a:off x="1600200" y="3520440"/>
            <a:ext cx="685800" cy="320040"/>
          </a:xfrm>
          <a:prstGeom prst="rect">
            <a:avLst/>
          </a:prstGeom>
          <a:noFill/>
          <a:ln/>
        </p:spPr>
        <p:txBody>
          <a:bodyPr wrap="square" lIns="0" tIns="0" rIns="0" bIns="0" rtlCol="0" anchor="ctr"/>
          <a:lstStyle/>
          <a:p>
            <a:pPr marL="0" indent="0">
              <a:buNone/>
            </a:pPr>
            <a:r>
              <a:rPr lang="en-US" sz="900" b="1">
                <a:solidFill>
                  <a:srgbClr val="028090"/>
                </a:solidFill>
              </a:rPr>
              <a:t>Approved</a:t>
            </a:r>
            <a:endParaRPr lang="en-US" sz="900"/>
          </a:p>
        </p:txBody>
      </p:sp>
      <p:sp>
        <p:nvSpPr>
          <p:cNvPr id="30" name="Text 28"/>
          <p:cNvSpPr/>
          <p:nvPr/>
        </p:nvSpPr>
        <p:spPr>
          <a:xfrm>
            <a:off x="2194560" y="3520440"/>
            <a:ext cx="137160" cy="320040"/>
          </a:xfrm>
          <a:prstGeom prst="rect">
            <a:avLst/>
          </a:prstGeom>
          <a:noFill/>
          <a:ln/>
        </p:spPr>
        <p:txBody>
          <a:bodyPr wrap="square" lIns="0" tIns="0" rIns="0" bIns="0" rtlCol="0" anchor="ctr"/>
          <a:lstStyle/>
          <a:p>
            <a:pPr marL="0" indent="0" algn="r">
              <a:buNone/>
            </a:pPr>
            <a:r>
              <a:rPr lang="en-US" sz="900">
                <a:solidFill>
                  <a:srgbClr val="64748B"/>
                </a:solidFill>
              </a:rPr>
              <a:t>▾</a:t>
            </a:r>
            <a:endParaRPr lang="en-US" sz="900"/>
          </a:p>
        </p:txBody>
      </p:sp>
      <p:sp>
        <p:nvSpPr>
          <p:cNvPr id="31" name="Shape 29"/>
          <p:cNvSpPr/>
          <p:nvPr/>
        </p:nvSpPr>
        <p:spPr>
          <a:xfrm>
            <a:off x="548640" y="3931920"/>
            <a:ext cx="1828800" cy="320040"/>
          </a:xfrm>
          <a:prstGeom prst="rect">
            <a:avLst/>
          </a:prstGeom>
          <a:solidFill>
            <a:srgbClr val="FFFFFF"/>
          </a:solidFill>
          <a:ln w="6350">
            <a:solidFill>
              <a:srgbClr val="D8D3C7"/>
            </a:solidFill>
            <a:prstDash val="solid"/>
          </a:ln>
        </p:spPr>
        <p:txBody>
          <a:bodyPr/>
          <a:lstStyle/>
          <a:p>
            <a:endParaRPr lang="en-US"/>
          </a:p>
        </p:txBody>
      </p:sp>
      <p:sp>
        <p:nvSpPr>
          <p:cNvPr id="32" name="Text 30"/>
          <p:cNvSpPr/>
          <p:nvPr/>
        </p:nvSpPr>
        <p:spPr>
          <a:xfrm>
            <a:off x="640080" y="3931920"/>
            <a:ext cx="1005840" cy="320040"/>
          </a:xfrm>
          <a:prstGeom prst="rect">
            <a:avLst/>
          </a:prstGeom>
          <a:noFill/>
          <a:ln/>
        </p:spPr>
        <p:txBody>
          <a:bodyPr wrap="square" lIns="0" tIns="0" rIns="0" bIns="0" rtlCol="0" anchor="ctr"/>
          <a:lstStyle/>
          <a:p>
            <a:pPr marL="0" indent="0">
              <a:buNone/>
            </a:pPr>
            <a:r>
              <a:rPr lang="en-US" sz="900">
                <a:solidFill>
                  <a:srgbClr val="64748B"/>
                </a:solidFill>
              </a:rPr>
              <a:t>Reuse signals</a:t>
            </a:r>
            <a:endParaRPr lang="en-US" sz="900"/>
          </a:p>
        </p:txBody>
      </p:sp>
      <p:sp>
        <p:nvSpPr>
          <p:cNvPr id="33" name="Text 31"/>
          <p:cNvSpPr/>
          <p:nvPr/>
        </p:nvSpPr>
        <p:spPr>
          <a:xfrm>
            <a:off x="1600200" y="3931920"/>
            <a:ext cx="685800" cy="320040"/>
          </a:xfrm>
          <a:prstGeom prst="rect">
            <a:avLst/>
          </a:prstGeom>
          <a:noFill/>
          <a:ln/>
        </p:spPr>
        <p:txBody>
          <a:bodyPr wrap="square" lIns="0" tIns="0" rIns="0" bIns="0" rtlCol="0" anchor="ctr"/>
          <a:lstStyle/>
          <a:p>
            <a:pPr marL="0" indent="0">
              <a:buNone/>
            </a:pPr>
            <a:r>
              <a:rPr lang="en-US" sz="900" b="1">
                <a:solidFill>
                  <a:srgbClr val="028090"/>
                </a:solidFill>
              </a:rPr>
              <a:t>≥ 2 reuses</a:t>
            </a:r>
            <a:endParaRPr lang="en-US" sz="900"/>
          </a:p>
        </p:txBody>
      </p:sp>
      <p:sp>
        <p:nvSpPr>
          <p:cNvPr id="34" name="Text 32"/>
          <p:cNvSpPr/>
          <p:nvPr/>
        </p:nvSpPr>
        <p:spPr>
          <a:xfrm>
            <a:off x="2194560" y="3931920"/>
            <a:ext cx="137160" cy="320040"/>
          </a:xfrm>
          <a:prstGeom prst="rect">
            <a:avLst/>
          </a:prstGeom>
          <a:noFill/>
          <a:ln/>
        </p:spPr>
        <p:txBody>
          <a:bodyPr wrap="square" lIns="0" tIns="0" rIns="0" bIns="0" rtlCol="0" anchor="ctr"/>
          <a:lstStyle/>
          <a:p>
            <a:pPr marL="0" indent="0" algn="r">
              <a:buNone/>
            </a:pPr>
            <a:r>
              <a:rPr lang="en-US" sz="900">
                <a:solidFill>
                  <a:srgbClr val="64748B"/>
                </a:solidFill>
              </a:rPr>
              <a:t>▾</a:t>
            </a:r>
            <a:endParaRPr lang="en-US" sz="900"/>
          </a:p>
        </p:txBody>
      </p:sp>
      <p:sp>
        <p:nvSpPr>
          <p:cNvPr id="35" name="Shape 33"/>
          <p:cNvSpPr/>
          <p:nvPr/>
        </p:nvSpPr>
        <p:spPr>
          <a:xfrm>
            <a:off x="2743200" y="1417320"/>
            <a:ext cx="3017520" cy="1554480"/>
          </a:xfrm>
          <a:prstGeom prst="rect">
            <a:avLst/>
          </a:prstGeom>
          <a:solidFill>
            <a:srgbClr val="FFFFFF"/>
          </a:solidFill>
          <a:ln w="9525">
            <a:solidFill>
              <a:srgbClr val="D8D3C7"/>
            </a:solidFill>
            <a:prstDash val="solid"/>
          </a:ln>
        </p:spPr>
        <p:txBody>
          <a:bodyPr/>
          <a:lstStyle/>
          <a:p>
            <a:endParaRPr lang="en-US"/>
          </a:p>
        </p:txBody>
      </p:sp>
      <p:sp>
        <p:nvSpPr>
          <p:cNvPr id="36" name="Shape 34"/>
          <p:cNvSpPr/>
          <p:nvPr/>
        </p:nvSpPr>
        <p:spPr>
          <a:xfrm>
            <a:off x="2743200" y="1417320"/>
            <a:ext cx="73152" cy="1554480"/>
          </a:xfrm>
          <a:prstGeom prst="rect">
            <a:avLst/>
          </a:prstGeom>
          <a:solidFill>
            <a:srgbClr val="00A896"/>
          </a:solidFill>
          <a:ln w="12700">
            <a:solidFill>
              <a:srgbClr val="00A896"/>
            </a:solidFill>
            <a:prstDash val="solid"/>
          </a:ln>
        </p:spPr>
        <p:txBody>
          <a:bodyPr/>
          <a:lstStyle/>
          <a:p>
            <a:endParaRPr lang="en-US"/>
          </a:p>
        </p:txBody>
      </p:sp>
      <p:sp>
        <p:nvSpPr>
          <p:cNvPr id="37" name="Shape 35"/>
          <p:cNvSpPr/>
          <p:nvPr/>
        </p:nvSpPr>
        <p:spPr>
          <a:xfrm>
            <a:off x="2926080" y="1581912"/>
            <a:ext cx="2651760" cy="164592"/>
          </a:xfrm>
          <a:prstGeom prst="rect">
            <a:avLst/>
          </a:prstGeom>
          <a:solidFill>
            <a:srgbClr val="00A896"/>
          </a:solidFill>
          <a:ln w="12700">
            <a:solidFill>
              <a:srgbClr val="00A896"/>
            </a:solidFill>
            <a:prstDash val="solid"/>
          </a:ln>
        </p:spPr>
        <p:txBody>
          <a:bodyPr/>
          <a:lstStyle/>
          <a:p>
            <a:endParaRPr lang="en-US"/>
          </a:p>
        </p:txBody>
      </p:sp>
      <p:sp>
        <p:nvSpPr>
          <p:cNvPr id="38" name="Shape 36"/>
          <p:cNvSpPr/>
          <p:nvPr/>
        </p:nvSpPr>
        <p:spPr>
          <a:xfrm>
            <a:off x="2926080" y="1801368"/>
            <a:ext cx="2651760" cy="73152"/>
          </a:xfrm>
          <a:prstGeom prst="rect">
            <a:avLst/>
          </a:prstGeom>
          <a:solidFill>
            <a:srgbClr val="EFEAD8"/>
          </a:solidFill>
          <a:ln w="12700">
            <a:solidFill>
              <a:srgbClr val="EFEAD8"/>
            </a:solidFill>
            <a:prstDash val="solid"/>
          </a:ln>
        </p:spPr>
        <p:txBody>
          <a:bodyPr/>
          <a:lstStyle/>
          <a:p>
            <a:endParaRPr lang="en-US"/>
          </a:p>
        </p:txBody>
      </p:sp>
      <p:sp>
        <p:nvSpPr>
          <p:cNvPr id="39" name="Shape 37"/>
          <p:cNvSpPr/>
          <p:nvPr/>
        </p:nvSpPr>
        <p:spPr>
          <a:xfrm>
            <a:off x="2926080" y="1920240"/>
            <a:ext cx="2651760" cy="73152"/>
          </a:xfrm>
          <a:prstGeom prst="rect">
            <a:avLst/>
          </a:prstGeom>
          <a:solidFill>
            <a:srgbClr val="EFEAD8"/>
          </a:solidFill>
          <a:ln w="12700">
            <a:solidFill>
              <a:srgbClr val="EFEAD8"/>
            </a:solidFill>
            <a:prstDash val="solid"/>
          </a:ln>
        </p:spPr>
        <p:txBody>
          <a:bodyPr/>
          <a:lstStyle/>
          <a:p>
            <a:endParaRPr lang="en-US"/>
          </a:p>
        </p:txBody>
      </p:sp>
      <p:sp>
        <p:nvSpPr>
          <p:cNvPr id="40" name="Shape 38"/>
          <p:cNvSpPr/>
          <p:nvPr/>
        </p:nvSpPr>
        <p:spPr>
          <a:xfrm>
            <a:off x="2926080" y="2039112"/>
            <a:ext cx="2651760" cy="73152"/>
          </a:xfrm>
          <a:prstGeom prst="rect">
            <a:avLst/>
          </a:prstGeom>
          <a:solidFill>
            <a:srgbClr val="EFEAD8"/>
          </a:solidFill>
          <a:ln w="12700">
            <a:solidFill>
              <a:srgbClr val="EFEAD8"/>
            </a:solidFill>
            <a:prstDash val="solid"/>
          </a:ln>
        </p:spPr>
        <p:txBody>
          <a:bodyPr/>
          <a:lstStyle/>
          <a:p>
            <a:endParaRPr lang="en-US"/>
          </a:p>
        </p:txBody>
      </p:sp>
      <p:sp>
        <p:nvSpPr>
          <p:cNvPr id="41" name="Text 39"/>
          <p:cNvSpPr/>
          <p:nvPr/>
        </p:nvSpPr>
        <p:spPr>
          <a:xfrm>
            <a:off x="2926080" y="2194560"/>
            <a:ext cx="2651760" cy="292608"/>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Integration list</a:t>
            </a:r>
            <a:endParaRPr lang="en-US" sz="1300"/>
          </a:p>
        </p:txBody>
      </p:sp>
      <p:sp>
        <p:nvSpPr>
          <p:cNvPr id="42" name="Text 40"/>
          <p:cNvSpPr/>
          <p:nvPr/>
        </p:nvSpPr>
        <p:spPr>
          <a:xfrm>
            <a:off x="2926080" y="2514600"/>
            <a:ext cx="2651760" cy="274320"/>
          </a:xfrm>
          <a:prstGeom prst="rect">
            <a:avLst/>
          </a:prstGeom>
          <a:noFill/>
          <a:ln/>
        </p:spPr>
        <p:txBody>
          <a:bodyPr wrap="square" lIns="0" tIns="0" rIns="0" bIns="0" rtlCol="0" anchor="ctr"/>
          <a:lstStyle/>
          <a:p>
            <a:pPr marL="0" indent="0">
              <a:buNone/>
            </a:pPr>
            <a:r>
              <a:rPr lang="en-US" sz="900">
                <a:solidFill>
                  <a:srgbClr val="1E293B"/>
                </a:solidFill>
              </a:rPr>
              <a:t>Portfolio overview, status at a glance</a:t>
            </a:r>
            <a:endParaRPr lang="en-US" sz="900"/>
          </a:p>
        </p:txBody>
      </p:sp>
      <p:sp>
        <p:nvSpPr>
          <p:cNvPr id="43" name="Text 41"/>
          <p:cNvSpPr/>
          <p:nvPr/>
        </p:nvSpPr>
        <p:spPr>
          <a:xfrm>
            <a:off x="2926080" y="2743200"/>
            <a:ext cx="2651760" cy="228600"/>
          </a:xfrm>
          <a:prstGeom prst="rect">
            <a:avLst/>
          </a:prstGeom>
          <a:noFill/>
          <a:ln/>
        </p:spPr>
        <p:txBody>
          <a:bodyPr wrap="square" lIns="0" tIns="0" rIns="0" bIns="0" rtlCol="0" anchor="ctr"/>
          <a:lstStyle/>
          <a:p>
            <a:pPr marL="0" indent="0">
              <a:buNone/>
            </a:pPr>
            <a:r>
              <a:rPr lang="en-US" sz="900" i="1">
                <a:solidFill>
                  <a:srgbClr val="00A896"/>
                </a:solidFill>
              </a:rPr>
              <a:t>Best for: PMO</a:t>
            </a:r>
            <a:endParaRPr lang="en-US" sz="900"/>
          </a:p>
        </p:txBody>
      </p:sp>
      <p:sp>
        <p:nvSpPr>
          <p:cNvPr id="44" name="Shape 42"/>
          <p:cNvSpPr/>
          <p:nvPr/>
        </p:nvSpPr>
        <p:spPr>
          <a:xfrm>
            <a:off x="5897880" y="1417320"/>
            <a:ext cx="3017520" cy="1554480"/>
          </a:xfrm>
          <a:prstGeom prst="rect">
            <a:avLst/>
          </a:prstGeom>
          <a:solidFill>
            <a:srgbClr val="FFFFFF"/>
          </a:solidFill>
          <a:ln w="9525">
            <a:solidFill>
              <a:srgbClr val="D8D3C7"/>
            </a:solidFill>
            <a:prstDash val="solid"/>
          </a:ln>
        </p:spPr>
        <p:txBody>
          <a:bodyPr/>
          <a:lstStyle/>
          <a:p>
            <a:endParaRPr lang="en-US"/>
          </a:p>
        </p:txBody>
      </p:sp>
      <p:sp>
        <p:nvSpPr>
          <p:cNvPr id="45" name="Shape 43"/>
          <p:cNvSpPr/>
          <p:nvPr/>
        </p:nvSpPr>
        <p:spPr>
          <a:xfrm>
            <a:off x="5897880" y="1417320"/>
            <a:ext cx="73152" cy="1554480"/>
          </a:xfrm>
          <a:prstGeom prst="rect">
            <a:avLst/>
          </a:prstGeom>
          <a:solidFill>
            <a:srgbClr val="0F2A47"/>
          </a:solidFill>
          <a:ln w="12700">
            <a:solidFill>
              <a:srgbClr val="0F2A47"/>
            </a:solidFill>
            <a:prstDash val="solid"/>
          </a:ln>
        </p:spPr>
        <p:txBody>
          <a:bodyPr/>
          <a:lstStyle/>
          <a:p>
            <a:endParaRPr lang="en-US"/>
          </a:p>
        </p:txBody>
      </p:sp>
      <p:sp>
        <p:nvSpPr>
          <p:cNvPr id="46" name="Shape 44"/>
          <p:cNvSpPr/>
          <p:nvPr/>
        </p:nvSpPr>
        <p:spPr>
          <a:xfrm>
            <a:off x="6080760" y="1581912"/>
            <a:ext cx="2651760" cy="164592"/>
          </a:xfrm>
          <a:prstGeom prst="rect">
            <a:avLst/>
          </a:prstGeom>
          <a:solidFill>
            <a:srgbClr val="0F2A47"/>
          </a:solidFill>
          <a:ln w="12700">
            <a:solidFill>
              <a:srgbClr val="0F2A47"/>
            </a:solidFill>
            <a:prstDash val="solid"/>
          </a:ln>
        </p:spPr>
        <p:txBody>
          <a:bodyPr/>
          <a:lstStyle/>
          <a:p>
            <a:endParaRPr lang="en-US"/>
          </a:p>
        </p:txBody>
      </p:sp>
      <p:sp>
        <p:nvSpPr>
          <p:cNvPr id="47" name="Shape 45"/>
          <p:cNvSpPr/>
          <p:nvPr/>
        </p:nvSpPr>
        <p:spPr>
          <a:xfrm>
            <a:off x="6080760" y="1801368"/>
            <a:ext cx="2651760" cy="73152"/>
          </a:xfrm>
          <a:prstGeom prst="rect">
            <a:avLst/>
          </a:prstGeom>
          <a:solidFill>
            <a:srgbClr val="EFEAD8"/>
          </a:solidFill>
          <a:ln w="12700">
            <a:solidFill>
              <a:srgbClr val="EFEAD8"/>
            </a:solidFill>
            <a:prstDash val="solid"/>
          </a:ln>
        </p:spPr>
        <p:txBody>
          <a:bodyPr/>
          <a:lstStyle/>
          <a:p>
            <a:endParaRPr lang="en-US"/>
          </a:p>
        </p:txBody>
      </p:sp>
      <p:sp>
        <p:nvSpPr>
          <p:cNvPr id="48" name="Shape 46"/>
          <p:cNvSpPr/>
          <p:nvPr/>
        </p:nvSpPr>
        <p:spPr>
          <a:xfrm>
            <a:off x="6080760" y="1920240"/>
            <a:ext cx="2651760" cy="73152"/>
          </a:xfrm>
          <a:prstGeom prst="rect">
            <a:avLst/>
          </a:prstGeom>
          <a:solidFill>
            <a:srgbClr val="EFEAD8"/>
          </a:solidFill>
          <a:ln w="12700">
            <a:solidFill>
              <a:srgbClr val="EFEAD8"/>
            </a:solidFill>
            <a:prstDash val="solid"/>
          </a:ln>
        </p:spPr>
        <p:txBody>
          <a:bodyPr/>
          <a:lstStyle/>
          <a:p>
            <a:endParaRPr lang="en-US"/>
          </a:p>
        </p:txBody>
      </p:sp>
      <p:sp>
        <p:nvSpPr>
          <p:cNvPr id="49" name="Shape 47"/>
          <p:cNvSpPr/>
          <p:nvPr/>
        </p:nvSpPr>
        <p:spPr>
          <a:xfrm>
            <a:off x="6080760" y="2039112"/>
            <a:ext cx="2651760" cy="73152"/>
          </a:xfrm>
          <a:prstGeom prst="rect">
            <a:avLst/>
          </a:prstGeom>
          <a:solidFill>
            <a:srgbClr val="EFEAD8"/>
          </a:solidFill>
          <a:ln w="12700">
            <a:solidFill>
              <a:srgbClr val="EFEAD8"/>
            </a:solidFill>
            <a:prstDash val="solid"/>
          </a:ln>
        </p:spPr>
        <p:txBody>
          <a:bodyPr/>
          <a:lstStyle/>
          <a:p>
            <a:endParaRPr lang="en-US"/>
          </a:p>
        </p:txBody>
      </p:sp>
      <p:sp>
        <p:nvSpPr>
          <p:cNvPr id="50" name="Text 48"/>
          <p:cNvSpPr/>
          <p:nvPr/>
        </p:nvSpPr>
        <p:spPr>
          <a:xfrm>
            <a:off x="6080760" y="2194560"/>
            <a:ext cx="2651760" cy="292608"/>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Integration detail</a:t>
            </a:r>
            <a:endParaRPr lang="en-US" sz="1300"/>
          </a:p>
        </p:txBody>
      </p:sp>
      <p:sp>
        <p:nvSpPr>
          <p:cNvPr id="51" name="Text 49"/>
          <p:cNvSpPr/>
          <p:nvPr/>
        </p:nvSpPr>
        <p:spPr>
          <a:xfrm>
            <a:off x="6080760" y="2514600"/>
            <a:ext cx="2651760" cy="274320"/>
          </a:xfrm>
          <a:prstGeom prst="rect">
            <a:avLst/>
          </a:prstGeom>
          <a:noFill/>
          <a:ln/>
        </p:spPr>
        <p:txBody>
          <a:bodyPr wrap="square" lIns="0" tIns="0" rIns="0" bIns="0" rtlCol="0" anchor="ctr"/>
          <a:lstStyle/>
          <a:p>
            <a:pPr marL="0" indent="0">
              <a:buNone/>
            </a:pPr>
            <a:r>
              <a:rPr lang="en-US" sz="900">
                <a:solidFill>
                  <a:srgbClr val="1E293B"/>
                </a:solidFill>
              </a:rPr>
              <a:t>Drill into a single mapping set's evidence</a:t>
            </a:r>
            <a:endParaRPr lang="en-US" sz="900"/>
          </a:p>
        </p:txBody>
      </p:sp>
      <p:sp>
        <p:nvSpPr>
          <p:cNvPr id="52" name="Text 50"/>
          <p:cNvSpPr/>
          <p:nvPr/>
        </p:nvSpPr>
        <p:spPr>
          <a:xfrm>
            <a:off x="6080760" y="2743200"/>
            <a:ext cx="2651760" cy="228600"/>
          </a:xfrm>
          <a:prstGeom prst="rect">
            <a:avLst/>
          </a:prstGeom>
          <a:noFill/>
          <a:ln/>
        </p:spPr>
        <p:txBody>
          <a:bodyPr wrap="square" lIns="0" tIns="0" rIns="0" bIns="0" rtlCol="0" anchor="ctr"/>
          <a:lstStyle/>
          <a:p>
            <a:pPr marL="0" indent="0">
              <a:buNone/>
            </a:pPr>
            <a:r>
              <a:rPr lang="en-US" sz="900" i="1">
                <a:solidFill>
                  <a:srgbClr val="0F2A47"/>
                </a:solidFill>
              </a:rPr>
              <a:t>Best for: Analyst</a:t>
            </a:r>
            <a:endParaRPr lang="en-US" sz="900"/>
          </a:p>
        </p:txBody>
      </p:sp>
      <p:sp>
        <p:nvSpPr>
          <p:cNvPr id="53" name="Shape 51"/>
          <p:cNvSpPr/>
          <p:nvPr/>
        </p:nvSpPr>
        <p:spPr>
          <a:xfrm>
            <a:off x="2743200" y="3108960"/>
            <a:ext cx="3017520" cy="1554480"/>
          </a:xfrm>
          <a:prstGeom prst="rect">
            <a:avLst/>
          </a:prstGeom>
          <a:solidFill>
            <a:srgbClr val="FFFFFF"/>
          </a:solidFill>
          <a:ln w="9525">
            <a:solidFill>
              <a:srgbClr val="D8D3C7"/>
            </a:solidFill>
            <a:prstDash val="solid"/>
          </a:ln>
        </p:spPr>
        <p:txBody>
          <a:bodyPr/>
          <a:lstStyle/>
          <a:p>
            <a:endParaRPr lang="en-US"/>
          </a:p>
        </p:txBody>
      </p:sp>
      <p:sp>
        <p:nvSpPr>
          <p:cNvPr id="54" name="Shape 52"/>
          <p:cNvSpPr/>
          <p:nvPr/>
        </p:nvSpPr>
        <p:spPr>
          <a:xfrm>
            <a:off x="2743200" y="3108960"/>
            <a:ext cx="73152" cy="1554480"/>
          </a:xfrm>
          <a:prstGeom prst="rect">
            <a:avLst/>
          </a:prstGeom>
          <a:solidFill>
            <a:srgbClr val="028090"/>
          </a:solidFill>
          <a:ln w="12700">
            <a:solidFill>
              <a:srgbClr val="028090"/>
            </a:solidFill>
            <a:prstDash val="solid"/>
          </a:ln>
        </p:spPr>
        <p:txBody>
          <a:bodyPr/>
          <a:lstStyle/>
          <a:p>
            <a:endParaRPr lang="en-US"/>
          </a:p>
        </p:txBody>
      </p:sp>
      <p:sp>
        <p:nvSpPr>
          <p:cNvPr id="55" name="Shape 53"/>
          <p:cNvSpPr/>
          <p:nvPr/>
        </p:nvSpPr>
        <p:spPr>
          <a:xfrm>
            <a:off x="2926080" y="3273552"/>
            <a:ext cx="2651760" cy="164592"/>
          </a:xfrm>
          <a:prstGeom prst="rect">
            <a:avLst/>
          </a:prstGeom>
          <a:solidFill>
            <a:srgbClr val="028090"/>
          </a:solidFill>
          <a:ln w="12700">
            <a:solidFill>
              <a:srgbClr val="028090"/>
            </a:solidFill>
            <a:prstDash val="solid"/>
          </a:ln>
        </p:spPr>
        <p:txBody>
          <a:bodyPr/>
          <a:lstStyle/>
          <a:p>
            <a:endParaRPr lang="en-US"/>
          </a:p>
        </p:txBody>
      </p:sp>
      <p:sp>
        <p:nvSpPr>
          <p:cNvPr id="56" name="Shape 54"/>
          <p:cNvSpPr/>
          <p:nvPr/>
        </p:nvSpPr>
        <p:spPr>
          <a:xfrm>
            <a:off x="2926080" y="3493008"/>
            <a:ext cx="2651760" cy="73152"/>
          </a:xfrm>
          <a:prstGeom prst="rect">
            <a:avLst/>
          </a:prstGeom>
          <a:solidFill>
            <a:srgbClr val="EFEAD8"/>
          </a:solidFill>
          <a:ln w="12700">
            <a:solidFill>
              <a:srgbClr val="EFEAD8"/>
            </a:solidFill>
            <a:prstDash val="solid"/>
          </a:ln>
        </p:spPr>
        <p:txBody>
          <a:bodyPr/>
          <a:lstStyle/>
          <a:p>
            <a:endParaRPr lang="en-US"/>
          </a:p>
        </p:txBody>
      </p:sp>
      <p:sp>
        <p:nvSpPr>
          <p:cNvPr id="57" name="Shape 55"/>
          <p:cNvSpPr/>
          <p:nvPr/>
        </p:nvSpPr>
        <p:spPr>
          <a:xfrm>
            <a:off x="2926080" y="3611880"/>
            <a:ext cx="2651760" cy="73152"/>
          </a:xfrm>
          <a:prstGeom prst="rect">
            <a:avLst/>
          </a:prstGeom>
          <a:solidFill>
            <a:srgbClr val="EFEAD8"/>
          </a:solidFill>
          <a:ln w="12700">
            <a:solidFill>
              <a:srgbClr val="EFEAD8"/>
            </a:solidFill>
            <a:prstDash val="solid"/>
          </a:ln>
        </p:spPr>
        <p:txBody>
          <a:bodyPr/>
          <a:lstStyle/>
          <a:p>
            <a:endParaRPr lang="en-US"/>
          </a:p>
        </p:txBody>
      </p:sp>
      <p:sp>
        <p:nvSpPr>
          <p:cNvPr id="58" name="Shape 56"/>
          <p:cNvSpPr/>
          <p:nvPr/>
        </p:nvSpPr>
        <p:spPr>
          <a:xfrm>
            <a:off x="2926080" y="3730752"/>
            <a:ext cx="2651760" cy="73152"/>
          </a:xfrm>
          <a:prstGeom prst="rect">
            <a:avLst/>
          </a:prstGeom>
          <a:solidFill>
            <a:srgbClr val="EFEAD8"/>
          </a:solidFill>
          <a:ln w="12700">
            <a:solidFill>
              <a:srgbClr val="EFEAD8"/>
            </a:solidFill>
            <a:prstDash val="solid"/>
          </a:ln>
        </p:spPr>
        <p:txBody>
          <a:bodyPr/>
          <a:lstStyle/>
          <a:p>
            <a:endParaRPr lang="en-US"/>
          </a:p>
        </p:txBody>
      </p:sp>
      <p:sp>
        <p:nvSpPr>
          <p:cNvPr id="59" name="Text 57"/>
          <p:cNvSpPr/>
          <p:nvPr/>
        </p:nvSpPr>
        <p:spPr>
          <a:xfrm>
            <a:off x="2926080" y="3886200"/>
            <a:ext cx="2651760" cy="292608"/>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Concept-centric view</a:t>
            </a:r>
            <a:endParaRPr lang="en-US" sz="1300"/>
          </a:p>
        </p:txBody>
      </p:sp>
      <p:sp>
        <p:nvSpPr>
          <p:cNvPr id="60" name="Text 58"/>
          <p:cNvSpPr/>
          <p:nvPr/>
        </p:nvSpPr>
        <p:spPr>
          <a:xfrm>
            <a:off x="2926080" y="4206240"/>
            <a:ext cx="2651760" cy="274320"/>
          </a:xfrm>
          <a:prstGeom prst="rect">
            <a:avLst/>
          </a:prstGeom>
          <a:noFill/>
          <a:ln/>
        </p:spPr>
        <p:txBody>
          <a:bodyPr wrap="square" lIns="0" tIns="0" rIns="0" bIns="0" rtlCol="0" anchor="ctr"/>
          <a:lstStyle/>
          <a:p>
            <a:pPr marL="0" indent="0">
              <a:buNone/>
            </a:pPr>
            <a:r>
              <a:rPr lang="en-US" sz="900">
                <a:solidFill>
                  <a:srgbClr val="1E293B"/>
                </a:solidFill>
              </a:rPr>
              <a:t>See which sources cover each canonical concept</a:t>
            </a:r>
            <a:endParaRPr lang="en-US" sz="900"/>
          </a:p>
        </p:txBody>
      </p:sp>
      <p:sp>
        <p:nvSpPr>
          <p:cNvPr id="61" name="Text 59"/>
          <p:cNvSpPr/>
          <p:nvPr/>
        </p:nvSpPr>
        <p:spPr>
          <a:xfrm>
            <a:off x="2926080" y="4434840"/>
            <a:ext cx="2651760" cy="228600"/>
          </a:xfrm>
          <a:prstGeom prst="rect">
            <a:avLst/>
          </a:prstGeom>
          <a:noFill/>
          <a:ln/>
        </p:spPr>
        <p:txBody>
          <a:bodyPr wrap="square" lIns="0" tIns="0" rIns="0" bIns="0" rtlCol="0" anchor="ctr"/>
          <a:lstStyle/>
          <a:p>
            <a:pPr marL="0" indent="0">
              <a:buNone/>
            </a:pPr>
            <a:r>
              <a:rPr lang="en-US" sz="900" i="1">
                <a:solidFill>
                  <a:srgbClr val="028090"/>
                </a:solidFill>
              </a:rPr>
              <a:t>Best for: EA</a:t>
            </a:r>
            <a:endParaRPr lang="en-US" sz="900"/>
          </a:p>
        </p:txBody>
      </p:sp>
      <p:sp>
        <p:nvSpPr>
          <p:cNvPr id="62" name="Shape 60"/>
          <p:cNvSpPr/>
          <p:nvPr/>
        </p:nvSpPr>
        <p:spPr>
          <a:xfrm>
            <a:off x="5897880" y="3108960"/>
            <a:ext cx="3017520" cy="1554480"/>
          </a:xfrm>
          <a:prstGeom prst="rect">
            <a:avLst/>
          </a:prstGeom>
          <a:solidFill>
            <a:srgbClr val="FFFFFF"/>
          </a:solidFill>
          <a:ln w="9525">
            <a:solidFill>
              <a:srgbClr val="D8D3C7"/>
            </a:solidFill>
            <a:prstDash val="solid"/>
          </a:ln>
        </p:spPr>
        <p:txBody>
          <a:bodyPr/>
          <a:lstStyle/>
          <a:p>
            <a:endParaRPr lang="en-US"/>
          </a:p>
        </p:txBody>
      </p:sp>
      <p:sp>
        <p:nvSpPr>
          <p:cNvPr id="63" name="Shape 61"/>
          <p:cNvSpPr/>
          <p:nvPr/>
        </p:nvSpPr>
        <p:spPr>
          <a:xfrm>
            <a:off x="5897880" y="3108960"/>
            <a:ext cx="73152" cy="1554480"/>
          </a:xfrm>
          <a:prstGeom prst="rect">
            <a:avLst/>
          </a:prstGeom>
          <a:solidFill>
            <a:srgbClr val="F2A65A"/>
          </a:solidFill>
          <a:ln w="12700">
            <a:solidFill>
              <a:srgbClr val="F2A65A"/>
            </a:solidFill>
            <a:prstDash val="solid"/>
          </a:ln>
        </p:spPr>
        <p:txBody>
          <a:bodyPr/>
          <a:lstStyle/>
          <a:p>
            <a:endParaRPr lang="en-US"/>
          </a:p>
        </p:txBody>
      </p:sp>
      <p:sp>
        <p:nvSpPr>
          <p:cNvPr id="64" name="Shape 62"/>
          <p:cNvSpPr/>
          <p:nvPr/>
        </p:nvSpPr>
        <p:spPr>
          <a:xfrm>
            <a:off x="6080760" y="3273552"/>
            <a:ext cx="2651760" cy="164592"/>
          </a:xfrm>
          <a:prstGeom prst="rect">
            <a:avLst/>
          </a:prstGeom>
          <a:solidFill>
            <a:srgbClr val="F2A65A"/>
          </a:solidFill>
          <a:ln w="12700">
            <a:solidFill>
              <a:srgbClr val="F2A65A"/>
            </a:solidFill>
            <a:prstDash val="solid"/>
          </a:ln>
        </p:spPr>
        <p:txBody>
          <a:bodyPr/>
          <a:lstStyle/>
          <a:p>
            <a:endParaRPr lang="en-US"/>
          </a:p>
        </p:txBody>
      </p:sp>
      <p:sp>
        <p:nvSpPr>
          <p:cNvPr id="65" name="Shape 63"/>
          <p:cNvSpPr/>
          <p:nvPr/>
        </p:nvSpPr>
        <p:spPr>
          <a:xfrm>
            <a:off x="6080760" y="3493008"/>
            <a:ext cx="2651760" cy="73152"/>
          </a:xfrm>
          <a:prstGeom prst="rect">
            <a:avLst/>
          </a:prstGeom>
          <a:solidFill>
            <a:srgbClr val="EFEAD8"/>
          </a:solidFill>
          <a:ln w="12700">
            <a:solidFill>
              <a:srgbClr val="EFEAD8"/>
            </a:solidFill>
            <a:prstDash val="solid"/>
          </a:ln>
        </p:spPr>
        <p:txBody>
          <a:bodyPr/>
          <a:lstStyle/>
          <a:p>
            <a:endParaRPr lang="en-US"/>
          </a:p>
        </p:txBody>
      </p:sp>
      <p:sp>
        <p:nvSpPr>
          <p:cNvPr id="66" name="Shape 64"/>
          <p:cNvSpPr/>
          <p:nvPr/>
        </p:nvSpPr>
        <p:spPr>
          <a:xfrm>
            <a:off x="6080760" y="3611880"/>
            <a:ext cx="2651760" cy="73152"/>
          </a:xfrm>
          <a:prstGeom prst="rect">
            <a:avLst/>
          </a:prstGeom>
          <a:solidFill>
            <a:srgbClr val="EFEAD8"/>
          </a:solidFill>
          <a:ln w="12700">
            <a:solidFill>
              <a:srgbClr val="EFEAD8"/>
            </a:solidFill>
            <a:prstDash val="solid"/>
          </a:ln>
        </p:spPr>
        <p:txBody>
          <a:bodyPr/>
          <a:lstStyle/>
          <a:p>
            <a:endParaRPr lang="en-US"/>
          </a:p>
        </p:txBody>
      </p:sp>
      <p:sp>
        <p:nvSpPr>
          <p:cNvPr id="67" name="Shape 65"/>
          <p:cNvSpPr/>
          <p:nvPr/>
        </p:nvSpPr>
        <p:spPr>
          <a:xfrm>
            <a:off x="6080760" y="3730752"/>
            <a:ext cx="2651760" cy="73152"/>
          </a:xfrm>
          <a:prstGeom prst="rect">
            <a:avLst/>
          </a:prstGeom>
          <a:solidFill>
            <a:srgbClr val="EFEAD8"/>
          </a:solidFill>
          <a:ln w="12700">
            <a:solidFill>
              <a:srgbClr val="EFEAD8"/>
            </a:solidFill>
            <a:prstDash val="solid"/>
          </a:ln>
        </p:spPr>
        <p:txBody>
          <a:bodyPr/>
          <a:lstStyle/>
          <a:p>
            <a:endParaRPr lang="en-US"/>
          </a:p>
        </p:txBody>
      </p:sp>
      <p:sp>
        <p:nvSpPr>
          <p:cNvPr id="68" name="Text 66"/>
          <p:cNvSpPr/>
          <p:nvPr/>
        </p:nvSpPr>
        <p:spPr>
          <a:xfrm>
            <a:off x="6080760" y="3886200"/>
            <a:ext cx="2651760" cy="292608"/>
          </a:xfrm>
          <a:prstGeom prst="rect">
            <a:avLst/>
          </a:prstGeom>
          <a:noFill/>
          <a:ln/>
        </p:spPr>
        <p:txBody>
          <a:bodyPr wrap="square" lIns="0" tIns="0" rIns="0" bIns="0" rtlCol="0" anchor="ctr"/>
          <a:lstStyle/>
          <a:p>
            <a:pPr marL="0" indent="0">
              <a:buNone/>
            </a:pPr>
            <a:r>
              <a:rPr lang="en-US" sz="1300" b="1">
                <a:solidFill>
                  <a:srgbClr val="0F2A47"/>
                </a:solidFill>
                <a:latin typeface="Cambria" pitchFamily="34" charset="0"/>
                <a:ea typeface="Cambria" pitchFamily="34" charset="-122"/>
                <a:cs typeface="Cambria" pitchFamily="34" charset="-120"/>
              </a:rPr>
              <a:t>Source→Target matrix</a:t>
            </a:r>
            <a:endParaRPr lang="en-US" sz="1300"/>
          </a:p>
        </p:txBody>
      </p:sp>
      <p:sp>
        <p:nvSpPr>
          <p:cNvPr id="69" name="Text 67"/>
          <p:cNvSpPr/>
          <p:nvPr/>
        </p:nvSpPr>
        <p:spPr>
          <a:xfrm>
            <a:off x="6080760" y="4206240"/>
            <a:ext cx="2651760" cy="274320"/>
          </a:xfrm>
          <a:prstGeom prst="rect">
            <a:avLst/>
          </a:prstGeom>
          <a:noFill/>
          <a:ln/>
        </p:spPr>
        <p:txBody>
          <a:bodyPr wrap="square" lIns="0" tIns="0" rIns="0" bIns="0" rtlCol="0" anchor="ctr"/>
          <a:lstStyle/>
          <a:p>
            <a:pPr marL="0" indent="0">
              <a:buNone/>
            </a:pPr>
            <a:r>
              <a:rPr lang="en-US" sz="900">
                <a:solidFill>
                  <a:srgbClr val="1E293B"/>
                </a:solidFill>
              </a:rPr>
              <a:t>Read the integration landscape at a glance</a:t>
            </a:r>
            <a:endParaRPr lang="en-US" sz="900"/>
          </a:p>
        </p:txBody>
      </p:sp>
      <p:sp>
        <p:nvSpPr>
          <p:cNvPr id="70" name="Text 68"/>
          <p:cNvSpPr/>
          <p:nvPr/>
        </p:nvSpPr>
        <p:spPr>
          <a:xfrm>
            <a:off x="6080760" y="4434840"/>
            <a:ext cx="2651760" cy="228600"/>
          </a:xfrm>
          <a:prstGeom prst="rect">
            <a:avLst/>
          </a:prstGeom>
          <a:noFill/>
          <a:ln/>
        </p:spPr>
        <p:txBody>
          <a:bodyPr wrap="square" lIns="0" tIns="0" rIns="0" bIns="0" rtlCol="0" anchor="ctr"/>
          <a:lstStyle/>
          <a:p>
            <a:pPr marL="0" indent="0">
              <a:buNone/>
            </a:pPr>
            <a:r>
              <a:rPr lang="en-US" sz="900" i="1">
                <a:solidFill>
                  <a:srgbClr val="F2A65A"/>
                </a:solidFill>
              </a:rPr>
              <a:t>Best for: Architect</a:t>
            </a:r>
            <a:endParaRPr lang="en-US" sz="900"/>
          </a:p>
        </p:txBody>
      </p:sp>
      <p:sp>
        <p:nvSpPr>
          <p:cNvPr id="71" name="Shape 69"/>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72" name="Text 70"/>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73" name="Text 71"/>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7 / 12</a:t>
            </a:r>
            <a:endParaRPr lang="en-US" sz="9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1">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200" b="1">
                <a:solidFill>
                  <a:srgbClr val="FFFFFF"/>
                </a:solidFill>
                <a:latin typeface="Cambria" pitchFamily="34" charset="0"/>
                <a:ea typeface="Cambria" pitchFamily="34" charset="-122"/>
                <a:cs typeface="Cambria" pitchFamily="34" charset="-120"/>
              </a:rPr>
              <a:t>Where Semantra Plugs Into the MDM Lifecycle</a:t>
            </a:r>
            <a:endParaRPr lang="en-US" sz="22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From source onboarding to the golden record — and the catalog above it</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274320" y="1508760"/>
            <a:ext cx="1371600" cy="5029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20040" y="1508760"/>
            <a:ext cx="1280160" cy="502920"/>
          </a:xfrm>
          <a:prstGeom prst="rect">
            <a:avLst/>
          </a:prstGeom>
          <a:noFill/>
          <a:ln/>
        </p:spPr>
        <p:txBody>
          <a:bodyPr wrap="square" lIns="0" tIns="0" rIns="0" bIns="0" rtlCol="0" anchor="ctr"/>
          <a:lstStyle/>
          <a:p>
            <a:pPr marL="0" indent="0" algn="ctr">
              <a:buNone/>
            </a:pPr>
            <a:r>
              <a:rPr lang="en-US" sz="1000" b="1">
                <a:solidFill>
                  <a:srgbClr val="FFFFFF"/>
                </a:solidFill>
              </a:rPr>
              <a:t>Source onboarding</a:t>
            </a:r>
            <a:endParaRPr lang="en-US" sz="1000"/>
          </a:p>
        </p:txBody>
      </p:sp>
      <p:sp>
        <p:nvSpPr>
          <p:cNvPr id="9" name="Text 7"/>
          <p:cNvSpPr/>
          <p:nvPr/>
        </p:nvSpPr>
        <p:spPr>
          <a:xfrm>
            <a:off x="1554480" y="1508760"/>
            <a:ext cx="182880" cy="502920"/>
          </a:xfrm>
          <a:prstGeom prst="rect">
            <a:avLst/>
          </a:prstGeom>
          <a:noFill/>
          <a:ln/>
        </p:spPr>
        <p:txBody>
          <a:bodyPr wrap="square" lIns="0" tIns="0" rIns="0" bIns="0" rtlCol="0" anchor="ctr"/>
          <a:lstStyle/>
          <a:p>
            <a:pPr marL="0" indent="0" algn="ctr">
              <a:buNone/>
            </a:pPr>
            <a:r>
              <a:rPr lang="en-US" sz="1400">
                <a:solidFill>
                  <a:srgbClr val="00A896"/>
                </a:solidFill>
              </a:rPr>
              <a:t>▸</a:t>
            </a:r>
            <a:endParaRPr lang="en-US" sz="1400"/>
          </a:p>
        </p:txBody>
      </p:sp>
      <p:sp>
        <p:nvSpPr>
          <p:cNvPr id="10" name="Shape 8"/>
          <p:cNvSpPr/>
          <p:nvPr/>
        </p:nvSpPr>
        <p:spPr>
          <a:xfrm>
            <a:off x="1691640" y="1508760"/>
            <a:ext cx="1371600" cy="502920"/>
          </a:xfrm>
          <a:prstGeom prst="rect">
            <a:avLst/>
          </a:prstGeom>
          <a:solidFill>
            <a:srgbClr val="0F2A47"/>
          </a:solidFill>
          <a:ln w="12700">
            <a:solidFill>
              <a:srgbClr val="0F2A47"/>
            </a:solidFill>
            <a:prstDash val="solid"/>
          </a:ln>
        </p:spPr>
        <p:txBody>
          <a:bodyPr/>
          <a:lstStyle/>
          <a:p>
            <a:endParaRPr lang="en-US"/>
          </a:p>
        </p:txBody>
      </p:sp>
      <p:sp>
        <p:nvSpPr>
          <p:cNvPr id="11" name="Text 9"/>
          <p:cNvSpPr/>
          <p:nvPr/>
        </p:nvSpPr>
        <p:spPr>
          <a:xfrm>
            <a:off x="1737360" y="1508760"/>
            <a:ext cx="1280160" cy="502920"/>
          </a:xfrm>
          <a:prstGeom prst="rect">
            <a:avLst/>
          </a:prstGeom>
          <a:noFill/>
          <a:ln/>
        </p:spPr>
        <p:txBody>
          <a:bodyPr wrap="square" lIns="0" tIns="0" rIns="0" bIns="0" rtlCol="0" anchor="ctr"/>
          <a:lstStyle/>
          <a:p>
            <a:pPr marL="0" indent="0" algn="ctr">
              <a:buNone/>
            </a:pPr>
            <a:r>
              <a:rPr lang="en-US" sz="1000" b="1">
                <a:solidFill>
                  <a:srgbClr val="FFFFFF"/>
                </a:solidFill>
              </a:rPr>
              <a:t>Profile &amp; inspect</a:t>
            </a:r>
            <a:endParaRPr lang="en-US" sz="1000"/>
          </a:p>
        </p:txBody>
      </p:sp>
      <p:sp>
        <p:nvSpPr>
          <p:cNvPr id="12" name="Text 10"/>
          <p:cNvSpPr/>
          <p:nvPr/>
        </p:nvSpPr>
        <p:spPr>
          <a:xfrm>
            <a:off x="2971800" y="1508760"/>
            <a:ext cx="182880" cy="502920"/>
          </a:xfrm>
          <a:prstGeom prst="rect">
            <a:avLst/>
          </a:prstGeom>
          <a:noFill/>
          <a:ln/>
        </p:spPr>
        <p:txBody>
          <a:bodyPr wrap="square" lIns="0" tIns="0" rIns="0" bIns="0" rtlCol="0" anchor="ctr"/>
          <a:lstStyle/>
          <a:p>
            <a:pPr marL="0" indent="0" algn="ctr">
              <a:buNone/>
            </a:pPr>
            <a:r>
              <a:rPr lang="en-US" sz="1400">
                <a:solidFill>
                  <a:srgbClr val="00A896"/>
                </a:solidFill>
              </a:rPr>
              <a:t>▸</a:t>
            </a:r>
            <a:endParaRPr lang="en-US" sz="1400"/>
          </a:p>
        </p:txBody>
      </p:sp>
      <p:sp>
        <p:nvSpPr>
          <p:cNvPr id="13" name="Shape 11"/>
          <p:cNvSpPr/>
          <p:nvPr/>
        </p:nvSpPr>
        <p:spPr>
          <a:xfrm>
            <a:off x="3108960" y="1508760"/>
            <a:ext cx="1371600" cy="502920"/>
          </a:xfrm>
          <a:prstGeom prst="rect">
            <a:avLst/>
          </a:prstGeom>
          <a:solidFill>
            <a:srgbClr val="0F2A47"/>
          </a:solidFill>
          <a:ln w="12700">
            <a:solidFill>
              <a:srgbClr val="0F2A47"/>
            </a:solidFill>
            <a:prstDash val="solid"/>
          </a:ln>
        </p:spPr>
        <p:txBody>
          <a:bodyPr/>
          <a:lstStyle/>
          <a:p>
            <a:endParaRPr lang="en-US"/>
          </a:p>
        </p:txBody>
      </p:sp>
      <p:sp>
        <p:nvSpPr>
          <p:cNvPr id="14" name="Text 12"/>
          <p:cNvSpPr/>
          <p:nvPr/>
        </p:nvSpPr>
        <p:spPr>
          <a:xfrm>
            <a:off x="3154680" y="1508760"/>
            <a:ext cx="1280160" cy="502920"/>
          </a:xfrm>
          <a:prstGeom prst="rect">
            <a:avLst/>
          </a:prstGeom>
          <a:noFill/>
          <a:ln/>
        </p:spPr>
        <p:txBody>
          <a:bodyPr wrap="square" lIns="0" tIns="0" rIns="0" bIns="0" rtlCol="0" anchor="ctr"/>
          <a:lstStyle/>
          <a:p>
            <a:pPr marL="0" indent="0" algn="ctr">
              <a:buNone/>
            </a:pPr>
            <a:r>
              <a:rPr lang="en-US" sz="1000" b="1">
                <a:solidFill>
                  <a:srgbClr val="FFFFFF"/>
                </a:solidFill>
              </a:rPr>
              <a:t>Canonical alignment</a:t>
            </a:r>
            <a:endParaRPr lang="en-US" sz="1000"/>
          </a:p>
        </p:txBody>
      </p:sp>
      <p:sp>
        <p:nvSpPr>
          <p:cNvPr id="15" name="Text 13"/>
          <p:cNvSpPr/>
          <p:nvPr/>
        </p:nvSpPr>
        <p:spPr>
          <a:xfrm>
            <a:off x="4389120" y="1508760"/>
            <a:ext cx="182880" cy="502920"/>
          </a:xfrm>
          <a:prstGeom prst="rect">
            <a:avLst/>
          </a:prstGeom>
          <a:noFill/>
          <a:ln/>
        </p:spPr>
        <p:txBody>
          <a:bodyPr wrap="square" lIns="0" tIns="0" rIns="0" bIns="0" rtlCol="0" anchor="ctr"/>
          <a:lstStyle/>
          <a:p>
            <a:pPr marL="0" indent="0" algn="ctr">
              <a:buNone/>
            </a:pPr>
            <a:r>
              <a:rPr lang="en-US" sz="1400">
                <a:solidFill>
                  <a:srgbClr val="00A896"/>
                </a:solidFill>
              </a:rPr>
              <a:t>▸</a:t>
            </a:r>
            <a:endParaRPr lang="en-US" sz="1400"/>
          </a:p>
        </p:txBody>
      </p:sp>
      <p:sp>
        <p:nvSpPr>
          <p:cNvPr id="16" name="Shape 14"/>
          <p:cNvSpPr/>
          <p:nvPr/>
        </p:nvSpPr>
        <p:spPr>
          <a:xfrm>
            <a:off x="4526280" y="1508760"/>
            <a:ext cx="1371600" cy="502920"/>
          </a:xfrm>
          <a:prstGeom prst="rect">
            <a:avLst/>
          </a:prstGeom>
          <a:solidFill>
            <a:srgbClr val="0F2A47"/>
          </a:solidFill>
          <a:ln w="12700">
            <a:solidFill>
              <a:srgbClr val="0F2A47"/>
            </a:solidFill>
            <a:prstDash val="solid"/>
          </a:ln>
        </p:spPr>
        <p:txBody>
          <a:bodyPr/>
          <a:lstStyle/>
          <a:p>
            <a:endParaRPr lang="en-US"/>
          </a:p>
        </p:txBody>
      </p:sp>
      <p:sp>
        <p:nvSpPr>
          <p:cNvPr id="17" name="Text 15"/>
          <p:cNvSpPr/>
          <p:nvPr/>
        </p:nvSpPr>
        <p:spPr>
          <a:xfrm>
            <a:off x="4572000" y="1508760"/>
            <a:ext cx="1280160" cy="502920"/>
          </a:xfrm>
          <a:prstGeom prst="rect">
            <a:avLst/>
          </a:prstGeom>
          <a:noFill/>
          <a:ln/>
        </p:spPr>
        <p:txBody>
          <a:bodyPr wrap="square" lIns="0" tIns="0" rIns="0" bIns="0" rtlCol="0" anchor="ctr"/>
          <a:lstStyle/>
          <a:p>
            <a:pPr marL="0" indent="0" algn="ctr">
              <a:buNone/>
            </a:pPr>
            <a:r>
              <a:rPr lang="en-US" sz="1000" b="1">
                <a:solidFill>
                  <a:srgbClr val="FFFFFF"/>
                </a:solidFill>
              </a:rPr>
              <a:t>Match &amp; merge config</a:t>
            </a:r>
            <a:endParaRPr lang="en-US" sz="1000"/>
          </a:p>
        </p:txBody>
      </p:sp>
      <p:sp>
        <p:nvSpPr>
          <p:cNvPr id="18" name="Text 16"/>
          <p:cNvSpPr/>
          <p:nvPr/>
        </p:nvSpPr>
        <p:spPr>
          <a:xfrm>
            <a:off x="5806440" y="1508760"/>
            <a:ext cx="182880" cy="502920"/>
          </a:xfrm>
          <a:prstGeom prst="rect">
            <a:avLst/>
          </a:prstGeom>
          <a:noFill/>
          <a:ln/>
        </p:spPr>
        <p:txBody>
          <a:bodyPr wrap="square" lIns="0" tIns="0" rIns="0" bIns="0" rtlCol="0" anchor="ctr"/>
          <a:lstStyle/>
          <a:p>
            <a:pPr marL="0" indent="0" algn="ctr">
              <a:buNone/>
            </a:pPr>
            <a:r>
              <a:rPr lang="en-US" sz="1400">
                <a:solidFill>
                  <a:srgbClr val="00A896"/>
                </a:solidFill>
              </a:rPr>
              <a:t>▸</a:t>
            </a:r>
            <a:endParaRPr lang="en-US" sz="1400"/>
          </a:p>
        </p:txBody>
      </p:sp>
      <p:sp>
        <p:nvSpPr>
          <p:cNvPr id="19" name="Shape 17"/>
          <p:cNvSpPr/>
          <p:nvPr/>
        </p:nvSpPr>
        <p:spPr>
          <a:xfrm>
            <a:off x="5943600" y="1508760"/>
            <a:ext cx="1371600" cy="502920"/>
          </a:xfrm>
          <a:prstGeom prst="rect">
            <a:avLst/>
          </a:prstGeom>
          <a:solidFill>
            <a:srgbClr val="0F2A47"/>
          </a:solidFill>
          <a:ln w="12700">
            <a:solidFill>
              <a:srgbClr val="0F2A47"/>
            </a:solidFill>
            <a:prstDash val="solid"/>
          </a:ln>
        </p:spPr>
        <p:txBody>
          <a:bodyPr/>
          <a:lstStyle/>
          <a:p>
            <a:endParaRPr lang="en-US"/>
          </a:p>
        </p:txBody>
      </p:sp>
      <p:sp>
        <p:nvSpPr>
          <p:cNvPr id="20" name="Text 18"/>
          <p:cNvSpPr/>
          <p:nvPr/>
        </p:nvSpPr>
        <p:spPr>
          <a:xfrm>
            <a:off x="5989320" y="1508760"/>
            <a:ext cx="1280160" cy="502920"/>
          </a:xfrm>
          <a:prstGeom prst="rect">
            <a:avLst/>
          </a:prstGeom>
          <a:noFill/>
          <a:ln/>
        </p:spPr>
        <p:txBody>
          <a:bodyPr wrap="square" lIns="0" tIns="0" rIns="0" bIns="0" rtlCol="0" anchor="ctr"/>
          <a:lstStyle/>
          <a:p>
            <a:pPr marL="0" indent="0" algn="ctr">
              <a:buNone/>
            </a:pPr>
            <a:r>
              <a:rPr lang="en-US" sz="1000" b="1">
                <a:solidFill>
                  <a:srgbClr val="FFFFFF"/>
                </a:solidFill>
              </a:rPr>
              <a:t>Stewardship &amp; DQ</a:t>
            </a:r>
            <a:endParaRPr lang="en-US" sz="1000"/>
          </a:p>
        </p:txBody>
      </p:sp>
      <p:sp>
        <p:nvSpPr>
          <p:cNvPr id="21" name="Text 19"/>
          <p:cNvSpPr/>
          <p:nvPr/>
        </p:nvSpPr>
        <p:spPr>
          <a:xfrm>
            <a:off x="7223760" y="1508760"/>
            <a:ext cx="182880" cy="502920"/>
          </a:xfrm>
          <a:prstGeom prst="rect">
            <a:avLst/>
          </a:prstGeom>
          <a:noFill/>
          <a:ln/>
        </p:spPr>
        <p:txBody>
          <a:bodyPr wrap="square" lIns="0" tIns="0" rIns="0" bIns="0" rtlCol="0" anchor="ctr"/>
          <a:lstStyle/>
          <a:p>
            <a:pPr marL="0" indent="0" algn="ctr">
              <a:buNone/>
            </a:pPr>
            <a:r>
              <a:rPr lang="en-US" sz="1400">
                <a:solidFill>
                  <a:srgbClr val="00A896"/>
                </a:solidFill>
              </a:rPr>
              <a:t>▸</a:t>
            </a:r>
            <a:endParaRPr lang="en-US" sz="1400"/>
          </a:p>
        </p:txBody>
      </p:sp>
      <p:sp>
        <p:nvSpPr>
          <p:cNvPr id="22" name="Shape 20"/>
          <p:cNvSpPr/>
          <p:nvPr/>
        </p:nvSpPr>
        <p:spPr>
          <a:xfrm>
            <a:off x="7360920" y="1508760"/>
            <a:ext cx="1371600" cy="502920"/>
          </a:xfrm>
          <a:prstGeom prst="rect">
            <a:avLst/>
          </a:prstGeom>
          <a:solidFill>
            <a:srgbClr val="0F2A47"/>
          </a:solidFill>
          <a:ln w="12700">
            <a:solidFill>
              <a:srgbClr val="0F2A47"/>
            </a:solidFill>
            <a:prstDash val="solid"/>
          </a:ln>
        </p:spPr>
        <p:txBody>
          <a:bodyPr/>
          <a:lstStyle/>
          <a:p>
            <a:endParaRPr lang="en-US"/>
          </a:p>
        </p:txBody>
      </p:sp>
      <p:sp>
        <p:nvSpPr>
          <p:cNvPr id="23" name="Text 21"/>
          <p:cNvSpPr/>
          <p:nvPr/>
        </p:nvSpPr>
        <p:spPr>
          <a:xfrm>
            <a:off x="7406640" y="1508760"/>
            <a:ext cx="1280160" cy="502920"/>
          </a:xfrm>
          <a:prstGeom prst="rect">
            <a:avLst/>
          </a:prstGeom>
          <a:noFill/>
          <a:ln/>
        </p:spPr>
        <p:txBody>
          <a:bodyPr wrap="square" lIns="0" tIns="0" rIns="0" bIns="0" rtlCol="0" anchor="ctr"/>
          <a:lstStyle/>
          <a:p>
            <a:pPr marL="0" indent="0" algn="ctr">
              <a:buNone/>
            </a:pPr>
            <a:r>
              <a:rPr lang="en-US" sz="1000" b="1">
                <a:solidFill>
                  <a:srgbClr val="FFFFFF"/>
                </a:solidFill>
              </a:rPr>
              <a:t>Golden record + EA view</a:t>
            </a:r>
            <a:endParaRPr lang="en-US" sz="1000"/>
          </a:p>
        </p:txBody>
      </p:sp>
      <p:sp>
        <p:nvSpPr>
          <p:cNvPr id="24" name="Text 22"/>
          <p:cNvSpPr/>
          <p:nvPr/>
        </p:nvSpPr>
        <p:spPr>
          <a:xfrm>
            <a:off x="274320" y="1234440"/>
            <a:ext cx="3657600" cy="228600"/>
          </a:xfrm>
          <a:prstGeom prst="rect">
            <a:avLst/>
          </a:prstGeom>
          <a:noFill/>
          <a:ln/>
        </p:spPr>
        <p:txBody>
          <a:bodyPr wrap="square" lIns="0" tIns="0" rIns="0" bIns="0" rtlCol="0" anchor="ctr"/>
          <a:lstStyle/>
          <a:p>
            <a:pPr marL="0" indent="0">
              <a:buNone/>
            </a:pPr>
            <a:r>
              <a:rPr lang="en-US" sz="1000" kern="0" spc="200">
                <a:solidFill>
                  <a:srgbClr val="64748B"/>
                </a:solidFill>
              </a:rPr>
              <a:t>MDM lifecycle</a:t>
            </a:r>
            <a:endParaRPr lang="en-US" sz="1000"/>
          </a:p>
        </p:txBody>
      </p:sp>
      <p:sp>
        <p:nvSpPr>
          <p:cNvPr id="25" name="Text 23"/>
          <p:cNvSpPr/>
          <p:nvPr/>
        </p:nvSpPr>
        <p:spPr>
          <a:xfrm>
            <a:off x="274320" y="2194560"/>
            <a:ext cx="3657600" cy="228600"/>
          </a:xfrm>
          <a:prstGeom prst="rect">
            <a:avLst/>
          </a:prstGeom>
          <a:noFill/>
          <a:ln/>
        </p:spPr>
        <p:txBody>
          <a:bodyPr wrap="square" lIns="0" tIns="0" rIns="0" bIns="0" rtlCol="0" anchor="ctr"/>
          <a:lstStyle/>
          <a:p>
            <a:pPr marL="0" indent="0">
              <a:buNone/>
            </a:pPr>
            <a:r>
              <a:rPr lang="en-US" sz="1000" kern="0" spc="200">
                <a:solidFill>
                  <a:srgbClr val="028090"/>
                </a:solidFill>
              </a:rPr>
              <a:t>Semantra contribution</a:t>
            </a:r>
            <a:endParaRPr lang="en-US" sz="1000"/>
          </a:p>
        </p:txBody>
      </p:sp>
      <p:sp>
        <p:nvSpPr>
          <p:cNvPr id="26" name="Shape 24"/>
          <p:cNvSpPr/>
          <p:nvPr/>
        </p:nvSpPr>
        <p:spPr>
          <a:xfrm>
            <a:off x="960120" y="2011680"/>
            <a:ext cx="0" cy="457200"/>
          </a:xfrm>
          <a:prstGeom prst="line">
            <a:avLst/>
          </a:prstGeom>
          <a:noFill/>
          <a:ln w="12700">
            <a:solidFill>
              <a:srgbClr val="00A896"/>
            </a:solidFill>
            <a:prstDash val="solid"/>
            <a:tailEnd type="triangle"/>
          </a:ln>
        </p:spPr>
        <p:txBody>
          <a:bodyPr/>
          <a:lstStyle/>
          <a:p>
            <a:endParaRPr lang="en-US"/>
          </a:p>
        </p:txBody>
      </p:sp>
      <p:sp>
        <p:nvSpPr>
          <p:cNvPr id="27" name="Shape 25"/>
          <p:cNvSpPr/>
          <p:nvPr/>
        </p:nvSpPr>
        <p:spPr>
          <a:xfrm>
            <a:off x="274320" y="2468880"/>
            <a:ext cx="1371600" cy="1280160"/>
          </a:xfrm>
          <a:prstGeom prst="rect">
            <a:avLst/>
          </a:prstGeom>
          <a:solidFill>
            <a:srgbClr val="FFFFFF"/>
          </a:solidFill>
          <a:ln w="9525">
            <a:solidFill>
              <a:srgbClr val="D8D3C7"/>
            </a:solidFill>
            <a:prstDash val="solid"/>
          </a:ln>
        </p:spPr>
        <p:txBody>
          <a:bodyPr/>
          <a:lstStyle/>
          <a:p>
            <a:endParaRPr lang="en-US"/>
          </a:p>
        </p:txBody>
      </p:sp>
      <p:sp>
        <p:nvSpPr>
          <p:cNvPr id="28" name="Shape 26"/>
          <p:cNvSpPr/>
          <p:nvPr/>
        </p:nvSpPr>
        <p:spPr>
          <a:xfrm>
            <a:off x="274320" y="2468880"/>
            <a:ext cx="73152" cy="1280160"/>
          </a:xfrm>
          <a:prstGeom prst="rect">
            <a:avLst/>
          </a:prstGeom>
          <a:solidFill>
            <a:srgbClr val="00A896"/>
          </a:solidFill>
          <a:ln w="12700">
            <a:solidFill>
              <a:srgbClr val="00A896"/>
            </a:solidFill>
            <a:prstDash val="solid"/>
          </a:ln>
        </p:spPr>
        <p:txBody>
          <a:bodyPr/>
          <a:lstStyle/>
          <a:p>
            <a:endParaRPr lang="en-US"/>
          </a:p>
        </p:txBody>
      </p:sp>
      <p:sp>
        <p:nvSpPr>
          <p:cNvPr id="29" name="Text 27"/>
          <p:cNvSpPr/>
          <p:nvPr/>
        </p:nvSpPr>
        <p:spPr>
          <a:xfrm>
            <a:off x="365760" y="2606040"/>
            <a:ext cx="1188720" cy="1097280"/>
          </a:xfrm>
          <a:prstGeom prst="rect">
            <a:avLst/>
          </a:prstGeom>
          <a:noFill/>
          <a:ln/>
        </p:spPr>
        <p:txBody>
          <a:bodyPr wrap="square" lIns="0" tIns="0" rIns="0" bIns="0" rtlCol="0" anchor="t"/>
          <a:lstStyle/>
          <a:p>
            <a:pPr marL="0" indent="0">
              <a:buNone/>
            </a:pPr>
            <a:r>
              <a:rPr lang="en-US" sz="1000">
                <a:solidFill>
                  <a:srgbClr val="1E293B"/>
                </a:solidFill>
              </a:rPr>
              <a:t>Ingest CSV / JSON / SQL / schema specs</a:t>
            </a:r>
            <a:endParaRPr lang="en-US" sz="1000"/>
          </a:p>
        </p:txBody>
      </p:sp>
      <p:sp>
        <p:nvSpPr>
          <p:cNvPr id="30" name="Shape 28"/>
          <p:cNvSpPr/>
          <p:nvPr/>
        </p:nvSpPr>
        <p:spPr>
          <a:xfrm>
            <a:off x="2377440" y="2011680"/>
            <a:ext cx="0" cy="457200"/>
          </a:xfrm>
          <a:prstGeom prst="line">
            <a:avLst/>
          </a:prstGeom>
          <a:noFill/>
          <a:ln w="12700">
            <a:solidFill>
              <a:srgbClr val="00A896"/>
            </a:solidFill>
            <a:prstDash val="solid"/>
            <a:tailEnd type="triangle"/>
          </a:ln>
        </p:spPr>
        <p:txBody>
          <a:bodyPr/>
          <a:lstStyle/>
          <a:p>
            <a:endParaRPr lang="en-US"/>
          </a:p>
        </p:txBody>
      </p:sp>
      <p:sp>
        <p:nvSpPr>
          <p:cNvPr id="31" name="Shape 29"/>
          <p:cNvSpPr/>
          <p:nvPr/>
        </p:nvSpPr>
        <p:spPr>
          <a:xfrm>
            <a:off x="1691640" y="2468880"/>
            <a:ext cx="1371600" cy="1280160"/>
          </a:xfrm>
          <a:prstGeom prst="rect">
            <a:avLst/>
          </a:prstGeom>
          <a:solidFill>
            <a:srgbClr val="FFFFFF"/>
          </a:solidFill>
          <a:ln w="9525">
            <a:solidFill>
              <a:srgbClr val="D8D3C7"/>
            </a:solidFill>
            <a:prstDash val="solid"/>
          </a:ln>
        </p:spPr>
        <p:txBody>
          <a:bodyPr/>
          <a:lstStyle/>
          <a:p>
            <a:endParaRPr lang="en-US"/>
          </a:p>
        </p:txBody>
      </p:sp>
      <p:sp>
        <p:nvSpPr>
          <p:cNvPr id="32" name="Shape 30"/>
          <p:cNvSpPr/>
          <p:nvPr/>
        </p:nvSpPr>
        <p:spPr>
          <a:xfrm>
            <a:off x="1691640" y="2468880"/>
            <a:ext cx="73152" cy="1280160"/>
          </a:xfrm>
          <a:prstGeom prst="rect">
            <a:avLst/>
          </a:prstGeom>
          <a:solidFill>
            <a:srgbClr val="00A896"/>
          </a:solidFill>
          <a:ln w="12700">
            <a:solidFill>
              <a:srgbClr val="00A896"/>
            </a:solidFill>
            <a:prstDash val="solid"/>
          </a:ln>
        </p:spPr>
        <p:txBody>
          <a:bodyPr/>
          <a:lstStyle/>
          <a:p>
            <a:endParaRPr lang="en-US"/>
          </a:p>
        </p:txBody>
      </p:sp>
      <p:sp>
        <p:nvSpPr>
          <p:cNvPr id="33" name="Text 31"/>
          <p:cNvSpPr/>
          <p:nvPr/>
        </p:nvSpPr>
        <p:spPr>
          <a:xfrm>
            <a:off x="1783080" y="2606040"/>
            <a:ext cx="1188720" cy="1097280"/>
          </a:xfrm>
          <a:prstGeom prst="rect">
            <a:avLst/>
          </a:prstGeom>
          <a:noFill/>
          <a:ln/>
        </p:spPr>
        <p:txBody>
          <a:bodyPr wrap="square" lIns="0" tIns="0" rIns="0" bIns="0" rtlCol="0" anchor="t"/>
          <a:lstStyle/>
          <a:p>
            <a:pPr marL="0" indent="0">
              <a:buNone/>
            </a:pPr>
            <a:r>
              <a:rPr lang="en-US" sz="1000">
                <a:solidFill>
                  <a:srgbClr val="1E293B"/>
                </a:solidFill>
              </a:rPr>
              <a:t>SchemaProfile + multi-signal ranking</a:t>
            </a:r>
            <a:endParaRPr lang="en-US" sz="1000"/>
          </a:p>
        </p:txBody>
      </p:sp>
      <p:sp>
        <p:nvSpPr>
          <p:cNvPr id="34" name="Shape 32"/>
          <p:cNvSpPr/>
          <p:nvPr/>
        </p:nvSpPr>
        <p:spPr>
          <a:xfrm>
            <a:off x="3794760" y="2011680"/>
            <a:ext cx="0" cy="457200"/>
          </a:xfrm>
          <a:prstGeom prst="line">
            <a:avLst/>
          </a:prstGeom>
          <a:noFill/>
          <a:ln w="12700">
            <a:solidFill>
              <a:srgbClr val="00A896"/>
            </a:solidFill>
            <a:prstDash val="solid"/>
            <a:tailEnd type="triangle"/>
          </a:ln>
        </p:spPr>
        <p:txBody>
          <a:bodyPr/>
          <a:lstStyle/>
          <a:p>
            <a:endParaRPr lang="en-US"/>
          </a:p>
        </p:txBody>
      </p:sp>
      <p:sp>
        <p:nvSpPr>
          <p:cNvPr id="35" name="Shape 33"/>
          <p:cNvSpPr/>
          <p:nvPr/>
        </p:nvSpPr>
        <p:spPr>
          <a:xfrm>
            <a:off x="3108960" y="2468880"/>
            <a:ext cx="1371600" cy="1280160"/>
          </a:xfrm>
          <a:prstGeom prst="rect">
            <a:avLst/>
          </a:prstGeom>
          <a:solidFill>
            <a:srgbClr val="FFFFFF"/>
          </a:solidFill>
          <a:ln w="9525">
            <a:solidFill>
              <a:srgbClr val="D8D3C7"/>
            </a:solidFill>
            <a:prstDash val="solid"/>
          </a:ln>
        </p:spPr>
        <p:txBody>
          <a:bodyPr/>
          <a:lstStyle/>
          <a:p>
            <a:endParaRPr lang="en-US"/>
          </a:p>
        </p:txBody>
      </p:sp>
      <p:sp>
        <p:nvSpPr>
          <p:cNvPr id="36" name="Shape 34"/>
          <p:cNvSpPr/>
          <p:nvPr/>
        </p:nvSpPr>
        <p:spPr>
          <a:xfrm>
            <a:off x="3108960" y="2468880"/>
            <a:ext cx="73152" cy="1280160"/>
          </a:xfrm>
          <a:prstGeom prst="rect">
            <a:avLst/>
          </a:prstGeom>
          <a:solidFill>
            <a:srgbClr val="00A896"/>
          </a:solidFill>
          <a:ln w="12700">
            <a:solidFill>
              <a:srgbClr val="00A896"/>
            </a:solidFill>
            <a:prstDash val="solid"/>
          </a:ln>
        </p:spPr>
        <p:txBody>
          <a:bodyPr/>
          <a:lstStyle/>
          <a:p>
            <a:endParaRPr lang="en-US"/>
          </a:p>
        </p:txBody>
      </p:sp>
      <p:sp>
        <p:nvSpPr>
          <p:cNvPr id="37" name="Text 35"/>
          <p:cNvSpPr/>
          <p:nvPr/>
        </p:nvSpPr>
        <p:spPr>
          <a:xfrm>
            <a:off x="3200400" y="2606040"/>
            <a:ext cx="1188720" cy="1097280"/>
          </a:xfrm>
          <a:prstGeom prst="rect">
            <a:avLst/>
          </a:prstGeom>
          <a:noFill/>
          <a:ln/>
        </p:spPr>
        <p:txBody>
          <a:bodyPr wrap="square" lIns="0" tIns="0" rIns="0" bIns="0" rtlCol="0" anchor="t"/>
          <a:lstStyle/>
          <a:p>
            <a:pPr marL="0" indent="0">
              <a:buNone/>
            </a:pPr>
            <a:r>
              <a:rPr lang="en-US" sz="1000">
                <a:solidFill>
                  <a:srgbClr val="1E293B"/>
                </a:solidFill>
              </a:rPr>
              <a:t>Source → canonical concept mapping</a:t>
            </a:r>
            <a:endParaRPr lang="en-US" sz="1000"/>
          </a:p>
        </p:txBody>
      </p:sp>
      <p:sp>
        <p:nvSpPr>
          <p:cNvPr id="38" name="Shape 36"/>
          <p:cNvSpPr/>
          <p:nvPr/>
        </p:nvSpPr>
        <p:spPr>
          <a:xfrm>
            <a:off x="5212080" y="2011680"/>
            <a:ext cx="0" cy="457200"/>
          </a:xfrm>
          <a:prstGeom prst="line">
            <a:avLst/>
          </a:prstGeom>
          <a:noFill/>
          <a:ln w="12700">
            <a:solidFill>
              <a:srgbClr val="00A896"/>
            </a:solidFill>
            <a:prstDash val="solid"/>
            <a:tailEnd type="triangle"/>
          </a:ln>
        </p:spPr>
        <p:txBody>
          <a:bodyPr/>
          <a:lstStyle/>
          <a:p>
            <a:endParaRPr lang="en-US"/>
          </a:p>
        </p:txBody>
      </p:sp>
      <p:sp>
        <p:nvSpPr>
          <p:cNvPr id="39" name="Shape 37"/>
          <p:cNvSpPr/>
          <p:nvPr/>
        </p:nvSpPr>
        <p:spPr>
          <a:xfrm>
            <a:off x="4526280" y="2468880"/>
            <a:ext cx="1371600" cy="1280160"/>
          </a:xfrm>
          <a:prstGeom prst="rect">
            <a:avLst/>
          </a:prstGeom>
          <a:solidFill>
            <a:srgbClr val="FFFFFF"/>
          </a:solidFill>
          <a:ln w="9525">
            <a:solidFill>
              <a:srgbClr val="D8D3C7"/>
            </a:solidFill>
            <a:prstDash val="solid"/>
          </a:ln>
        </p:spPr>
        <p:txBody>
          <a:bodyPr/>
          <a:lstStyle/>
          <a:p>
            <a:endParaRPr lang="en-US"/>
          </a:p>
        </p:txBody>
      </p:sp>
      <p:sp>
        <p:nvSpPr>
          <p:cNvPr id="40" name="Shape 38"/>
          <p:cNvSpPr/>
          <p:nvPr/>
        </p:nvSpPr>
        <p:spPr>
          <a:xfrm>
            <a:off x="4526280" y="2468880"/>
            <a:ext cx="73152" cy="1280160"/>
          </a:xfrm>
          <a:prstGeom prst="rect">
            <a:avLst/>
          </a:prstGeom>
          <a:solidFill>
            <a:srgbClr val="00A896"/>
          </a:solidFill>
          <a:ln w="12700">
            <a:solidFill>
              <a:srgbClr val="00A896"/>
            </a:solidFill>
            <a:prstDash val="solid"/>
          </a:ln>
        </p:spPr>
        <p:txBody>
          <a:bodyPr/>
          <a:lstStyle/>
          <a:p>
            <a:endParaRPr lang="en-US"/>
          </a:p>
        </p:txBody>
      </p:sp>
      <p:sp>
        <p:nvSpPr>
          <p:cNvPr id="41" name="Text 39"/>
          <p:cNvSpPr/>
          <p:nvPr/>
        </p:nvSpPr>
        <p:spPr>
          <a:xfrm>
            <a:off x="4617720" y="2606040"/>
            <a:ext cx="1188720" cy="1097280"/>
          </a:xfrm>
          <a:prstGeom prst="rect">
            <a:avLst/>
          </a:prstGeom>
          <a:noFill/>
          <a:ln/>
        </p:spPr>
        <p:txBody>
          <a:bodyPr wrap="square" lIns="0" tIns="0" rIns="0" bIns="0" rtlCol="0" anchor="t"/>
          <a:lstStyle/>
          <a:p>
            <a:pPr marL="0" indent="0">
              <a:buNone/>
            </a:pPr>
            <a:r>
              <a:rPr lang="en-US" sz="1000">
                <a:solidFill>
                  <a:srgbClr val="1E293B"/>
                </a:solidFill>
              </a:rPr>
              <a:t>Reviewed pairs feed match keys</a:t>
            </a:r>
            <a:endParaRPr lang="en-US" sz="1000"/>
          </a:p>
        </p:txBody>
      </p:sp>
      <p:sp>
        <p:nvSpPr>
          <p:cNvPr id="42" name="Shape 40"/>
          <p:cNvSpPr/>
          <p:nvPr/>
        </p:nvSpPr>
        <p:spPr>
          <a:xfrm>
            <a:off x="6629400" y="2011680"/>
            <a:ext cx="0" cy="457200"/>
          </a:xfrm>
          <a:prstGeom prst="line">
            <a:avLst/>
          </a:prstGeom>
          <a:noFill/>
          <a:ln w="12700">
            <a:solidFill>
              <a:srgbClr val="00A896"/>
            </a:solidFill>
            <a:prstDash val="solid"/>
            <a:tailEnd type="triangle"/>
          </a:ln>
        </p:spPr>
        <p:txBody>
          <a:bodyPr/>
          <a:lstStyle/>
          <a:p>
            <a:endParaRPr lang="en-US"/>
          </a:p>
        </p:txBody>
      </p:sp>
      <p:sp>
        <p:nvSpPr>
          <p:cNvPr id="43" name="Shape 41"/>
          <p:cNvSpPr/>
          <p:nvPr/>
        </p:nvSpPr>
        <p:spPr>
          <a:xfrm>
            <a:off x="5943600" y="2468880"/>
            <a:ext cx="1371600" cy="1280160"/>
          </a:xfrm>
          <a:prstGeom prst="rect">
            <a:avLst/>
          </a:prstGeom>
          <a:solidFill>
            <a:srgbClr val="FFFFFF"/>
          </a:solidFill>
          <a:ln w="9525">
            <a:solidFill>
              <a:srgbClr val="D8D3C7"/>
            </a:solidFill>
            <a:prstDash val="solid"/>
          </a:ln>
        </p:spPr>
        <p:txBody>
          <a:bodyPr/>
          <a:lstStyle/>
          <a:p>
            <a:endParaRPr lang="en-US"/>
          </a:p>
        </p:txBody>
      </p:sp>
      <p:sp>
        <p:nvSpPr>
          <p:cNvPr id="44" name="Shape 42"/>
          <p:cNvSpPr/>
          <p:nvPr/>
        </p:nvSpPr>
        <p:spPr>
          <a:xfrm>
            <a:off x="5943600" y="2468880"/>
            <a:ext cx="73152" cy="1280160"/>
          </a:xfrm>
          <a:prstGeom prst="rect">
            <a:avLst/>
          </a:prstGeom>
          <a:solidFill>
            <a:srgbClr val="00A896"/>
          </a:solidFill>
          <a:ln w="12700">
            <a:solidFill>
              <a:srgbClr val="00A896"/>
            </a:solidFill>
            <a:prstDash val="solid"/>
          </a:ln>
        </p:spPr>
        <p:txBody>
          <a:bodyPr/>
          <a:lstStyle/>
          <a:p>
            <a:endParaRPr lang="en-US"/>
          </a:p>
        </p:txBody>
      </p:sp>
      <p:sp>
        <p:nvSpPr>
          <p:cNvPr id="45" name="Text 43"/>
          <p:cNvSpPr/>
          <p:nvPr/>
        </p:nvSpPr>
        <p:spPr>
          <a:xfrm>
            <a:off x="6035040" y="2606040"/>
            <a:ext cx="1188720" cy="1097280"/>
          </a:xfrm>
          <a:prstGeom prst="rect">
            <a:avLst/>
          </a:prstGeom>
          <a:noFill/>
          <a:ln/>
        </p:spPr>
        <p:txBody>
          <a:bodyPr wrap="square" lIns="0" tIns="0" rIns="0" bIns="0" rtlCol="0" anchor="t"/>
          <a:lstStyle/>
          <a:p>
            <a:pPr marL="0" indent="0">
              <a:buNone/>
            </a:pPr>
            <a:r>
              <a:rPr lang="en-US" sz="1000">
                <a:solidFill>
                  <a:srgbClr val="1E293B"/>
                </a:solidFill>
              </a:rPr>
              <a:t>Transformations + correction rules</a:t>
            </a:r>
            <a:endParaRPr lang="en-US" sz="1000"/>
          </a:p>
        </p:txBody>
      </p:sp>
      <p:sp>
        <p:nvSpPr>
          <p:cNvPr id="46" name="Shape 44"/>
          <p:cNvSpPr/>
          <p:nvPr/>
        </p:nvSpPr>
        <p:spPr>
          <a:xfrm>
            <a:off x="8046720" y="2011680"/>
            <a:ext cx="0" cy="457200"/>
          </a:xfrm>
          <a:prstGeom prst="line">
            <a:avLst/>
          </a:prstGeom>
          <a:noFill/>
          <a:ln w="12700">
            <a:solidFill>
              <a:srgbClr val="00A896"/>
            </a:solidFill>
            <a:prstDash val="solid"/>
            <a:tailEnd type="triangle"/>
          </a:ln>
        </p:spPr>
        <p:txBody>
          <a:bodyPr/>
          <a:lstStyle/>
          <a:p>
            <a:endParaRPr lang="en-US"/>
          </a:p>
        </p:txBody>
      </p:sp>
      <p:sp>
        <p:nvSpPr>
          <p:cNvPr id="47" name="Shape 45"/>
          <p:cNvSpPr/>
          <p:nvPr/>
        </p:nvSpPr>
        <p:spPr>
          <a:xfrm>
            <a:off x="7360920" y="2468880"/>
            <a:ext cx="1371600" cy="1280160"/>
          </a:xfrm>
          <a:prstGeom prst="rect">
            <a:avLst/>
          </a:prstGeom>
          <a:solidFill>
            <a:srgbClr val="FFFFFF"/>
          </a:solidFill>
          <a:ln w="9525">
            <a:solidFill>
              <a:srgbClr val="D8D3C7"/>
            </a:solidFill>
            <a:prstDash val="solid"/>
          </a:ln>
        </p:spPr>
        <p:txBody>
          <a:bodyPr/>
          <a:lstStyle/>
          <a:p>
            <a:endParaRPr lang="en-US"/>
          </a:p>
        </p:txBody>
      </p:sp>
      <p:sp>
        <p:nvSpPr>
          <p:cNvPr id="48" name="Shape 46"/>
          <p:cNvSpPr/>
          <p:nvPr/>
        </p:nvSpPr>
        <p:spPr>
          <a:xfrm>
            <a:off x="7360920" y="2468880"/>
            <a:ext cx="73152" cy="1280160"/>
          </a:xfrm>
          <a:prstGeom prst="rect">
            <a:avLst/>
          </a:prstGeom>
          <a:solidFill>
            <a:srgbClr val="F2A65A"/>
          </a:solidFill>
          <a:ln w="12700">
            <a:solidFill>
              <a:srgbClr val="F2A65A"/>
            </a:solidFill>
            <a:prstDash val="solid"/>
          </a:ln>
        </p:spPr>
        <p:txBody>
          <a:bodyPr/>
          <a:lstStyle/>
          <a:p>
            <a:endParaRPr lang="en-US"/>
          </a:p>
        </p:txBody>
      </p:sp>
      <p:sp>
        <p:nvSpPr>
          <p:cNvPr id="49" name="Text 47"/>
          <p:cNvSpPr/>
          <p:nvPr/>
        </p:nvSpPr>
        <p:spPr>
          <a:xfrm>
            <a:off x="7452360" y="2606040"/>
            <a:ext cx="1188720" cy="1097280"/>
          </a:xfrm>
          <a:prstGeom prst="rect">
            <a:avLst/>
          </a:prstGeom>
          <a:noFill/>
          <a:ln/>
        </p:spPr>
        <p:txBody>
          <a:bodyPr wrap="square" lIns="0" tIns="0" rIns="0" bIns="0" rtlCol="0" anchor="t"/>
          <a:lstStyle/>
          <a:p>
            <a:pPr marL="0" indent="0">
              <a:buNone/>
            </a:pPr>
            <a:r>
              <a:rPr lang="en-US" sz="1000">
                <a:solidFill>
                  <a:srgbClr val="1E293B"/>
                </a:solidFill>
              </a:rPr>
              <a:t>Approved mapping sets land in catalog</a:t>
            </a:r>
            <a:endParaRPr lang="en-US" sz="1000"/>
          </a:p>
        </p:txBody>
      </p:sp>
      <p:sp>
        <p:nvSpPr>
          <p:cNvPr id="50" name="Shape 48"/>
          <p:cNvSpPr/>
          <p:nvPr/>
        </p:nvSpPr>
        <p:spPr>
          <a:xfrm>
            <a:off x="274320" y="3886200"/>
            <a:ext cx="8595360" cy="502920"/>
          </a:xfrm>
          <a:prstGeom prst="rect">
            <a:avLst/>
          </a:prstGeom>
          <a:solidFill>
            <a:srgbClr val="081A2E"/>
          </a:solidFill>
          <a:ln w="12700">
            <a:solidFill>
              <a:srgbClr val="081A2E"/>
            </a:solidFill>
            <a:prstDash val="solid"/>
          </a:ln>
        </p:spPr>
        <p:txBody>
          <a:bodyPr/>
          <a:lstStyle/>
          <a:p>
            <a:endParaRPr lang="en-US"/>
          </a:p>
        </p:txBody>
      </p:sp>
      <p:sp>
        <p:nvSpPr>
          <p:cNvPr id="51" name="Shape 49"/>
          <p:cNvSpPr/>
          <p:nvPr/>
        </p:nvSpPr>
        <p:spPr>
          <a:xfrm>
            <a:off x="274320" y="3886200"/>
            <a:ext cx="73152" cy="502920"/>
          </a:xfrm>
          <a:prstGeom prst="rect">
            <a:avLst/>
          </a:prstGeom>
          <a:solidFill>
            <a:srgbClr val="F2A65A"/>
          </a:solidFill>
          <a:ln w="12700">
            <a:solidFill>
              <a:srgbClr val="F2A65A"/>
            </a:solidFill>
            <a:prstDash val="solid"/>
          </a:ln>
        </p:spPr>
        <p:txBody>
          <a:bodyPr/>
          <a:lstStyle/>
          <a:p>
            <a:endParaRPr lang="en-US"/>
          </a:p>
        </p:txBody>
      </p:sp>
      <p:sp>
        <p:nvSpPr>
          <p:cNvPr id="52" name="Text 50"/>
          <p:cNvSpPr/>
          <p:nvPr/>
        </p:nvSpPr>
        <p:spPr>
          <a:xfrm>
            <a:off x="457200" y="3886200"/>
            <a:ext cx="3108960" cy="502920"/>
          </a:xfrm>
          <a:prstGeom prst="rect">
            <a:avLst/>
          </a:prstGeom>
          <a:noFill/>
          <a:ln/>
        </p:spPr>
        <p:txBody>
          <a:bodyPr wrap="square" lIns="0" tIns="0" rIns="0" bIns="0" rtlCol="0" anchor="ctr"/>
          <a:lstStyle/>
          <a:p>
            <a:pPr marL="0" indent="0">
              <a:buNone/>
            </a:pPr>
            <a:r>
              <a:rPr lang="en-US" sz="1300" b="1">
                <a:solidFill>
                  <a:srgbClr val="F2A65A"/>
                </a:solidFill>
                <a:latin typeface="Cambria" pitchFamily="34" charset="0"/>
                <a:ea typeface="Cambria" pitchFamily="34" charset="-122"/>
                <a:cs typeface="Cambria" pitchFamily="34" charset="-120"/>
              </a:rPr>
              <a:t>Mapping Catalog (delivered)</a:t>
            </a:r>
            <a:endParaRPr lang="en-US" sz="1300"/>
          </a:p>
        </p:txBody>
      </p:sp>
      <p:sp>
        <p:nvSpPr>
          <p:cNvPr id="53" name="Text 51"/>
          <p:cNvSpPr/>
          <p:nvPr/>
        </p:nvSpPr>
        <p:spPr>
          <a:xfrm>
            <a:off x="3611880" y="3886200"/>
            <a:ext cx="5212080" cy="502920"/>
          </a:xfrm>
          <a:prstGeom prst="rect">
            <a:avLst/>
          </a:prstGeom>
          <a:noFill/>
          <a:ln/>
        </p:spPr>
        <p:txBody>
          <a:bodyPr wrap="square" lIns="0" tIns="0" rIns="0" bIns="0" rtlCol="0" anchor="ctr"/>
          <a:lstStyle/>
          <a:p>
            <a:pPr marL="0" indent="0">
              <a:buNone/>
            </a:pPr>
            <a:r>
              <a:rPr lang="en-US" sz="1000" i="1">
                <a:solidFill>
                  <a:srgbClr val="FFFFFF"/>
                </a:solidFill>
              </a:rPr>
              <a:t>Approved mappings become searchable, reusable assets — feeding EA, PMO, and the next MDM-adjacent project</a:t>
            </a:r>
            <a:endParaRPr lang="en-US" sz="1000"/>
          </a:p>
        </p:txBody>
      </p:sp>
      <p:sp>
        <p:nvSpPr>
          <p:cNvPr id="54" name="Shape 52"/>
          <p:cNvSpPr/>
          <p:nvPr/>
        </p:nvSpPr>
        <p:spPr>
          <a:xfrm>
            <a:off x="274320" y="4480560"/>
            <a:ext cx="8595360" cy="365760"/>
          </a:xfrm>
          <a:prstGeom prst="rect">
            <a:avLst/>
          </a:prstGeom>
          <a:solidFill>
            <a:srgbClr val="0F2A47"/>
          </a:solidFill>
          <a:ln w="12700">
            <a:solidFill>
              <a:srgbClr val="0F2A47"/>
            </a:solidFill>
            <a:prstDash val="solid"/>
          </a:ln>
        </p:spPr>
        <p:txBody>
          <a:bodyPr/>
          <a:lstStyle/>
          <a:p>
            <a:endParaRPr lang="en-US"/>
          </a:p>
        </p:txBody>
      </p:sp>
      <p:sp>
        <p:nvSpPr>
          <p:cNvPr id="55" name="Text 53"/>
          <p:cNvSpPr/>
          <p:nvPr/>
        </p:nvSpPr>
        <p:spPr>
          <a:xfrm>
            <a:off x="274320" y="4480560"/>
            <a:ext cx="8595360" cy="365760"/>
          </a:xfrm>
          <a:prstGeom prst="rect">
            <a:avLst/>
          </a:prstGeom>
          <a:noFill/>
          <a:ln/>
        </p:spPr>
        <p:txBody>
          <a:bodyPr wrap="square" lIns="0" tIns="0" rIns="0" bIns="0" rtlCol="0" anchor="ctr"/>
          <a:lstStyle/>
          <a:p>
            <a:pPr marL="0" indent="0" algn="ctr">
              <a:buNone/>
            </a:pPr>
            <a:r>
              <a:rPr lang="en-US" sz="1100" i="1">
                <a:solidFill>
                  <a:srgbClr val="FFFFFF"/>
                </a:solidFill>
              </a:rPr>
              <a:t>Semantra is the semantic spine of the MDM pipeline — the catalog is the layer that compounds it across programs.</a:t>
            </a:r>
            <a:endParaRPr lang="en-US" sz="1100"/>
          </a:p>
        </p:txBody>
      </p:sp>
      <p:sp>
        <p:nvSpPr>
          <p:cNvPr id="56" name="Shape 54"/>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57" name="Text 55"/>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58" name="Text 56"/>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8 / 12</a:t>
            </a:r>
            <a:endParaRPr lang="en-US" sz="9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18">
    <p:bg>
      <p:bgPr>
        <a:solidFill>
          <a:srgbClr val="F5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600" b="1">
                <a:solidFill>
                  <a:srgbClr val="FFFFFF"/>
                </a:solidFill>
                <a:latin typeface="Cambria" pitchFamily="34" charset="0"/>
                <a:ea typeface="Cambria" pitchFamily="34" charset="-122"/>
                <a:cs typeface="Cambria" pitchFamily="34" charset="-120"/>
              </a:rPr>
              <a:t>Mapping Semantra Capabilities to MDM Needs</a:t>
            </a:r>
            <a:endParaRPr lang="en-US" sz="26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Where each capability fills a concrete MDM gap</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9 / 12</a:t>
            </a:r>
            <a:endParaRPr lang="en-US" sz="900"/>
          </a:p>
        </p:txBody>
      </p:sp>
      <p:graphicFrame>
        <p:nvGraphicFramePr>
          <p:cNvPr id="19" name="Table 0"/>
          <p:cNvGraphicFramePr>
            <a:graphicFrameLocks noGrp="1"/>
          </p:cNvGraphicFramePr>
          <p:nvPr>
            <p:extLst>
              <p:ext uri="{D42A27DB-BD31-4B8C-83A1-F6EECF244321}">
                <p14:modId xmlns:p14="http://schemas.microsoft.com/office/powerpoint/2010/main" val="3989263420"/>
              </p:ext>
            </p:extLst>
          </p:nvPr>
        </p:nvGraphicFramePr>
        <p:xfrm>
          <a:off x="365760" y="1417320"/>
          <a:ext cx="8412480" cy="3200400"/>
        </p:xfrm>
        <a:graphic>
          <a:graphicData uri="http://schemas.openxmlformats.org/drawingml/2006/table">
            <a:tbl>
              <a:tblPr/>
              <a:tblGrid>
                <a:gridCol w="21031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457200">
                <a:tc>
                  <a:txBody>
                    <a:bodyPr/>
                    <a:lstStyle/>
                    <a:p>
                      <a:pPr marL="0" indent="0">
                        <a:buNone/>
                      </a:pPr>
                      <a:r>
                        <a:rPr lang="en-US" sz="1100" b="1">
                          <a:solidFill>
                            <a:srgbClr val="FFFFFF"/>
                          </a:solidFill>
                          <a:latin typeface="Calibri" pitchFamily="34" charset="0"/>
                          <a:ea typeface="Calibri" pitchFamily="34" charset="-122"/>
                          <a:cs typeface="Calibri" pitchFamily="34" charset="-120"/>
                        </a:rPr>
                        <a:t>MDM / EA Need</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tc>
                  <a:txBody>
                    <a:bodyPr/>
                    <a:lstStyle/>
                    <a:p>
                      <a:pPr marL="0" indent="0">
                        <a:buNone/>
                      </a:pPr>
                      <a:r>
                        <a:rPr lang="en-US" sz="1100" b="1">
                          <a:solidFill>
                            <a:srgbClr val="FFFFFF"/>
                          </a:solidFill>
                          <a:latin typeface="Calibri" pitchFamily="34" charset="0"/>
                          <a:ea typeface="Calibri" pitchFamily="34" charset="-122"/>
                          <a:cs typeface="Calibri" pitchFamily="34" charset="-120"/>
                        </a:rPr>
                        <a:t>Semantra Capability</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tc>
                  <a:txBody>
                    <a:bodyPr/>
                    <a:lstStyle/>
                    <a:p>
                      <a:pPr marL="0" indent="0">
                        <a:buNone/>
                      </a:pPr>
                      <a:r>
                        <a:rPr lang="en-US" sz="1100" b="1">
                          <a:solidFill>
                            <a:srgbClr val="FFFFFF"/>
                          </a:solidFill>
                          <a:latin typeface="Calibri" pitchFamily="34" charset="0"/>
                          <a:ea typeface="Calibri" pitchFamily="34" charset="-122"/>
                          <a:cs typeface="Calibri" pitchFamily="34" charset="-120"/>
                        </a:rPr>
                        <a:t>Outcome</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extLst>
                  <a:ext uri="{0D108BD9-81ED-4DB2-BD59-A6C34878D82A}">
                    <a16:rowId xmlns:a16="http://schemas.microsoft.com/office/drawing/2014/main" val="10000"/>
                  </a:ext>
                </a:extLst>
              </a:tr>
              <a:tr h="457200">
                <a:tc>
                  <a:txBody>
                    <a:bodyPr/>
                    <a:lstStyle/>
                    <a:p>
                      <a:pPr marL="0" indent="0">
                        <a:buNone/>
                      </a:pPr>
                      <a:r>
                        <a:rPr lang="en-US" sz="1100" b="1">
                          <a:solidFill>
                            <a:srgbClr val="0F2A47"/>
                          </a:solidFill>
                          <a:latin typeface="Calibri" pitchFamily="34" charset="0"/>
                          <a:ea typeface="Calibri" pitchFamily="34" charset="-122"/>
                          <a:cs typeface="Calibri" pitchFamily="34" charset="-120"/>
                        </a:rPr>
                        <a:t>Canonical authority</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buNone/>
                      </a:pPr>
                      <a:r>
                        <a:rPr lang="en-US" sz="1100">
                          <a:solidFill>
                            <a:srgbClr val="1E293B"/>
                          </a:solidFill>
                          <a:latin typeface="Calibri" pitchFamily="34" charset="0"/>
                          <a:ea typeface="Calibri" pitchFamily="34" charset="-122"/>
                          <a:cs typeface="Calibri" pitchFamily="34" charset="-120"/>
                        </a:rPr>
                        <a:t>Canonical glossary runtime + canonical-first mapping</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buNone/>
                      </a:pPr>
                      <a:r>
                        <a:rPr lang="en-US" sz="1100">
                          <a:solidFill>
                            <a:srgbClr val="1E293B"/>
                          </a:solidFill>
                          <a:latin typeface="Calibri" pitchFamily="34" charset="0"/>
                          <a:ea typeface="Calibri" pitchFamily="34" charset="-122"/>
                          <a:cs typeface="Calibri" pitchFamily="34" charset="-120"/>
                        </a:rPr>
                        <a:t>System-neutral concept layer for the MDM hub</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00" b="1">
                          <a:solidFill>
                            <a:srgbClr val="0F2A47"/>
                          </a:solidFill>
                          <a:latin typeface="Calibri" pitchFamily="34" charset="0"/>
                          <a:ea typeface="Calibri" pitchFamily="34" charset="-122"/>
                          <a:cs typeface="Calibri" pitchFamily="34" charset="-120"/>
                        </a:rPr>
                        <a:t>Source clarity</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buNone/>
                      </a:pPr>
                      <a:r>
                        <a:rPr lang="en-US" sz="1100">
                          <a:solidFill>
                            <a:srgbClr val="1E293B"/>
                          </a:solidFill>
                          <a:latin typeface="Calibri" pitchFamily="34" charset="0"/>
                          <a:ea typeface="Calibri" pitchFamily="34" charset="-122"/>
                          <a:cs typeface="Calibri" pitchFamily="34" charset="-120"/>
                        </a:rPr>
                        <a:t>Schema profiling + multi-signal scoring + explanations</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buNone/>
                      </a:pPr>
                      <a:r>
                        <a:rPr lang="en-US" sz="1100">
                          <a:solidFill>
                            <a:srgbClr val="1E293B"/>
                          </a:solidFill>
                          <a:latin typeface="Calibri" pitchFamily="34" charset="0"/>
                          <a:ea typeface="Calibri" pitchFamily="34" charset="-122"/>
                          <a:cs typeface="Calibri" pitchFamily="34" charset="-120"/>
                        </a:rPr>
                        <a:t>Readable evidence per source field</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00" b="1">
                          <a:solidFill>
                            <a:srgbClr val="0F2A47"/>
                          </a:solidFill>
                          <a:latin typeface="Calibri" pitchFamily="34" charset="0"/>
                          <a:ea typeface="Calibri" pitchFamily="34" charset="-122"/>
                          <a:cs typeface="Calibri" pitchFamily="34" charset="-120"/>
                        </a:rPr>
                        <a:t>Mapping traceability</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buNone/>
                      </a:pPr>
                      <a:r>
                        <a:rPr lang="en-US" sz="1100">
                          <a:solidFill>
                            <a:srgbClr val="1E293B"/>
                          </a:solidFill>
                          <a:latin typeface="Calibri" pitchFamily="34" charset="0"/>
                          <a:ea typeface="Calibri" pitchFamily="34" charset="-122"/>
                          <a:cs typeface="Calibri" pitchFamily="34" charset="-120"/>
                        </a:rPr>
                        <a:t>Mapping sets · audit · diff · status flow</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buNone/>
                      </a:pPr>
                      <a:r>
                        <a:rPr lang="en-US" sz="1100">
                          <a:solidFill>
                            <a:srgbClr val="1E293B"/>
                          </a:solidFill>
                          <a:latin typeface="Calibri" pitchFamily="34" charset="0"/>
                          <a:ea typeface="Calibri" pitchFamily="34" charset="-122"/>
                          <a:cs typeface="Calibri" pitchFamily="34" charset="-120"/>
                        </a:rPr>
                        <a:t>Versioned, governed mapping decisions</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00" b="1">
                          <a:solidFill>
                            <a:srgbClr val="0F2A47"/>
                          </a:solidFill>
                          <a:latin typeface="Calibri" pitchFamily="34" charset="0"/>
                          <a:ea typeface="Calibri" pitchFamily="34" charset="-122"/>
                          <a:cs typeface="Calibri" pitchFamily="34" charset="-120"/>
                        </a:rPr>
                        <a:t>Reuse across domains</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buNone/>
                      </a:pPr>
                      <a:r>
                        <a:rPr lang="en-US" sz="1100">
                          <a:solidFill>
                            <a:srgbClr val="1E293B"/>
                          </a:solidFill>
                          <a:latin typeface="Calibri" pitchFamily="34" charset="0"/>
                          <a:ea typeface="Calibri" pitchFamily="34" charset="-122"/>
                          <a:cs typeface="Calibri" pitchFamily="34" charset="-120"/>
                        </a:rPr>
                        <a:t>Corrections + reusable rules + mapping catalog</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buNone/>
                      </a:pPr>
                      <a:r>
                        <a:rPr lang="en-US" sz="1100">
                          <a:solidFill>
                            <a:srgbClr val="1E293B"/>
                          </a:solidFill>
                          <a:latin typeface="Calibri" pitchFamily="34" charset="0"/>
                          <a:ea typeface="Calibri" pitchFamily="34" charset="-122"/>
                          <a:cs typeface="Calibri" pitchFamily="34" charset="-120"/>
                        </a:rPr>
                        <a:t>Decisions reused across customer/vendor/product</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00" b="1">
                          <a:solidFill>
                            <a:srgbClr val="0F2A47"/>
                          </a:solidFill>
                          <a:latin typeface="Calibri" pitchFamily="34" charset="0"/>
                          <a:ea typeface="Calibri" pitchFamily="34" charset="-122"/>
                          <a:cs typeface="Calibri" pitchFamily="34" charset="-120"/>
                        </a:rPr>
                        <a:t>Stewardship inputs</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buNone/>
                      </a:pPr>
                      <a:r>
                        <a:rPr lang="en-US" sz="1100">
                          <a:solidFill>
                            <a:srgbClr val="1E293B"/>
                          </a:solidFill>
                          <a:latin typeface="Calibri" pitchFamily="34" charset="0"/>
                          <a:ea typeface="Calibri" pitchFamily="34" charset="-122"/>
                          <a:cs typeface="Calibri" pitchFamily="34" charset="-120"/>
                        </a:rPr>
                        <a:t>source → concept → target paths + transformation preview</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buNone/>
                      </a:pPr>
                      <a:r>
                        <a:rPr lang="en-US" sz="1100">
                          <a:solidFill>
                            <a:srgbClr val="1E293B"/>
                          </a:solidFill>
                          <a:latin typeface="Calibri" pitchFamily="34" charset="0"/>
                          <a:ea typeface="Calibri" pitchFamily="34" charset="-122"/>
                          <a:cs typeface="Calibri" pitchFamily="34" charset="-120"/>
                        </a:rPr>
                        <a:t>DQ &amp; survivorship grounded in semantics</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00" b="1">
                          <a:solidFill>
                            <a:srgbClr val="0F2A47"/>
                          </a:solidFill>
                          <a:latin typeface="Calibri" pitchFamily="34" charset="0"/>
                          <a:ea typeface="Calibri" pitchFamily="34" charset="-122"/>
                          <a:cs typeface="Calibri" pitchFamily="34" charset="-120"/>
                        </a:rPr>
                        <a:t>EA visibility</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buNone/>
                      </a:pPr>
                      <a:r>
                        <a:rPr lang="en-US" sz="1100">
                          <a:solidFill>
                            <a:srgbClr val="1E293B"/>
                          </a:solidFill>
                          <a:latin typeface="Calibri" pitchFamily="34" charset="0"/>
                          <a:ea typeface="Calibri" pitchFamily="34" charset="-122"/>
                          <a:cs typeface="Calibri" pitchFamily="34" charset="-120"/>
                        </a:rPr>
                        <a:t>Canonical coverage view + mapping catalog</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buNone/>
                      </a:pPr>
                      <a:r>
                        <a:rPr lang="en-US" sz="1100">
                          <a:solidFill>
                            <a:srgbClr val="1E293B"/>
                          </a:solidFill>
                          <a:latin typeface="Calibri" pitchFamily="34" charset="0"/>
                          <a:ea typeface="Calibri" pitchFamily="34" charset="-122"/>
                          <a:cs typeface="Calibri" pitchFamily="34" charset="-120"/>
                        </a:rPr>
                        <a:t>Searchable view of concepts × sources × status</a:t>
                      </a:r>
                      <a:endParaRPr lang="en-US" sz="11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1" name="Text 8"/>
          <p:cNvSpPr/>
          <p:nvPr/>
        </p:nvSpPr>
        <p:spPr>
          <a:xfrm>
            <a:off x="365760" y="4572000"/>
            <a:ext cx="8412480" cy="274320"/>
          </a:xfrm>
          <a:prstGeom prst="rect">
            <a:avLst/>
          </a:prstGeom>
          <a:noFill/>
          <a:ln/>
        </p:spPr>
        <p:txBody>
          <a:bodyPr wrap="square" lIns="0" tIns="0" rIns="0" bIns="0" rtlCol="0" anchor="ctr"/>
          <a:lstStyle/>
          <a:p>
            <a:pPr marL="0" indent="0" algn="ctr">
              <a:buNone/>
            </a:pPr>
            <a:r>
              <a:rPr lang="en-US" sz="1100" i="1">
                <a:solidFill>
                  <a:srgbClr val="0F2A47"/>
                </a:solidFill>
              </a:rPr>
              <a:t>Capabilities are not generic — each one has a direct MDM project counterpart.</a:t>
            </a:r>
            <a:endParaRPr lang="en-US" sz="11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10">
    <p:bg>
      <p:bgPr>
        <a:solidFill>
          <a:srgbClr val="F5F2EC"/>
        </a:solidFill>
        <a:effectLst/>
      </p:bgPr>
    </p:bg>
    <p:spTree>
      <p:nvGrpSpPr>
        <p:cNvPr id="1" name=""/>
        <p:cNvGrpSpPr/>
        <p:nvPr/>
      </p:nvGrpSpPr>
      <p:grpSpPr>
        <a:xfrm>
          <a:off x="0" y="0"/>
          <a:ext cx="0" cy="0"/>
          <a:chOff x="0" y="0"/>
          <a:chExt cx="0" cy="0"/>
        </a:xfrm>
      </p:grpSpPr>
      <p:sp>
        <p:nvSpPr>
          <p:cNvPr id="2" name="Shape 0"/>
          <p:cNvSpPr>
            <a:spLocks/>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a:spLocks/>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a:spLocks/>
          </p:cNvSpPr>
          <p:nvPr/>
        </p:nvSpPr>
        <p:spPr>
          <a:xfrm>
            <a:off x="457200" y="109728"/>
            <a:ext cx="8229600" cy="640080"/>
          </a:xfrm>
          <a:prstGeom prst="rect">
            <a:avLst/>
          </a:prstGeom>
          <a:noFill/>
          <a:ln/>
        </p:spPr>
        <p:txBody>
          <a:bodyPr wrap="square" lIns="0" tIns="0" rIns="0" bIns="0" rtlCol="0" anchor="ctr"/>
          <a:lstStyle/>
          <a:p>
            <a:pPr marL="0" indent="0">
              <a:buNone/>
            </a:pPr>
            <a:r>
              <a:rPr lang="en-US" sz="2400" b="1">
                <a:solidFill>
                  <a:srgbClr val="FFFFFF"/>
                </a:solidFill>
                <a:latin typeface="Cambria" pitchFamily="34" charset="0"/>
                <a:ea typeface="Cambria" pitchFamily="34" charset="-122"/>
                <a:cs typeface="Cambria" pitchFamily="34" charset="-120"/>
              </a:rPr>
              <a:t>Linkage to Enterprise Architecture</a:t>
            </a:r>
            <a:endParaRPr lang="en-US" sz="24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Semantra turns EA's canonical models into running, audited project artifacts — feedback flows back into EA standards</a:t>
            </a:r>
            <a:endParaRPr lang="en-US" sz="1100"/>
          </a:p>
        </p:txBody>
      </p:sp>
      <p:sp>
        <p:nvSpPr>
          <p:cNvPr id="6" name="Text 4"/>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a:spLocks/>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a:spLocks/>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10 / 12</a:t>
            </a:r>
            <a:endParaRPr lang="en-US" sz="900"/>
          </a:p>
        </p:txBody>
      </p:sp>
      <p:sp>
        <p:nvSpPr>
          <p:cNvPr id="10" name="Shape 8"/>
          <p:cNvSpPr/>
          <p:nvPr/>
        </p:nvSpPr>
        <p:spPr>
          <a:xfrm>
            <a:off x="320040" y="1417320"/>
            <a:ext cx="2743200" cy="457200"/>
          </a:xfrm>
          <a:prstGeom prst="rect">
            <a:avLst/>
          </a:prstGeom>
          <a:solidFill>
            <a:srgbClr val="028090"/>
          </a:solidFill>
          <a:ln w="12700">
            <a:solidFill>
              <a:srgbClr val="028090"/>
            </a:solidFill>
            <a:prstDash val="solid"/>
          </a:ln>
        </p:spPr>
        <p:txBody>
          <a:bodyPr/>
          <a:lstStyle/>
          <a:p>
            <a:endParaRPr lang="en-US"/>
          </a:p>
        </p:txBody>
      </p:sp>
      <p:sp>
        <p:nvSpPr>
          <p:cNvPr id="11" name="Text 9"/>
          <p:cNvSpPr>
            <a:spLocks/>
          </p:cNvSpPr>
          <p:nvPr/>
        </p:nvSpPr>
        <p:spPr>
          <a:xfrm>
            <a:off x="457200" y="1417320"/>
            <a:ext cx="2468880" cy="457200"/>
          </a:xfrm>
          <a:prstGeom prst="rect">
            <a:avLst/>
          </a:prstGeom>
          <a:noFill/>
          <a:ln/>
        </p:spPr>
        <p:txBody>
          <a:bodyPr wrap="square" lIns="0" tIns="0" rIns="0" bIns="0" rtlCol="0" anchor="ctr"/>
          <a:lstStyle/>
          <a:p>
            <a:pPr marL="0" indent="0">
              <a:buNone/>
            </a:pPr>
            <a:r>
              <a:rPr lang="en-US" sz="1300" b="1">
                <a:solidFill>
                  <a:srgbClr val="FFFFFF"/>
                </a:solidFill>
                <a:latin typeface="Cambria" pitchFamily="34" charset="0"/>
                <a:ea typeface="Cambria" pitchFamily="34" charset="-122"/>
                <a:cs typeface="Cambria" pitchFamily="34" charset="-120"/>
              </a:rPr>
              <a:t>EA Inputs → Semantra</a:t>
            </a:r>
            <a:endParaRPr lang="en-US" sz="1300"/>
          </a:p>
        </p:txBody>
      </p:sp>
      <p:sp>
        <p:nvSpPr>
          <p:cNvPr id="12" name="Shape 10"/>
          <p:cNvSpPr>
            <a:spLocks/>
          </p:cNvSpPr>
          <p:nvPr/>
        </p:nvSpPr>
        <p:spPr>
          <a:xfrm>
            <a:off x="320040" y="1874520"/>
            <a:ext cx="2743200" cy="2788920"/>
          </a:xfrm>
          <a:prstGeom prst="rect">
            <a:avLst/>
          </a:prstGeom>
          <a:solidFill>
            <a:srgbClr val="FFFFFF"/>
          </a:solidFill>
          <a:ln w="9525">
            <a:solidFill>
              <a:srgbClr val="D8D3C7"/>
            </a:solidFill>
            <a:prstDash val="solid"/>
          </a:ln>
        </p:spPr>
        <p:txBody>
          <a:bodyPr/>
          <a:lstStyle/>
          <a:p>
            <a:endParaRPr lang="en-US"/>
          </a:p>
        </p:txBody>
      </p:sp>
      <p:sp>
        <p:nvSpPr>
          <p:cNvPr id="13" name="Text 11"/>
          <p:cNvSpPr/>
          <p:nvPr/>
        </p:nvSpPr>
        <p:spPr>
          <a:xfrm>
            <a:off x="457200" y="2011680"/>
            <a:ext cx="2514600" cy="2514600"/>
          </a:xfrm>
          <a:prstGeom prst="rect">
            <a:avLst/>
          </a:prstGeom>
          <a:noFill/>
          <a:ln/>
        </p:spPr>
        <p:txBody>
          <a:bodyPr wrap="square" lIns="0" tIns="0" rIns="0" bIns="0" rtlCol="0" anchor="t"/>
          <a:lstStyle/>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Canonical business glossary</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Data domain &amp; entity catalog</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Approved naming standards</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Reference architecture overlays</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Data classification rules</a:t>
            </a:r>
            <a:endParaRPr lang="en-US" sz="1100"/>
          </a:p>
        </p:txBody>
      </p:sp>
      <p:sp>
        <p:nvSpPr>
          <p:cNvPr id="14" name="Text 12"/>
          <p:cNvSpPr/>
          <p:nvPr/>
        </p:nvSpPr>
        <p:spPr>
          <a:xfrm>
            <a:off x="3063240" y="2766060"/>
            <a:ext cx="137160" cy="548640"/>
          </a:xfrm>
          <a:prstGeom prst="rect">
            <a:avLst/>
          </a:prstGeom>
          <a:noFill/>
          <a:ln/>
        </p:spPr>
        <p:txBody>
          <a:bodyPr wrap="square" lIns="0" tIns="0" rIns="0" bIns="0" rtlCol="0" anchor="ctr"/>
          <a:lstStyle/>
          <a:p>
            <a:pPr marL="0" indent="0" algn="ctr">
              <a:buNone/>
            </a:pPr>
            <a:r>
              <a:rPr lang="en-US" sz="1800">
                <a:solidFill>
                  <a:srgbClr val="0F2A47"/>
                </a:solidFill>
              </a:rPr>
              <a:t>→</a:t>
            </a:r>
            <a:endParaRPr lang="en-US" sz="1800"/>
          </a:p>
        </p:txBody>
      </p:sp>
      <p:sp>
        <p:nvSpPr>
          <p:cNvPr id="15" name="Shape 13"/>
          <p:cNvSpPr>
            <a:spLocks/>
          </p:cNvSpPr>
          <p:nvPr/>
        </p:nvSpPr>
        <p:spPr>
          <a:xfrm>
            <a:off x="3200400" y="1417320"/>
            <a:ext cx="2743200" cy="457200"/>
          </a:xfrm>
          <a:prstGeom prst="rect">
            <a:avLst/>
          </a:prstGeom>
          <a:solidFill>
            <a:srgbClr val="0F2A47"/>
          </a:solidFill>
          <a:ln w="12700">
            <a:solidFill>
              <a:srgbClr val="0F2A47"/>
            </a:solidFill>
            <a:prstDash val="solid"/>
          </a:ln>
        </p:spPr>
        <p:txBody>
          <a:bodyPr/>
          <a:lstStyle/>
          <a:p>
            <a:endParaRPr lang="en-US"/>
          </a:p>
        </p:txBody>
      </p:sp>
      <p:sp>
        <p:nvSpPr>
          <p:cNvPr id="16" name="Text 14"/>
          <p:cNvSpPr>
            <a:spLocks/>
          </p:cNvSpPr>
          <p:nvPr/>
        </p:nvSpPr>
        <p:spPr>
          <a:xfrm>
            <a:off x="3337560" y="1417320"/>
            <a:ext cx="2468880" cy="457200"/>
          </a:xfrm>
          <a:prstGeom prst="rect">
            <a:avLst/>
          </a:prstGeom>
          <a:noFill/>
          <a:ln/>
        </p:spPr>
        <p:txBody>
          <a:bodyPr wrap="square" lIns="0" tIns="0" rIns="0" bIns="0" rtlCol="0" anchor="ctr"/>
          <a:lstStyle/>
          <a:p>
            <a:pPr marL="0" indent="0">
              <a:buNone/>
            </a:pPr>
            <a:r>
              <a:rPr lang="en-US" sz="1300" b="1">
                <a:solidFill>
                  <a:srgbClr val="FFFFFF"/>
                </a:solidFill>
                <a:latin typeface="Cambria" pitchFamily="34" charset="0"/>
                <a:ea typeface="Cambria" pitchFamily="34" charset="-122"/>
                <a:cs typeface="Cambria" pitchFamily="34" charset="-120"/>
              </a:rPr>
              <a:t>Semantra runtime</a:t>
            </a:r>
            <a:endParaRPr lang="en-US" sz="1300"/>
          </a:p>
        </p:txBody>
      </p:sp>
      <p:sp>
        <p:nvSpPr>
          <p:cNvPr id="17" name="Shape 15"/>
          <p:cNvSpPr/>
          <p:nvPr/>
        </p:nvSpPr>
        <p:spPr>
          <a:xfrm>
            <a:off x="3200400" y="1874520"/>
            <a:ext cx="2743200" cy="2788920"/>
          </a:xfrm>
          <a:prstGeom prst="rect">
            <a:avLst/>
          </a:prstGeom>
          <a:solidFill>
            <a:srgbClr val="FFFFFF"/>
          </a:solidFill>
          <a:ln w="9525">
            <a:solidFill>
              <a:srgbClr val="D8D3C7"/>
            </a:solidFill>
            <a:prstDash val="solid"/>
          </a:ln>
        </p:spPr>
        <p:txBody>
          <a:bodyPr/>
          <a:lstStyle/>
          <a:p>
            <a:endParaRPr lang="en-US"/>
          </a:p>
        </p:txBody>
      </p:sp>
      <p:sp>
        <p:nvSpPr>
          <p:cNvPr id="18" name="Text 16"/>
          <p:cNvSpPr/>
          <p:nvPr/>
        </p:nvSpPr>
        <p:spPr>
          <a:xfrm>
            <a:off x="3337560" y="2011680"/>
            <a:ext cx="2514600" cy="2514600"/>
          </a:xfrm>
          <a:prstGeom prst="rect">
            <a:avLst/>
          </a:prstGeom>
          <a:noFill/>
          <a:ln/>
        </p:spPr>
        <p:txBody>
          <a:bodyPr wrap="square" lIns="0" tIns="0" rIns="0" bIns="0" rtlCol="0" anchor="t"/>
          <a:lstStyle/>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Profile + multi-signal ranking</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Source → concept → target paths</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Constrained AI in ambiguity band</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Reviewed mapping sets with status</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Audit trails on every change</a:t>
            </a:r>
            <a:endParaRPr lang="en-US" sz="1100"/>
          </a:p>
        </p:txBody>
      </p:sp>
      <p:sp>
        <p:nvSpPr>
          <p:cNvPr id="19" name="Text 17"/>
          <p:cNvSpPr>
            <a:spLocks/>
          </p:cNvSpPr>
          <p:nvPr/>
        </p:nvSpPr>
        <p:spPr>
          <a:xfrm>
            <a:off x="5943600" y="2766060"/>
            <a:ext cx="137160" cy="548640"/>
          </a:xfrm>
          <a:prstGeom prst="rect">
            <a:avLst/>
          </a:prstGeom>
          <a:noFill/>
          <a:ln/>
        </p:spPr>
        <p:txBody>
          <a:bodyPr wrap="square" lIns="0" tIns="0" rIns="0" bIns="0" rtlCol="0" anchor="ctr"/>
          <a:lstStyle/>
          <a:p>
            <a:pPr marL="0" indent="0" algn="ctr">
              <a:buNone/>
            </a:pPr>
            <a:r>
              <a:rPr lang="en-US" sz="1800">
                <a:solidFill>
                  <a:srgbClr val="0F2A47"/>
                </a:solidFill>
              </a:rPr>
              <a:t>→</a:t>
            </a:r>
            <a:endParaRPr lang="en-US" sz="1800"/>
          </a:p>
        </p:txBody>
      </p:sp>
      <p:sp>
        <p:nvSpPr>
          <p:cNvPr id="20" name="Shape 18"/>
          <p:cNvSpPr>
            <a:spLocks/>
          </p:cNvSpPr>
          <p:nvPr/>
        </p:nvSpPr>
        <p:spPr>
          <a:xfrm>
            <a:off x="6080760" y="1417320"/>
            <a:ext cx="2743200" cy="457200"/>
          </a:xfrm>
          <a:prstGeom prst="rect">
            <a:avLst/>
          </a:prstGeom>
          <a:solidFill>
            <a:srgbClr val="00A896"/>
          </a:solidFill>
          <a:ln w="12700">
            <a:solidFill>
              <a:srgbClr val="00A896"/>
            </a:solidFill>
            <a:prstDash val="solid"/>
          </a:ln>
        </p:spPr>
        <p:txBody>
          <a:bodyPr/>
          <a:lstStyle/>
          <a:p>
            <a:endParaRPr lang="en-US"/>
          </a:p>
        </p:txBody>
      </p:sp>
      <p:sp>
        <p:nvSpPr>
          <p:cNvPr id="21" name="Text 19"/>
          <p:cNvSpPr/>
          <p:nvPr/>
        </p:nvSpPr>
        <p:spPr>
          <a:xfrm>
            <a:off x="6217920" y="1417320"/>
            <a:ext cx="2468880" cy="457200"/>
          </a:xfrm>
          <a:prstGeom prst="rect">
            <a:avLst/>
          </a:prstGeom>
          <a:noFill/>
          <a:ln/>
        </p:spPr>
        <p:txBody>
          <a:bodyPr wrap="square" lIns="0" tIns="0" rIns="0" bIns="0" rtlCol="0" anchor="ctr"/>
          <a:lstStyle/>
          <a:p>
            <a:pPr marL="0" indent="0">
              <a:buNone/>
            </a:pPr>
            <a:r>
              <a:rPr lang="en-US" sz="1300" b="1">
                <a:solidFill>
                  <a:srgbClr val="FFFFFF"/>
                </a:solidFill>
                <a:latin typeface="Cambria" pitchFamily="34" charset="0"/>
                <a:ea typeface="Cambria" pitchFamily="34" charset="-122"/>
                <a:cs typeface="Cambria" pitchFamily="34" charset="-120"/>
              </a:rPr>
              <a:t>Semantra → EA feedback</a:t>
            </a:r>
            <a:endParaRPr lang="en-US" sz="1300"/>
          </a:p>
        </p:txBody>
      </p:sp>
      <p:sp>
        <p:nvSpPr>
          <p:cNvPr id="22" name="Shape 20"/>
          <p:cNvSpPr/>
          <p:nvPr/>
        </p:nvSpPr>
        <p:spPr>
          <a:xfrm>
            <a:off x="6080760" y="1874520"/>
            <a:ext cx="2743200" cy="2788920"/>
          </a:xfrm>
          <a:prstGeom prst="rect">
            <a:avLst/>
          </a:prstGeom>
          <a:solidFill>
            <a:srgbClr val="FFFFFF"/>
          </a:solidFill>
          <a:ln w="9525">
            <a:solidFill>
              <a:srgbClr val="D8D3C7"/>
            </a:solidFill>
            <a:prstDash val="solid"/>
          </a:ln>
        </p:spPr>
        <p:txBody>
          <a:bodyPr/>
          <a:lstStyle/>
          <a:p>
            <a:endParaRPr lang="en-US"/>
          </a:p>
        </p:txBody>
      </p:sp>
      <p:sp>
        <p:nvSpPr>
          <p:cNvPr id="23" name="Text 21"/>
          <p:cNvSpPr/>
          <p:nvPr/>
        </p:nvSpPr>
        <p:spPr>
          <a:xfrm>
            <a:off x="6217920" y="2011680"/>
            <a:ext cx="2514600" cy="2514600"/>
          </a:xfrm>
          <a:prstGeom prst="rect">
            <a:avLst/>
          </a:prstGeom>
          <a:noFill/>
          <a:ln/>
        </p:spPr>
        <p:txBody>
          <a:bodyPr wrap="square" lIns="0" tIns="0" rIns="0" bIns="0" rtlCol="0" anchor="t"/>
          <a:lstStyle/>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Glossary gap candidates from real projects</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Coverage metrics by domain &amp; program</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Reusable rules promoted from corrections</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Evidence for canonical model evolution</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Audit artifacts for EA review boards</a:t>
            </a:r>
            <a:endParaRPr lang="en-US" sz="11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11">
    <p:bg>
      <p:bgPr>
        <a:solidFill>
          <a:srgbClr val="F5F2EC"/>
        </a:solidFill>
        <a:effectLst/>
      </p:bgPr>
    </p:bg>
    <p:spTree>
      <p:nvGrpSpPr>
        <p:cNvPr id="1" name=""/>
        <p:cNvGrpSpPr/>
        <p:nvPr/>
      </p:nvGrpSpPr>
      <p:grpSpPr>
        <a:xfrm>
          <a:off x="0" y="0"/>
          <a:ext cx="0" cy="0"/>
          <a:chOff x="0" y="0"/>
          <a:chExt cx="0" cy="0"/>
        </a:xfrm>
      </p:grpSpPr>
      <p:sp>
        <p:nvSpPr>
          <p:cNvPr id="2" name="Shape 0"/>
          <p:cNvSpPr>
            <a:spLocks/>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a:spLocks/>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400" b="1">
                <a:solidFill>
                  <a:srgbClr val="FFFFFF"/>
                </a:solidFill>
                <a:latin typeface="Cambria" pitchFamily="34" charset="0"/>
                <a:ea typeface="Cambria" pitchFamily="34" charset="-122"/>
                <a:cs typeface="Cambria" pitchFamily="34" charset="-120"/>
              </a:rPr>
              <a:t>How PMO Consumes the Service</a:t>
            </a:r>
            <a:endParaRPr lang="en-US" sz="24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Engagement model · five-step lifecycle with explicit responsibilities</a:t>
            </a:r>
            <a:endParaRPr lang="en-US" sz="1100"/>
          </a:p>
        </p:txBody>
      </p:sp>
      <p:sp>
        <p:nvSpPr>
          <p:cNvPr id="6" name="Text 4"/>
          <p:cNvSpPr>
            <a:spLocks/>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a:spLocks/>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a:spLocks/>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11 / 12</a:t>
            </a:r>
            <a:endParaRPr lang="en-US" sz="900"/>
          </a:p>
        </p:txBody>
      </p:sp>
      <p:sp>
        <p:nvSpPr>
          <p:cNvPr id="10" name="Shape 8"/>
          <p:cNvSpPr/>
          <p:nvPr/>
        </p:nvSpPr>
        <p:spPr>
          <a:xfrm>
            <a:off x="356616" y="1417320"/>
            <a:ext cx="1627632" cy="365760"/>
          </a:xfrm>
          <a:prstGeom prst="rect">
            <a:avLst/>
          </a:prstGeom>
          <a:solidFill>
            <a:srgbClr val="0F2A47"/>
          </a:solidFill>
          <a:ln w="12700">
            <a:solidFill>
              <a:srgbClr val="0F2A47"/>
            </a:solidFill>
            <a:prstDash val="solid"/>
          </a:ln>
        </p:spPr>
        <p:txBody>
          <a:bodyPr/>
          <a:lstStyle/>
          <a:p>
            <a:endParaRPr lang="en-US"/>
          </a:p>
        </p:txBody>
      </p:sp>
      <p:sp>
        <p:nvSpPr>
          <p:cNvPr id="11" name="Text 9"/>
          <p:cNvSpPr>
            <a:spLocks/>
          </p:cNvSpPr>
          <p:nvPr/>
        </p:nvSpPr>
        <p:spPr>
          <a:xfrm>
            <a:off x="448056" y="1417320"/>
            <a:ext cx="1444752" cy="365760"/>
          </a:xfrm>
          <a:prstGeom prst="rect">
            <a:avLst/>
          </a:prstGeom>
          <a:noFill/>
          <a:ln/>
        </p:spPr>
        <p:txBody>
          <a:bodyPr wrap="square" lIns="0" tIns="0" rIns="0" bIns="0" rtlCol="0" anchor="ctr"/>
          <a:lstStyle/>
          <a:p>
            <a:pPr marL="0" indent="0">
              <a:buNone/>
            </a:pPr>
            <a:r>
              <a:rPr lang="en-US" sz="1100" b="1">
                <a:solidFill>
                  <a:srgbClr val="00A896"/>
                </a:solidFill>
              </a:rPr>
              <a:t>01  Intake</a:t>
            </a:r>
            <a:endParaRPr lang="en-US" sz="1100"/>
          </a:p>
        </p:txBody>
      </p:sp>
      <p:sp>
        <p:nvSpPr>
          <p:cNvPr id="12" name="Shape 10"/>
          <p:cNvSpPr>
            <a:spLocks/>
          </p:cNvSpPr>
          <p:nvPr/>
        </p:nvSpPr>
        <p:spPr>
          <a:xfrm>
            <a:off x="356616" y="1783080"/>
            <a:ext cx="1627632" cy="914400"/>
          </a:xfrm>
          <a:prstGeom prst="rect">
            <a:avLst/>
          </a:prstGeom>
          <a:solidFill>
            <a:srgbClr val="FFFFFF"/>
          </a:solidFill>
          <a:ln w="9525">
            <a:solidFill>
              <a:srgbClr val="D8D3C7"/>
            </a:solidFill>
            <a:prstDash val="solid"/>
          </a:ln>
        </p:spPr>
        <p:txBody>
          <a:bodyPr/>
          <a:lstStyle/>
          <a:p>
            <a:endParaRPr lang="en-US"/>
          </a:p>
        </p:txBody>
      </p:sp>
      <p:sp>
        <p:nvSpPr>
          <p:cNvPr id="13" name="Text 11"/>
          <p:cNvSpPr>
            <a:spLocks/>
          </p:cNvSpPr>
          <p:nvPr/>
        </p:nvSpPr>
        <p:spPr>
          <a:xfrm>
            <a:off x="448056" y="1828800"/>
            <a:ext cx="1444752" cy="822960"/>
          </a:xfrm>
          <a:prstGeom prst="rect">
            <a:avLst/>
          </a:prstGeom>
          <a:noFill/>
          <a:ln/>
        </p:spPr>
        <p:txBody>
          <a:bodyPr wrap="square" lIns="0" tIns="0" rIns="0" bIns="0" rtlCol="0" anchor="ctr"/>
          <a:lstStyle/>
          <a:p>
            <a:pPr marL="0" indent="0">
              <a:buNone/>
            </a:pPr>
            <a:r>
              <a:rPr lang="en-US" sz="1000">
                <a:solidFill>
                  <a:srgbClr val="1E293B"/>
                </a:solidFill>
              </a:rPr>
              <a:t>Program submits source + target inputs via PMO request form.</a:t>
            </a:r>
            <a:endParaRPr lang="en-US" sz="1000"/>
          </a:p>
        </p:txBody>
      </p:sp>
      <p:sp>
        <p:nvSpPr>
          <p:cNvPr id="14" name="Shape 12"/>
          <p:cNvSpPr/>
          <p:nvPr/>
        </p:nvSpPr>
        <p:spPr>
          <a:xfrm>
            <a:off x="2057400" y="1417320"/>
            <a:ext cx="1627632" cy="365760"/>
          </a:xfrm>
          <a:prstGeom prst="rect">
            <a:avLst/>
          </a:prstGeom>
          <a:solidFill>
            <a:srgbClr val="0F2A47"/>
          </a:solidFill>
          <a:ln w="12700">
            <a:solidFill>
              <a:srgbClr val="0F2A47"/>
            </a:solidFill>
            <a:prstDash val="solid"/>
          </a:ln>
        </p:spPr>
        <p:txBody>
          <a:bodyPr/>
          <a:lstStyle/>
          <a:p>
            <a:endParaRPr lang="en-US"/>
          </a:p>
        </p:txBody>
      </p:sp>
      <p:sp>
        <p:nvSpPr>
          <p:cNvPr id="15" name="Text 13"/>
          <p:cNvSpPr/>
          <p:nvPr/>
        </p:nvSpPr>
        <p:spPr>
          <a:xfrm>
            <a:off x="2148840" y="1417320"/>
            <a:ext cx="1444752" cy="365760"/>
          </a:xfrm>
          <a:prstGeom prst="rect">
            <a:avLst/>
          </a:prstGeom>
          <a:noFill/>
          <a:ln/>
        </p:spPr>
        <p:txBody>
          <a:bodyPr wrap="square" lIns="0" tIns="0" rIns="0" bIns="0" rtlCol="0" anchor="ctr"/>
          <a:lstStyle/>
          <a:p>
            <a:pPr marL="0" indent="0">
              <a:buNone/>
            </a:pPr>
            <a:r>
              <a:rPr lang="en-US" sz="1100" b="1">
                <a:solidFill>
                  <a:srgbClr val="00A896"/>
                </a:solidFill>
              </a:rPr>
              <a:t>02  Provision</a:t>
            </a:r>
            <a:endParaRPr lang="en-US" sz="1100"/>
          </a:p>
        </p:txBody>
      </p:sp>
      <p:sp>
        <p:nvSpPr>
          <p:cNvPr id="16" name="Shape 14"/>
          <p:cNvSpPr>
            <a:spLocks/>
          </p:cNvSpPr>
          <p:nvPr/>
        </p:nvSpPr>
        <p:spPr>
          <a:xfrm>
            <a:off x="2057400" y="1783080"/>
            <a:ext cx="1627632" cy="914400"/>
          </a:xfrm>
          <a:prstGeom prst="rect">
            <a:avLst/>
          </a:prstGeom>
          <a:solidFill>
            <a:srgbClr val="FFFFFF"/>
          </a:solidFill>
          <a:ln w="9525">
            <a:solidFill>
              <a:srgbClr val="D8D3C7"/>
            </a:solidFill>
            <a:prstDash val="solid"/>
          </a:ln>
        </p:spPr>
        <p:txBody>
          <a:bodyPr/>
          <a:lstStyle/>
          <a:p>
            <a:endParaRPr lang="en-US"/>
          </a:p>
        </p:txBody>
      </p:sp>
      <p:sp>
        <p:nvSpPr>
          <p:cNvPr id="17" name="Text 15"/>
          <p:cNvSpPr>
            <a:spLocks/>
          </p:cNvSpPr>
          <p:nvPr/>
        </p:nvSpPr>
        <p:spPr>
          <a:xfrm>
            <a:off x="2148840" y="1828800"/>
            <a:ext cx="1444752" cy="822960"/>
          </a:xfrm>
          <a:prstGeom prst="rect">
            <a:avLst/>
          </a:prstGeom>
          <a:noFill/>
          <a:ln/>
        </p:spPr>
        <p:txBody>
          <a:bodyPr wrap="square" lIns="0" tIns="0" rIns="0" bIns="0" rtlCol="0" anchor="ctr"/>
          <a:lstStyle/>
          <a:p>
            <a:pPr marL="0" indent="0">
              <a:buNone/>
            </a:pPr>
            <a:r>
              <a:rPr lang="en-US" sz="1000">
                <a:solidFill>
                  <a:srgbClr val="1E293B"/>
                </a:solidFill>
              </a:rPr>
              <a:t>PMO assigns tier; EA provides glossary slice + overlays.</a:t>
            </a:r>
            <a:endParaRPr lang="en-US" sz="1000"/>
          </a:p>
        </p:txBody>
      </p:sp>
      <p:sp>
        <p:nvSpPr>
          <p:cNvPr id="18" name="Shape 16"/>
          <p:cNvSpPr>
            <a:spLocks/>
          </p:cNvSpPr>
          <p:nvPr/>
        </p:nvSpPr>
        <p:spPr>
          <a:xfrm>
            <a:off x="3758184" y="1417320"/>
            <a:ext cx="1627632" cy="365760"/>
          </a:xfrm>
          <a:prstGeom prst="rect">
            <a:avLst/>
          </a:prstGeom>
          <a:solidFill>
            <a:srgbClr val="0F2A47"/>
          </a:solidFill>
          <a:ln w="12700">
            <a:solidFill>
              <a:srgbClr val="0F2A47"/>
            </a:solidFill>
            <a:prstDash val="solid"/>
          </a:ln>
        </p:spPr>
        <p:txBody>
          <a:bodyPr/>
          <a:lstStyle/>
          <a:p>
            <a:endParaRPr lang="en-US"/>
          </a:p>
        </p:txBody>
      </p:sp>
      <p:sp>
        <p:nvSpPr>
          <p:cNvPr id="19" name="Text 17"/>
          <p:cNvSpPr/>
          <p:nvPr/>
        </p:nvSpPr>
        <p:spPr>
          <a:xfrm>
            <a:off x="3849624" y="1417320"/>
            <a:ext cx="1444752" cy="365760"/>
          </a:xfrm>
          <a:prstGeom prst="rect">
            <a:avLst/>
          </a:prstGeom>
          <a:noFill/>
          <a:ln/>
        </p:spPr>
        <p:txBody>
          <a:bodyPr wrap="square" lIns="0" tIns="0" rIns="0" bIns="0" rtlCol="0" anchor="ctr"/>
          <a:lstStyle/>
          <a:p>
            <a:pPr marL="0" indent="0">
              <a:buNone/>
            </a:pPr>
            <a:r>
              <a:rPr lang="en-US" sz="1100" b="1">
                <a:solidFill>
                  <a:srgbClr val="00A896"/>
                </a:solidFill>
              </a:rPr>
              <a:t>03  Map &amp; Review</a:t>
            </a:r>
            <a:endParaRPr lang="en-US" sz="1100"/>
          </a:p>
        </p:txBody>
      </p:sp>
      <p:sp>
        <p:nvSpPr>
          <p:cNvPr id="20" name="Shape 18"/>
          <p:cNvSpPr/>
          <p:nvPr/>
        </p:nvSpPr>
        <p:spPr>
          <a:xfrm>
            <a:off x="3758184" y="1783080"/>
            <a:ext cx="1627632" cy="914400"/>
          </a:xfrm>
          <a:prstGeom prst="rect">
            <a:avLst/>
          </a:prstGeom>
          <a:solidFill>
            <a:srgbClr val="FFFFFF"/>
          </a:solidFill>
          <a:ln w="9525">
            <a:solidFill>
              <a:srgbClr val="D8D3C7"/>
            </a:solidFill>
            <a:prstDash val="solid"/>
          </a:ln>
        </p:spPr>
        <p:txBody>
          <a:bodyPr/>
          <a:lstStyle/>
          <a:p>
            <a:endParaRPr lang="en-US"/>
          </a:p>
        </p:txBody>
      </p:sp>
      <p:sp>
        <p:nvSpPr>
          <p:cNvPr id="21" name="Text 19"/>
          <p:cNvSpPr>
            <a:spLocks/>
          </p:cNvSpPr>
          <p:nvPr/>
        </p:nvSpPr>
        <p:spPr>
          <a:xfrm>
            <a:off x="3849624" y="1828800"/>
            <a:ext cx="1444752" cy="822960"/>
          </a:xfrm>
          <a:prstGeom prst="rect">
            <a:avLst/>
          </a:prstGeom>
          <a:noFill/>
          <a:ln/>
        </p:spPr>
        <p:txBody>
          <a:bodyPr wrap="square" lIns="0" tIns="0" rIns="0" bIns="0" rtlCol="0" anchor="ctr"/>
          <a:lstStyle/>
          <a:p>
            <a:pPr marL="0" indent="0">
              <a:buNone/>
            </a:pPr>
            <a:r>
              <a:rPr lang="en-US" sz="1000">
                <a:solidFill>
                  <a:srgbClr val="1E293B"/>
                </a:solidFill>
              </a:rPr>
              <a:t>Semantra produces ranked candidates with explanations.</a:t>
            </a:r>
            <a:endParaRPr lang="en-US" sz="1000"/>
          </a:p>
        </p:txBody>
      </p:sp>
      <p:sp>
        <p:nvSpPr>
          <p:cNvPr id="22" name="Shape 20"/>
          <p:cNvSpPr>
            <a:spLocks/>
          </p:cNvSpPr>
          <p:nvPr/>
        </p:nvSpPr>
        <p:spPr>
          <a:xfrm>
            <a:off x="5458968" y="1417320"/>
            <a:ext cx="1627632" cy="365760"/>
          </a:xfrm>
          <a:prstGeom prst="rect">
            <a:avLst/>
          </a:prstGeom>
          <a:solidFill>
            <a:srgbClr val="0F2A47"/>
          </a:solidFill>
          <a:ln w="12700">
            <a:solidFill>
              <a:srgbClr val="0F2A47"/>
            </a:solidFill>
            <a:prstDash val="solid"/>
          </a:ln>
        </p:spPr>
        <p:txBody>
          <a:bodyPr/>
          <a:lstStyle/>
          <a:p>
            <a:endParaRPr lang="en-US"/>
          </a:p>
        </p:txBody>
      </p:sp>
      <p:sp>
        <p:nvSpPr>
          <p:cNvPr id="23" name="Text 21"/>
          <p:cNvSpPr>
            <a:spLocks/>
          </p:cNvSpPr>
          <p:nvPr/>
        </p:nvSpPr>
        <p:spPr>
          <a:xfrm>
            <a:off x="5550408" y="1417320"/>
            <a:ext cx="1444752" cy="365760"/>
          </a:xfrm>
          <a:prstGeom prst="rect">
            <a:avLst/>
          </a:prstGeom>
          <a:noFill/>
          <a:ln/>
        </p:spPr>
        <p:txBody>
          <a:bodyPr wrap="square" lIns="0" tIns="0" rIns="0" bIns="0" rtlCol="0" anchor="ctr"/>
          <a:lstStyle/>
          <a:p>
            <a:pPr marL="0" indent="0">
              <a:buNone/>
            </a:pPr>
            <a:r>
              <a:rPr lang="en-US" sz="1100" b="1">
                <a:solidFill>
                  <a:srgbClr val="00A896"/>
                </a:solidFill>
              </a:rPr>
              <a:t>04  Approve</a:t>
            </a:r>
            <a:endParaRPr lang="en-US" sz="1100"/>
          </a:p>
        </p:txBody>
      </p:sp>
      <p:sp>
        <p:nvSpPr>
          <p:cNvPr id="24" name="Shape 22"/>
          <p:cNvSpPr/>
          <p:nvPr/>
        </p:nvSpPr>
        <p:spPr>
          <a:xfrm>
            <a:off x="5458968" y="1783080"/>
            <a:ext cx="1627632" cy="914400"/>
          </a:xfrm>
          <a:prstGeom prst="rect">
            <a:avLst/>
          </a:prstGeom>
          <a:solidFill>
            <a:srgbClr val="FFFFFF"/>
          </a:solidFill>
          <a:ln w="9525">
            <a:solidFill>
              <a:srgbClr val="D8D3C7"/>
            </a:solidFill>
            <a:prstDash val="solid"/>
          </a:ln>
        </p:spPr>
        <p:txBody>
          <a:bodyPr/>
          <a:lstStyle/>
          <a:p>
            <a:endParaRPr lang="en-US"/>
          </a:p>
        </p:txBody>
      </p:sp>
      <p:sp>
        <p:nvSpPr>
          <p:cNvPr id="25" name="Text 23"/>
          <p:cNvSpPr/>
          <p:nvPr/>
        </p:nvSpPr>
        <p:spPr>
          <a:xfrm>
            <a:off x="5550408" y="1828800"/>
            <a:ext cx="1444752" cy="822960"/>
          </a:xfrm>
          <a:prstGeom prst="rect">
            <a:avLst/>
          </a:prstGeom>
          <a:noFill/>
          <a:ln/>
        </p:spPr>
        <p:txBody>
          <a:bodyPr wrap="square" lIns="0" tIns="0" rIns="0" bIns="0" rtlCol="0" anchor="ctr"/>
          <a:lstStyle/>
          <a:p>
            <a:pPr marL="0" indent="0">
              <a:buNone/>
            </a:pPr>
            <a:r>
              <a:rPr lang="en-US" sz="1000">
                <a:solidFill>
                  <a:srgbClr val="1E293B"/>
                </a:solidFill>
              </a:rPr>
              <a:t>Mapping set moves draft → review → approved with audit.</a:t>
            </a:r>
            <a:endParaRPr lang="en-US" sz="1000"/>
          </a:p>
        </p:txBody>
      </p:sp>
      <p:sp>
        <p:nvSpPr>
          <p:cNvPr id="26" name="Shape 24"/>
          <p:cNvSpPr>
            <a:spLocks/>
          </p:cNvSpPr>
          <p:nvPr/>
        </p:nvSpPr>
        <p:spPr>
          <a:xfrm>
            <a:off x="7159752" y="1417320"/>
            <a:ext cx="1627632" cy="365760"/>
          </a:xfrm>
          <a:prstGeom prst="rect">
            <a:avLst/>
          </a:prstGeom>
          <a:solidFill>
            <a:srgbClr val="0F2A47"/>
          </a:solidFill>
          <a:ln w="12700">
            <a:solidFill>
              <a:srgbClr val="0F2A47"/>
            </a:solidFill>
            <a:prstDash val="solid"/>
          </a:ln>
        </p:spPr>
        <p:txBody>
          <a:bodyPr/>
          <a:lstStyle/>
          <a:p>
            <a:endParaRPr lang="en-US"/>
          </a:p>
        </p:txBody>
      </p:sp>
      <p:sp>
        <p:nvSpPr>
          <p:cNvPr id="27" name="Text 25"/>
          <p:cNvSpPr>
            <a:spLocks/>
          </p:cNvSpPr>
          <p:nvPr/>
        </p:nvSpPr>
        <p:spPr>
          <a:xfrm>
            <a:off x="7251192" y="1417320"/>
            <a:ext cx="1444752" cy="365760"/>
          </a:xfrm>
          <a:prstGeom prst="rect">
            <a:avLst/>
          </a:prstGeom>
          <a:noFill/>
          <a:ln/>
        </p:spPr>
        <p:txBody>
          <a:bodyPr wrap="square" lIns="0" tIns="0" rIns="0" bIns="0" rtlCol="0" anchor="ctr"/>
          <a:lstStyle/>
          <a:p>
            <a:pPr marL="0" indent="0">
              <a:buNone/>
            </a:pPr>
            <a:r>
              <a:rPr lang="en-US" sz="1100" b="1">
                <a:solidFill>
                  <a:srgbClr val="00A896"/>
                </a:solidFill>
              </a:rPr>
              <a:t>05  Hand-off</a:t>
            </a:r>
            <a:endParaRPr lang="en-US" sz="1100"/>
          </a:p>
        </p:txBody>
      </p:sp>
      <p:sp>
        <p:nvSpPr>
          <p:cNvPr id="28" name="Shape 26"/>
          <p:cNvSpPr>
            <a:spLocks/>
          </p:cNvSpPr>
          <p:nvPr/>
        </p:nvSpPr>
        <p:spPr>
          <a:xfrm>
            <a:off x="7159752" y="1783080"/>
            <a:ext cx="1627632" cy="914400"/>
          </a:xfrm>
          <a:prstGeom prst="rect">
            <a:avLst/>
          </a:prstGeom>
          <a:solidFill>
            <a:srgbClr val="FFFFFF"/>
          </a:solidFill>
          <a:ln w="9525">
            <a:solidFill>
              <a:srgbClr val="D8D3C7"/>
            </a:solidFill>
            <a:prstDash val="solid"/>
          </a:ln>
        </p:spPr>
        <p:txBody>
          <a:bodyPr/>
          <a:lstStyle/>
          <a:p>
            <a:endParaRPr lang="en-US"/>
          </a:p>
        </p:txBody>
      </p:sp>
      <p:sp>
        <p:nvSpPr>
          <p:cNvPr id="29" name="Text 27"/>
          <p:cNvSpPr/>
          <p:nvPr/>
        </p:nvSpPr>
        <p:spPr>
          <a:xfrm>
            <a:off x="7251192" y="1828800"/>
            <a:ext cx="1444752" cy="822960"/>
          </a:xfrm>
          <a:prstGeom prst="rect">
            <a:avLst/>
          </a:prstGeom>
          <a:noFill/>
          <a:ln/>
        </p:spPr>
        <p:txBody>
          <a:bodyPr wrap="square" lIns="0" tIns="0" rIns="0" bIns="0" rtlCol="0" anchor="ctr"/>
          <a:lstStyle/>
          <a:p>
            <a:pPr marL="0" indent="0">
              <a:buNone/>
            </a:pPr>
            <a:r>
              <a:rPr lang="en-US" sz="1000">
                <a:solidFill>
                  <a:srgbClr val="1E293B"/>
                </a:solidFill>
              </a:rPr>
              <a:t>Pandas codegen + test sets delivered; corrections returned.</a:t>
            </a:r>
            <a:endParaRPr lang="en-US" sz="1000"/>
          </a:p>
        </p:txBody>
      </p:sp>
      <p:graphicFrame>
        <p:nvGraphicFramePr>
          <p:cNvPr id="30" name="Table 0"/>
          <p:cNvGraphicFramePr>
            <a:graphicFrameLocks noGrp="1"/>
          </p:cNvGraphicFramePr>
          <p:nvPr>
            <p:extLst>
              <p:ext uri="{D42A27DB-BD31-4B8C-83A1-F6EECF244321}">
                <p14:modId xmlns:p14="http://schemas.microsoft.com/office/powerpoint/2010/main" val="4080277608"/>
              </p:ext>
            </p:extLst>
          </p:nvPr>
        </p:nvGraphicFramePr>
        <p:xfrm>
          <a:off x="457200" y="2880360"/>
          <a:ext cx="8229600" cy="1755648"/>
        </p:xfrm>
        <a:graphic>
          <a:graphicData uri="http://schemas.openxmlformats.org/drawingml/2006/table">
            <a:tbl>
              <a:tblPr/>
              <a:tblGrid>
                <a:gridCol w="31089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292608">
                <a:tc>
                  <a:txBody>
                    <a:bodyPr/>
                    <a:lstStyle/>
                    <a:p>
                      <a:pPr marL="0" indent="0">
                        <a:buNone/>
                      </a:pPr>
                      <a:r>
                        <a:rPr lang="en-US" sz="1000" b="1">
                          <a:solidFill>
                            <a:srgbClr val="FFFFFF"/>
                          </a:solidFill>
                          <a:latin typeface="Calibri" pitchFamily="34" charset="0"/>
                          <a:ea typeface="Calibri" pitchFamily="34" charset="-122"/>
                          <a:cs typeface="Calibri" pitchFamily="34" charset="-120"/>
                        </a:rPr>
                        <a:t>Activity</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tc>
                  <a:txBody>
                    <a:bodyPr/>
                    <a:lstStyle/>
                    <a:p>
                      <a:pPr marL="0" indent="0" algn="ctr">
                        <a:buNone/>
                      </a:pPr>
                      <a:r>
                        <a:rPr lang="en-US" sz="1000" b="1">
                          <a:solidFill>
                            <a:srgbClr val="FFFFFF"/>
                          </a:solidFill>
                          <a:latin typeface="Calibri" pitchFamily="34" charset="0"/>
                          <a:ea typeface="Calibri" pitchFamily="34" charset="-122"/>
                          <a:cs typeface="Calibri" pitchFamily="34" charset="-120"/>
                        </a:rPr>
                        <a:t>Program</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tc>
                  <a:txBody>
                    <a:bodyPr/>
                    <a:lstStyle/>
                    <a:p>
                      <a:pPr marL="0" indent="0" algn="ctr">
                        <a:buNone/>
                      </a:pPr>
                      <a:r>
                        <a:rPr lang="en-US" sz="1000" b="1">
                          <a:solidFill>
                            <a:srgbClr val="FFFFFF"/>
                          </a:solidFill>
                          <a:latin typeface="Calibri" pitchFamily="34" charset="0"/>
                          <a:ea typeface="Calibri" pitchFamily="34" charset="-122"/>
                          <a:cs typeface="Calibri" pitchFamily="34" charset="-120"/>
                        </a:rPr>
                        <a:t>PMO</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tc>
                  <a:txBody>
                    <a:bodyPr/>
                    <a:lstStyle/>
                    <a:p>
                      <a:pPr marL="0" indent="0" algn="ctr">
                        <a:buNone/>
                      </a:pPr>
                      <a:r>
                        <a:rPr lang="en-US" sz="1000" b="1">
                          <a:solidFill>
                            <a:srgbClr val="FFFFFF"/>
                          </a:solidFill>
                          <a:latin typeface="Calibri" pitchFamily="34" charset="0"/>
                          <a:ea typeface="Calibri" pitchFamily="34" charset="-122"/>
                          <a:cs typeface="Calibri" pitchFamily="34" charset="-120"/>
                        </a:rPr>
                        <a:t>EA</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tc>
                  <a:txBody>
                    <a:bodyPr/>
                    <a:lstStyle/>
                    <a:p>
                      <a:pPr marL="0" indent="0" algn="ctr">
                        <a:buNone/>
                      </a:pPr>
                      <a:r>
                        <a:rPr lang="en-US" sz="1000" b="1">
                          <a:solidFill>
                            <a:srgbClr val="FFFFFF"/>
                          </a:solidFill>
                          <a:latin typeface="Calibri" pitchFamily="34" charset="0"/>
                          <a:ea typeface="Calibri" pitchFamily="34" charset="-122"/>
                          <a:cs typeface="Calibri" pitchFamily="34" charset="-120"/>
                        </a:rPr>
                        <a:t>Semantra Team</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0F2A47"/>
                    </a:solidFill>
                  </a:tcPr>
                </a:tc>
                <a:extLst>
                  <a:ext uri="{0D108BD9-81ED-4DB2-BD59-A6C34878D82A}">
                    <a16:rowId xmlns:a16="http://schemas.microsoft.com/office/drawing/2014/main" val="10000"/>
                  </a:ext>
                </a:extLst>
              </a:tr>
              <a:tr h="292608">
                <a:tc>
                  <a:txBody>
                    <a:bodyPr/>
                    <a:lstStyle/>
                    <a:p>
                      <a:pPr marL="0" indent="0" algn="l">
                        <a:buNone/>
                      </a:pPr>
                      <a:r>
                        <a:rPr lang="en-US" sz="1000" b="1">
                          <a:solidFill>
                            <a:srgbClr val="0F2A47"/>
                          </a:solidFill>
                          <a:latin typeface="Calibri" pitchFamily="34" charset="0"/>
                          <a:ea typeface="Calibri" pitchFamily="34" charset="-122"/>
                          <a:cs typeface="Calibri" pitchFamily="34" charset="-120"/>
                        </a:rPr>
                        <a:t>Submit intake &amp; inputs</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R</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A</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DE7C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C</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I</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000" b="1">
                          <a:solidFill>
                            <a:srgbClr val="0F2A47"/>
                          </a:solidFill>
                          <a:latin typeface="Calibri" pitchFamily="34" charset="0"/>
                          <a:ea typeface="Calibri" pitchFamily="34" charset="-122"/>
                          <a:cs typeface="Calibri" pitchFamily="34" charset="-120"/>
                        </a:rPr>
                        <a:t>Tier assignment &amp; onboarding</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C</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R</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C</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I</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lgn="l">
                        <a:buNone/>
                      </a:pPr>
                      <a:r>
                        <a:rPr lang="en-US" sz="1000" b="1">
                          <a:solidFill>
                            <a:srgbClr val="0F2A47"/>
                          </a:solidFill>
                          <a:latin typeface="Calibri" pitchFamily="34" charset="0"/>
                          <a:ea typeface="Calibri" pitchFamily="34" charset="-122"/>
                          <a:cs typeface="Calibri" pitchFamily="34" charset="-120"/>
                        </a:rPr>
                        <a:t>Glossary &amp; overlay alignment</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I</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C</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R</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C</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lgn="l">
                        <a:buNone/>
                      </a:pPr>
                      <a:r>
                        <a:rPr lang="en-US" sz="1000" b="1">
                          <a:solidFill>
                            <a:srgbClr val="0F2A47"/>
                          </a:solidFill>
                          <a:latin typeface="Calibri" pitchFamily="34" charset="0"/>
                          <a:ea typeface="Calibri" pitchFamily="34" charset="-122"/>
                          <a:cs typeface="Calibri" pitchFamily="34" charset="-120"/>
                        </a:rPr>
                        <a:t>Mapping review &amp; approval</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R</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A</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DE7C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C</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C</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lgn="l">
                        <a:buNone/>
                      </a:pPr>
                      <a:r>
                        <a:rPr lang="en-US" sz="1000" b="1">
                          <a:solidFill>
                            <a:srgbClr val="0F2A47"/>
                          </a:solidFill>
                          <a:latin typeface="Calibri" pitchFamily="34" charset="0"/>
                          <a:ea typeface="Calibri" pitchFamily="34" charset="-122"/>
                          <a:cs typeface="Calibri" pitchFamily="34" charset="-120"/>
                        </a:rPr>
                        <a:t>Codegen &amp; test handoff</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C</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I</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I</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FFFFFF"/>
                    </a:solidFill>
                  </a:tcPr>
                </a:tc>
                <a:tc>
                  <a:txBody>
                    <a:bodyPr/>
                    <a:lstStyle/>
                    <a:p>
                      <a:pPr marL="0" indent="0" algn="ctr">
                        <a:buNone/>
                      </a:pPr>
                      <a:r>
                        <a:rPr lang="en-US" sz="1000">
                          <a:solidFill>
                            <a:srgbClr val="1E293B"/>
                          </a:solidFill>
                          <a:latin typeface="Calibri" pitchFamily="34" charset="0"/>
                          <a:ea typeface="Calibri" pitchFamily="34" charset="-122"/>
                          <a:cs typeface="Calibri" pitchFamily="34" charset="-120"/>
                        </a:rPr>
                        <a:t>R</a:t>
                      </a:r>
                      <a:endParaRPr lang="en-US" sz="1000">
                        <a:latin typeface="Calibri" charset="0"/>
                        <a:ea typeface="Calibri" charset="0"/>
                        <a:cs typeface="Calibri" charset="0"/>
                      </a:endParaRPr>
                    </a:p>
                  </a:txBody>
                  <a:tcPr anchor="ctr">
                    <a:lnL w="6350" cap="flat" cmpd="sng" algn="ctr">
                      <a:solidFill>
                        <a:srgbClr val="D8D3C7"/>
                      </a:solidFill>
                      <a:prstDash val="solid"/>
                      <a:round/>
                      <a:headEnd type="none" w="med" len="med"/>
                      <a:tailEnd type="none" w="med" len="med"/>
                    </a:lnL>
                    <a:lnR w="6350" cap="flat" cmpd="sng" algn="ctr">
                      <a:solidFill>
                        <a:srgbClr val="D8D3C7"/>
                      </a:solidFill>
                      <a:prstDash val="solid"/>
                      <a:round/>
                      <a:headEnd type="none" w="med" len="med"/>
                      <a:tailEnd type="none" w="med" len="med"/>
                    </a:lnR>
                    <a:lnT w="6350" cap="flat" cmpd="sng" algn="ctr">
                      <a:solidFill>
                        <a:srgbClr val="D8D3C7"/>
                      </a:solidFill>
                      <a:prstDash val="solid"/>
                      <a:round/>
                      <a:headEnd type="none" w="med" len="med"/>
                      <a:tailEnd type="none" w="med" len="med"/>
                    </a:lnT>
                    <a:lnB w="6350" cap="flat" cmpd="sng" algn="ctr">
                      <a:solidFill>
                        <a:srgbClr val="D8D3C7"/>
                      </a:solidFill>
                      <a:prstDash val="solid"/>
                      <a:round/>
                      <a:headEnd type="none" w="med" len="med"/>
                      <a:tailEnd type="none" w="med" len="med"/>
                    </a:lnB>
                    <a:solidFill>
                      <a:srgbClr val="EAF6F4"/>
                    </a:solidFill>
                  </a:tcPr>
                </a:tc>
                <a:extLst>
                  <a:ext uri="{0D108BD9-81ED-4DB2-BD59-A6C34878D82A}">
                    <a16:rowId xmlns:a16="http://schemas.microsoft.com/office/drawing/2014/main" val="10005"/>
                  </a:ext>
                </a:extLst>
              </a:tr>
            </a:tbl>
          </a:graphicData>
        </a:graphic>
      </p:graphicFrame>
      <p:sp>
        <p:nvSpPr>
          <p:cNvPr id="31" name="Text 28"/>
          <p:cNvSpPr/>
          <p:nvPr/>
        </p:nvSpPr>
        <p:spPr>
          <a:xfrm>
            <a:off x="457200" y="4617720"/>
            <a:ext cx="8229600" cy="274320"/>
          </a:xfrm>
          <a:prstGeom prst="rect">
            <a:avLst/>
          </a:prstGeom>
          <a:noFill/>
          <a:ln/>
        </p:spPr>
        <p:txBody>
          <a:bodyPr wrap="square" lIns="0" tIns="0" rIns="0" bIns="0" rtlCol="0" anchor="ctr"/>
          <a:lstStyle/>
          <a:p>
            <a:pPr marL="0" indent="0" algn="ctr">
              <a:buNone/>
            </a:pPr>
            <a:r>
              <a:rPr lang="en-US" sz="900" i="1">
                <a:solidFill>
                  <a:srgbClr val="64748B"/>
                </a:solidFill>
              </a:rPr>
              <a:t>R = Responsible    A = Accountable    C = Consulted    I = Informed</a:t>
            </a:r>
            <a:endParaRPr lang="en-US" sz="9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9">
    <p:bg>
      <p:bgPr>
        <a:solidFill>
          <a:srgbClr val="F5F2EC"/>
        </a:solidFill>
        <a:effectLst/>
      </p:bgPr>
    </p:bg>
    <p:spTree>
      <p:nvGrpSpPr>
        <p:cNvPr id="1" name=""/>
        <p:cNvGrpSpPr/>
        <p:nvPr/>
      </p:nvGrpSpPr>
      <p:grpSpPr>
        <a:xfrm>
          <a:off x="0" y="0"/>
          <a:ext cx="0" cy="0"/>
          <a:chOff x="0" y="0"/>
          <a:chExt cx="0" cy="0"/>
        </a:xfrm>
      </p:grpSpPr>
      <p:sp>
        <p:nvSpPr>
          <p:cNvPr id="2" name="Shape 0"/>
          <p:cNvSpPr>
            <a:spLocks/>
          </p:cNvSpPr>
          <p:nvPr/>
        </p:nvSpPr>
        <p:spPr>
          <a:xfrm>
            <a:off x="0" y="0"/>
            <a:ext cx="9144000" cy="822960"/>
          </a:xfrm>
          <a:prstGeom prst="rect">
            <a:avLst/>
          </a:prstGeom>
          <a:solidFill>
            <a:srgbClr val="0F2A47"/>
          </a:solidFill>
          <a:ln w="12700">
            <a:solidFill>
              <a:srgbClr val="0F2A47"/>
            </a:solidFill>
            <a:prstDash val="solid"/>
          </a:ln>
        </p:spPr>
        <p:txBody>
          <a:bodyPr/>
          <a:lstStyle/>
          <a:p>
            <a:endParaRPr lang="en-US"/>
          </a:p>
        </p:txBody>
      </p:sp>
      <p:sp>
        <p:nvSpPr>
          <p:cNvPr id="3" name="Shape 1"/>
          <p:cNvSpPr>
            <a:spLocks/>
          </p:cNvSpPr>
          <p:nvPr/>
        </p:nvSpPr>
        <p:spPr>
          <a:xfrm>
            <a:off x="0" y="822960"/>
            <a:ext cx="9144000" cy="36576"/>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457200" y="109728"/>
            <a:ext cx="8229600" cy="640080"/>
          </a:xfrm>
          <a:prstGeom prst="rect">
            <a:avLst/>
          </a:prstGeom>
          <a:noFill/>
          <a:ln/>
        </p:spPr>
        <p:txBody>
          <a:bodyPr wrap="square" lIns="0" tIns="0" rIns="0" bIns="0" rtlCol="0" anchor="ctr"/>
          <a:lstStyle/>
          <a:p>
            <a:pPr marL="0" indent="0">
              <a:buNone/>
            </a:pPr>
            <a:r>
              <a:rPr lang="en-US" sz="2400" b="1">
                <a:solidFill>
                  <a:srgbClr val="FFFFFF"/>
                </a:solidFill>
                <a:latin typeface="Cambria" pitchFamily="34" charset="0"/>
                <a:ea typeface="Cambria" pitchFamily="34" charset="-122"/>
                <a:cs typeface="Cambria" pitchFamily="34" charset="-120"/>
              </a:rPr>
              <a:t>Proposed Service Catalog Entry</a:t>
            </a:r>
            <a:endParaRPr lang="en-US" sz="2400"/>
          </a:p>
        </p:txBody>
      </p:sp>
      <p:sp>
        <p:nvSpPr>
          <p:cNvPr id="5" name="Text 3"/>
          <p:cNvSpPr/>
          <p:nvPr/>
        </p:nvSpPr>
        <p:spPr>
          <a:xfrm>
            <a:off x="457200" y="960120"/>
            <a:ext cx="8229600" cy="274320"/>
          </a:xfrm>
          <a:prstGeom prst="rect">
            <a:avLst/>
          </a:prstGeom>
          <a:noFill/>
          <a:ln/>
        </p:spPr>
        <p:txBody>
          <a:bodyPr wrap="square" lIns="0" tIns="0" rIns="0" bIns="0" rtlCol="0" anchor="ctr"/>
          <a:lstStyle/>
          <a:p>
            <a:pPr marL="0" indent="0">
              <a:buNone/>
            </a:pPr>
            <a:r>
              <a:rPr lang="en-US" sz="1100" i="1">
                <a:solidFill>
                  <a:srgbClr val="028090"/>
                </a:solidFill>
                <a:latin typeface="Calibri" pitchFamily="34" charset="0"/>
                <a:ea typeface="Calibri" pitchFamily="34" charset="-122"/>
                <a:cs typeface="Calibri" pitchFamily="34" charset="-120"/>
              </a:rPr>
              <a:t>Service Name: Semantic Mapping &amp; Schema Alignment</a:t>
            </a:r>
            <a:endParaRPr lang="en-US" sz="1100"/>
          </a:p>
        </p:txBody>
      </p:sp>
      <p:sp>
        <p:nvSpPr>
          <p:cNvPr id="6" name="Text 4"/>
          <p:cNvSpPr>
            <a:spLocks/>
          </p:cNvSpPr>
          <p:nvPr/>
        </p:nvSpPr>
        <p:spPr>
          <a:xfrm>
            <a:off x="7680960" y="274320"/>
            <a:ext cx="1280160" cy="320040"/>
          </a:xfrm>
          <a:prstGeom prst="rect">
            <a:avLst/>
          </a:prstGeom>
          <a:noFill/>
          <a:ln/>
        </p:spPr>
        <p:txBody>
          <a:bodyPr wrap="square" lIns="0" tIns="0" rIns="0" bIns="0" rtlCol="0" anchor="ctr"/>
          <a:lstStyle/>
          <a:p>
            <a:pPr marL="0" indent="0" algn="r">
              <a:buNone/>
            </a:pPr>
            <a:r>
              <a:rPr lang="en-US" sz="900" kern="0" spc="400">
                <a:solidFill>
                  <a:srgbClr val="00A896"/>
                </a:solidFill>
              </a:rPr>
              <a:t>SEMANTRA</a:t>
            </a:r>
            <a:endParaRPr lang="en-US" sz="900"/>
          </a:p>
        </p:txBody>
      </p:sp>
      <p:sp>
        <p:nvSpPr>
          <p:cNvPr id="7" name="Shape 5"/>
          <p:cNvSpPr>
            <a:spLocks/>
          </p:cNvSpPr>
          <p:nvPr/>
        </p:nvSpPr>
        <p:spPr>
          <a:xfrm>
            <a:off x="0" y="4983480"/>
            <a:ext cx="9144000" cy="160020"/>
          </a:xfrm>
          <a:prstGeom prst="rect">
            <a:avLst/>
          </a:prstGeom>
          <a:solidFill>
            <a:srgbClr val="0F2A47"/>
          </a:solidFill>
          <a:ln w="12700">
            <a:solidFill>
              <a:srgbClr val="0F2A47"/>
            </a:solidFill>
            <a:prstDash val="solid"/>
          </a:ln>
        </p:spPr>
        <p:txBody>
          <a:bodyPr/>
          <a:lstStyle/>
          <a:p>
            <a:endParaRPr lang="en-US"/>
          </a:p>
        </p:txBody>
      </p:sp>
      <p:sp>
        <p:nvSpPr>
          <p:cNvPr id="8" name="Text 6"/>
          <p:cNvSpPr>
            <a:spLocks/>
          </p:cNvSpPr>
          <p:nvPr/>
        </p:nvSpPr>
        <p:spPr>
          <a:xfrm>
            <a:off x="365760" y="4983480"/>
            <a:ext cx="5486400" cy="160020"/>
          </a:xfrm>
          <a:prstGeom prst="rect">
            <a:avLst/>
          </a:prstGeom>
          <a:noFill/>
          <a:ln/>
        </p:spPr>
        <p:txBody>
          <a:bodyPr wrap="square" lIns="0" tIns="0" rIns="0" bIns="0" rtlCol="0" anchor="ctr"/>
          <a:lstStyle/>
          <a:p>
            <a:pPr marL="0" indent="0">
              <a:buNone/>
            </a:pPr>
            <a:r>
              <a:rPr lang="en-US" sz="900">
                <a:solidFill>
                  <a:srgbClr val="FFFFFF"/>
                </a:solidFill>
              </a:rPr>
              <a:t>Source → Concept → Target</a:t>
            </a:r>
            <a:endParaRPr lang="en-US" sz="900"/>
          </a:p>
        </p:txBody>
      </p:sp>
      <p:sp>
        <p:nvSpPr>
          <p:cNvPr id="9" name="Text 7"/>
          <p:cNvSpPr/>
          <p:nvPr/>
        </p:nvSpPr>
        <p:spPr>
          <a:xfrm>
            <a:off x="7863840" y="4983480"/>
            <a:ext cx="914400" cy="160020"/>
          </a:xfrm>
          <a:prstGeom prst="rect">
            <a:avLst/>
          </a:prstGeom>
          <a:noFill/>
          <a:ln/>
        </p:spPr>
        <p:txBody>
          <a:bodyPr wrap="square" lIns="0" tIns="0" rIns="0" bIns="0" rtlCol="0" anchor="ctr"/>
          <a:lstStyle/>
          <a:p>
            <a:pPr marL="0" indent="0" algn="r">
              <a:buNone/>
            </a:pPr>
            <a:r>
              <a:rPr lang="en-US" sz="900">
                <a:solidFill>
                  <a:srgbClr val="FFFFFF"/>
                </a:solidFill>
              </a:rPr>
              <a:t>12 / 12</a:t>
            </a:r>
            <a:endParaRPr lang="en-US" sz="900"/>
          </a:p>
        </p:txBody>
      </p:sp>
      <p:sp>
        <p:nvSpPr>
          <p:cNvPr id="10" name="Shape 8"/>
          <p:cNvSpPr/>
          <p:nvPr/>
        </p:nvSpPr>
        <p:spPr>
          <a:xfrm>
            <a:off x="457200" y="1417320"/>
            <a:ext cx="8229600" cy="457200"/>
          </a:xfrm>
          <a:prstGeom prst="rect">
            <a:avLst/>
          </a:prstGeom>
          <a:solidFill>
            <a:srgbClr val="0F2A47"/>
          </a:solidFill>
          <a:ln w="12700">
            <a:solidFill>
              <a:srgbClr val="0F2A47"/>
            </a:solidFill>
            <a:prstDash val="solid"/>
          </a:ln>
        </p:spPr>
        <p:txBody>
          <a:bodyPr/>
          <a:lstStyle/>
          <a:p>
            <a:endParaRPr lang="en-US"/>
          </a:p>
        </p:txBody>
      </p:sp>
      <p:sp>
        <p:nvSpPr>
          <p:cNvPr id="11" name="Text 9"/>
          <p:cNvSpPr>
            <a:spLocks/>
          </p:cNvSpPr>
          <p:nvPr/>
        </p:nvSpPr>
        <p:spPr>
          <a:xfrm>
            <a:off x="640080" y="1417320"/>
            <a:ext cx="7863840" cy="457200"/>
          </a:xfrm>
          <a:prstGeom prst="rect">
            <a:avLst/>
          </a:prstGeom>
          <a:noFill/>
          <a:ln/>
        </p:spPr>
        <p:txBody>
          <a:bodyPr wrap="square" lIns="0" tIns="0" rIns="0" bIns="0" rtlCol="0" anchor="ctr"/>
          <a:lstStyle/>
          <a:p>
            <a:pPr marL="0" indent="0">
              <a:buNone/>
            </a:pPr>
            <a:r>
              <a:rPr lang="en-US" sz="1000">
                <a:solidFill>
                  <a:srgbClr val="FFFFFF"/>
                </a:solidFill>
              </a:rPr>
              <a:t>Catalog category: Data &amp; Integration Services  ·  Owner: PMO (delivery) + EA (standards)  ·  Consumers: Program teams, integration squads, M&amp;A workstreams</a:t>
            </a:r>
            <a:endParaRPr lang="en-US" sz="1000"/>
          </a:p>
        </p:txBody>
      </p:sp>
      <p:sp>
        <p:nvSpPr>
          <p:cNvPr id="12" name="Shape 10"/>
          <p:cNvSpPr>
            <a:spLocks/>
          </p:cNvSpPr>
          <p:nvPr/>
        </p:nvSpPr>
        <p:spPr>
          <a:xfrm>
            <a:off x="320040" y="2011680"/>
            <a:ext cx="2743200" cy="457200"/>
          </a:xfrm>
          <a:prstGeom prst="rect">
            <a:avLst/>
          </a:prstGeom>
          <a:solidFill>
            <a:srgbClr val="028090"/>
          </a:solidFill>
          <a:ln w="12700">
            <a:solidFill>
              <a:srgbClr val="028090"/>
            </a:solidFill>
            <a:prstDash val="solid"/>
          </a:ln>
        </p:spPr>
        <p:txBody>
          <a:bodyPr/>
          <a:lstStyle/>
          <a:p>
            <a:endParaRPr lang="en-US"/>
          </a:p>
        </p:txBody>
      </p:sp>
      <p:sp>
        <p:nvSpPr>
          <p:cNvPr id="13" name="Text 11"/>
          <p:cNvSpPr/>
          <p:nvPr/>
        </p:nvSpPr>
        <p:spPr>
          <a:xfrm>
            <a:off x="457200" y="2011680"/>
            <a:ext cx="2468880" cy="457200"/>
          </a:xfrm>
          <a:prstGeom prst="rect">
            <a:avLst/>
          </a:prstGeom>
          <a:noFill/>
          <a:ln/>
        </p:spPr>
        <p:txBody>
          <a:bodyPr wrap="square" lIns="0" tIns="0" rIns="0" bIns="0" rtlCol="0" anchor="ctr"/>
          <a:lstStyle/>
          <a:p>
            <a:pPr marL="0" indent="0">
              <a:buNone/>
            </a:pPr>
            <a:r>
              <a:rPr lang="en-US" sz="1300" b="1">
                <a:solidFill>
                  <a:srgbClr val="FFFFFF"/>
                </a:solidFill>
                <a:latin typeface="Cambria" pitchFamily="34" charset="0"/>
                <a:ea typeface="Cambria" pitchFamily="34" charset="-122"/>
                <a:cs typeface="Cambria" pitchFamily="34" charset="-120"/>
              </a:rPr>
              <a:t>Tier 1 · Self-serve</a:t>
            </a:r>
            <a:endParaRPr lang="en-US" sz="1300"/>
          </a:p>
        </p:txBody>
      </p:sp>
      <p:sp>
        <p:nvSpPr>
          <p:cNvPr id="14" name="Shape 12"/>
          <p:cNvSpPr>
            <a:spLocks/>
          </p:cNvSpPr>
          <p:nvPr/>
        </p:nvSpPr>
        <p:spPr>
          <a:xfrm>
            <a:off x="320040" y="2468880"/>
            <a:ext cx="2743200" cy="2240280"/>
          </a:xfrm>
          <a:prstGeom prst="rect">
            <a:avLst/>
          </a:prstGeom>
          <a:solidFill>
            <a:srgbClr val="FFFFFF"/>
          </a:solidFill>
          <a:ln w="9525">
            <a:solidFill>
              <a:srgbClr val="D8D3C7"/>
            </a:solidFill>
            <a:prstDash val="solid"/>
          </a:ln>
        </p:spPr>
        <p:txBody>
          <a:bodyPr/>
          <a:lstStyle/>
          <a:p>
            <a:endParaRPr lang="en-US"/>
          </a:p>
        </p:txBody>
      </p:sp>
      <p:sp>
        <p:nvSpPr>
          <p:cNvPr id="15" name="Text 13"/>
          <p:cNvSpPr/>
          <p:nvPr/>
        </p:nvSpPr>
        <p:spPr>
          <a:xfrm>
            <a:off x="457200" y="2560320"/>
            <a:ext cx="2514600" cy="1554480"/>
          </a:xfrm>
          <a:prstGeom prst="rect">
            <a:avLst/>
          </a:prstGeom>
          <a:noFill/>
          <a:ln/>
        </p:spPr>
        <p:txBody>
          <a:bodyPr wrap="square" lIns="0" tIns="0" rIns="0" bIns="0" rtlCol="0" anchor="t"/>
          <a:lstStyle/>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Upload source/target</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Auto-mapping with explanations</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Streamlit review UI</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Export Pandas codegen</a:t>
            </a:r>
            <a:endParaRPr lang="en-US" sz="1100"/>
          </a:p>
        </p:txBody>
      </p:sp>
      <p:sp>
        <p:nvSpPr>
          <p:cNvPr id="16" name="Shape 14"/>
          <p:cNvSpPr/>
          <p:nvPr/>
        </p:nvSpPr>
        <p:spPr>
          <a:xfrm>
            <a:off x="502920" y="4206240"/>
            <a:ext cx="2377440" cy="0"/>
          </a:xfrm>
          <a:prstGeom prst="line">
            <a:avLst/>
          </a:prstGeom>
          <a:noFill/>
          <a:ln w="6350">
            <a:solidFill>
              <a:srgbClr val="D8D3C7"/>
            </a:solidFill>
            <a:prstDash val="solid"/>
          </a:ln>
        </p:spPr>
        <p:txBody>
          <a:bodyPr/>
          <a:lstStyle/>
          <a:p>
            <a:endParaRPr lang="en-US"/>
          </a:p>
        </p:txBody>
      </p:sp>
      <p:sp>
        <p:nvSpPr>
          <p:cNvPr id="17" name="Text 15"/>
          <p:cNvSpPr>
            <a:spLocks/>
          </p:cNvSpPr>
          <p:nvPr/>
        </p:nvSpPr>
        <p:spPr>
          <a:xfrm>
            <a:off x="502920" y="4251960"/>
            <a:ext cx="2377440" cy="365760"/>
          </a:xfrm>
          <a:prstGeom prst="rect">
            <a:avLst/>
          </a:prstGeom>
          <a:noFill/>
          <a:ln/>
        </p:spPr>
        <p:txBody>
          <a:bodyPr wrap="square" lIns="0" tIns="0" rIns="0" bIns="0" rtlCol="0" anchor="ctr"/>
          <a:lstStyle/>
          <a:p>
            <a:pPr marL="0" indent="0">
              <a:buNone/>
            </a:pPr>
            <a:r>
              <a:rPr lang="en-US" sz="1000" i="1">
                <a:solidFill>
                  <a:srgbClr val="028090"/>
                </a:solidFill>
              </a:rPr>
              <a:t>Sandbox, no governance gate</a:t>
            </a:r>
            <a:endParaRPr lang="en-US" sz="1000"/>
          </a:p>
        </p:txBody>
      </p:sp>
      <p:sp>
        <p:nvSpPr>
          <p:cNvPr id="18" name="Shape 16"/>
          <p:cNvSpPr>
            <a:spLocks/>
          </p:cNvSpPr>
          <p:nvPr/>
        </p:nvSpPr>
        <p:spPr>
          <a:xfrm>
            <a:off x="3200400" y="2011680"/>
            <a:ext cx="2743200" cy="457200"/>
          </a:xfrm>
          <a:prstGeom prst="rect">
            <a:avLst/>
          </a:prstGeom>
          <a:solidFill>
            <a:srgbClr val="0F2A47"/>
          </a:solidFill>
          <a:ln w="12700">
            <a:solidFill>
              <a:srgbClr val="0F2A47"/>
            </a:solidFill>
            <a:prstDash val="solid"/>
          </a:ln>
        </p:spPr>
        <p:txBody>
          <a:bodyPr/>
          <a:lstStyle/>
          <a:p>
            <a:endParaRPr lang="en-US"/>
          </a:p>
        </p:txBody>
      </p:sp>
      <p:sp>
        <p:nvSpPr>
          <p:cNvPr id="19" name="Text 17"/>
          <p:cNvSpPr/>
          <p:nvPr/>
        </p:nvSpPr>
        <p:spPr>
          <a:xfrm>
            <a:off x="3337560" y="2011680"/>
            <a:ext cx="2468880" cy="457200"/>
          </a:xfrm>
          <a:prstGeom prst="rect">
            <a:avLst/>
          </a:prstGeom>
          <a:noFill/>
          <a:ln/>
        </p:spPr>
        <p:txBody>
          <a:bodyPr wrap="square" lIns="0" tIns="0" rIns="0" bIns="0" rtlCol="0" anchor="ctr"/>
          <a:lstStyle/>
          <a:p>
            <a:pPr marL="0" indent="0">
              <a:buNone/>
            </a:pPr>
            <a:r>
              <a:rPr lang="en-US" sz="1300" b="1">
                <a:solidFill>
                  <a:srgbClr val="FFFFFF"/>
                </a:solidFill>
                <a:latin typeface="Cambria" pitchFamily="34" charset="0"/>
                <a:ea typeface="Cambria" pitchFamily="34" charset="-122"/>
                <a:cs typeface="Cambria" pitchFamily="34" charset="-120"/>
              </a:rPr>
              <a:t>Tier 2 · Assisted</a:t>
            </a:r>
            <a:endParaRPr lang="en-US" sz="1300"/>
          </a:p>
        </p:txBody>
      </p:sp>
      <p:sp>
        <p:nvSpPr>
          <p:cNvPr id="20" name="Shape 18"/>
          <p:cNvSpPr>
            <a:spLocks/>
          </p:cNvSpPr>
          <p:nvPr/>
        </p:nvSpPr>
        <p:spPr>
          <a:xfrm>
            <a:off x="3200400" y="2468880"/>
            <a:ext cx="2743200" cy="2240280"/>
          </a:xfrm>
          <a:prstGeom prst="rect">
            <a:avLst/>
          </a:prstGeom>
          <a:solidFill>
            <a:srgbClr val="FFFFFF"/>
          </a:solidFill>
          <a:ln w="9525">
            <a:solidFill>
              <a:srgbClr val="D8D3C7"/>
            </a:solidFill>
            <a:prstDash val="solid"/>
          </a:ln>
        </p:spPr>
        <p:txBody>
          <a:bodyPr/>
          <a:lstStyle/>
          <a:p>
            <a:endParaRPr lang="en-US"/>
          </a:p>
        </p:txBody>
      </p:sp>
      <p:sp>
        <p:nvSpPr>
          <p:cNvPr id="21" name="Text 19"/>
          <p:cNvSpPr/>
          <p:nvPr/>
        </p:nvSpPr>
        <p:spPr>
          <a:xfrm>
            <a:off x="3337560" y="2560320"/>
            <a:ext cx="2514600" cy="1554480"/>
          </a:xfrm>
          <a:prstGeom prst="rect">
            <a:avLst/>
          </a:prstGeom>
          <a:noFill/>
          <a:ln/>
        </p:spPr>
        <p:txBody>
          <a:bodyPr wrap="square" lIns="0" tIns="0" rIns="0" bIns="0" rtlCol="0" anchor="t"/>
          <a:lstStyle/>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Tier 1 + analyst pairing</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Custom knowledge overlays</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Reviewed mapping set saved as draft → review</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Benchmark + correction-impact run</a:t>
            </a:r>
            <a:endParaRPr lang="en-US" sz="1100"/>
          </a:p>
        </p:txBody>
      </p:sp>
      <p:sp>
        <p:nvSpPr>
          <p:cNvPr id="22" name="Shape 20"/>
          <p:cNvSpPr/>
          <p:nvPr/>
        </p:nvSpPr>
        <p:spPr>
          <a:xfrm>
            <a:off x="3383280" y="4206240"/>
            <a:ext cx="2377440" cy="0"/>
          </a:xfrm>
          <a:prstGeom prst="line">
            <a:avLst/>
          </a:prstGeom>
          <a:noFill/>
          <a:ln w="6350">
            <a:solidFill>
              <a:srgbClr val="D8D3C7"/>
            </a:solidFill>
            <a:prstDash val="solid"/>
          </a:ln>
        </p:spPr>
        <p:txBody>
          <a:bodyPr/>
          <a:lstStyle/>
          <a:p>
            <a:endParaRPr lang="en-US"/>
          </a:p>
        </p:txBody>
      </p:sp>
      <p:sp>
        <p:nvSpPr>
          <p:cNvPr id="23" name="Text 21"/>
          <p:cNvSpPr>
            <a:spLocks/>
          </p:cNvSpPr>
          <p:nvPr/>
        </p:nvSpPr>
        <p:spPr>
          <a:xfrm>
            <a:off x="3383280" y="4251960"/>
            <a:ext cx="2377440" cy="365760"/>
          </a:xfrm>
          <a:prstGeom prst="rect">
            <a:avLst/>
          </a:prstGeom>
          <a:noFill/>
          <a:ln/>
        </p:spPr>
        <p:txBody>
          <a:bodyPr wrap="square" lIns="0" tIns="0" rIns="0" bIns="0" rtlCol="0" anchor="ctr"/>
          <a:lstStyle/>
          <a:p>
            <a:pPr marL="0" indent="0">
              <a:buNone/>
            </a:pPr>
            <a:r>
              <a:rPr lang="en-US" sz="1000" i="1">
                <a:solidFill>
                  <a:srgbClr val="0F2A47"/>
                </a:solidFill>
              </a:rPr>
              <a:t>Sponsored by program PM</a:t>
            </a:r>
            <a:endParaRPr lang="en-US" sz="1000"/>
          </a:p>
        </p:txBody>
      </p:sp>
      <p:sp>
        <p:nvSpPr>
          <p:cNvPr id="24" name="Shape 22"/>
          <p:cNvSpPr>
            <a:spLocks/>
          </p:cNvSpPr>
          <p:nvPr/>
        </p:nvSpPr>
        <p:spPr>
          <a:xfrm>
            <a:off x="6080760" y="2011680"/>
            <a:ext cx="2743200" cy="457200"/>
          </a:xfrm>
          <a:prstGeom prst="rect">
            <a:avLst/>
          </a:prstGeom>
          <a:solidFill>
            <a:srgbClr val="F2A65A"/>
          </a:solidFill>
          <a:ln w="12700">
            <a:solidFill>
              <a:srgbClr val="F2A65A"/>
            </a:solidFill>
            <a:prstDash val="solid"/>
          </a:ln>
        </p:spPr>
        <p:txBody>
          <a:bodyPr/>
          <a:lstStyle/>
          <a:p>
            <a:endParaRPr lang="en-US"/>
          </a:p>
        </p:txBody>
      </p:sp>
      <p:sp>
        <p:nvSpPr>
          <p:cNvPr id="25" name="Text 23"/>
          <p:cNvSpPr/>
          <p:nvPr/>
        </p:nvSpPr>
        <p:spPr>
          <a:xfrm>
            <a:off x="6217920" y="2011680"/>
            <a:ext cx="2468880" cy="457200"/>
          </a:xfrm>
          <a:prstGeom prst="rect">
            <a:avLst/>
          </a:prstGeom>
          <a:noFill/>
          <a:ln/>
        </p:spPr>
        <p:txBody>
          <a:bodyPr wrap="square" lIns="0" tIns="0" rIns="0" bIns="0" rtlCol="0" anchor="ctr"/>
          <a:lstStyle/>
          <a:p>
            <a:pPr marL="0" indent="0">
              <a:buNone/>
            </a:pPr>
            <a:r>
              <a:rPr lang="en-US" sz="1300" b="1">
                <a:solidFill>
                  <a:srgbClr val="FFFFFF"/>
                </a:solidFill>
                <a:latin typeface="Cambria" pitchFamily="34" charset="0"/>
                <a:ea typeface="Cambria" pitchFamily="34" charset="-122"/>
                <a:cs typeface="Cambria" pitchFamily="34" charset="-120"/>
              </a:rPr>
              <a:t>Tier 3 · Governed</a:t>
            </a:r>
            <a:endParaRPr lang="en-US" sz="1300"/>
          </a:p>
        </p:txBody>
      </p:sp>
      <p:sp>
        <p:nvSpPr>
          <p:cNvPr id="26" name="Shape 24"/>
          <p:cNvSpPr>
            <a:spLocks/>
          </p:cNvSpPr>
          <p:nvPr/>
        </p:nvSpPr>
        <p:spPr>
          <a:xfrm>
            <a:off x="6080760" y="2468880"/>
            <a:ext cx="2743200" cy="2240280"/>
          </a:xfrm>
          <a:prstGeom prst="rect">
            <a:avLst/>
          </a:prstGeom>
          <a:solidFill>
            <a:srgbClr val="FFFFFF"/>
          </a:solidFill>
          <a:ln w="9525">
            <a:solidFill>
              <a:srgbClr val="D8D3C7"/>
            </a:solidFill>
            <a:prstDash val="solid"/>
          </a:ln>
        </p:spPr>
        <p:txBody>
          <a:bodyPr/>
          <a:lstStyle/>
          <a:p>
            <a:endParaRPr lang="en-US"/>
          </a:p>
        </p:txBody>
      </p:sp>
      <p:sp>
        <p:nvSpPr>
          <p:cNvPr id="27" name="Text 25"/>
          <p:cNvSpPr>
            <a:spLocks/>
          </p:cNvSpPr>
          <p:nvPr/>
        </p:nvSpPr>
        <p:spPr>
          <a:xfrm>
            <a:off x="6217920" y="2560320"/>
            <a:ext cx="2514600" cy="1554480"/>
          </a:xfrm>
          <a:prstGeom prst="rect">
            <a:avLst/>
          </a:prstGeom>
          <a:noFill/>
          <a:ln/>
        </p:spPr>
        <p:txBody>
          <a:bodyPr wrap="square" lIns="0" tIns="0" rIns="0" bIns="0" rtlCol="0" anchor="t"/>
          <a:lstStyle/>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Tier 2 + EA canonical alignment</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Approved mapping set with audit</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Status-gated export &amp; run</a:t>
            </a:r>
            <a:endParaRPr lang="en-US" sz="1100"/>
          </a:p>
          <a:p>
            <a:pPr marL="342900" indent="-342900">
              <a:spcAft>
                <a:spcPts val="400"/>
              </a:spcAft>
              <a:buSzPct val="100000"/>
              <a:buChar char="■"/>
            </a:pPr>
            <a:r>
              <a:rPr lang="en-US" sz="1100">
                <a:solidFill>
                  <a:srgbClr val="1E293B"/>
                </a:solidFill>
                <a:latin typeface="Calibri" pitchFamily="34" charset="0"/>
                <a:ea typeface="Calibri" pitchFamily="34" charset="-122"/>
                <a:cs typeface="Calibri" pitchFamily="34" charset="-120"/>
              </a:rPr>
              <a:t>Reusable rules promoted to org library</a:t>
            </a:r>
            <a:endParaRPr lang="en-US" sz="1100"/>
          </a:p>
        </p:txBody>
      </p:sp>
      <p:sp>
        <p:nvSpPr>
          <p:cNvPr id="28" name="Shape 26"/>
          <p:cNvSpPr>
            <a:spLocks/>
          </p:cNvSpPr>
          <p:nvPr/>
        </p:nvSpPr>
        <p:spPr>
          <a:xfrm>
            <a:off x="6263640" y="4206240"/>
            <a:ext cx="2377440" cy="0"/>
          </a:xfrm>
          <a:prstGeom prst="line">
            <a:avLst/>
          </a:prstGeom>
          <a:noFill/>
          <a:ln w="6350">
            <a:solidFill>
              <a:srgbClr val="D8D3C7"/>
            </a:solidFill>
            <a:prstDash val="solid"/>
          </a:ln>
        </p:spPr>
        <p:txBody>
          <a:bodyPr/>
          <a:lstStyle/>
          <a:p>
            <a:endParaRPr lang="en-US"/>
          </a:p>
        </p:txBody>
      </p:sp>
      <p:sp>
        <p:nvSpPr>
          <p:cNvPr id="29" name="Text 27"/>
          <p:cNvSpPr/>
          <p:nvPr/>
        </p:nvSpPr>
        <p:spPr>
          <a:xfrm>
            <a:off x="6263640" y="4251960"/>
            <a:ext cx="2377440" cy="365760"/>
          </a:xfrm>
          <a:prstGeom prst="rect">
            <a:avLst/>
          </a:prstGeom>
          <a:noFill/>
          <a:ln/>
        </p:spPr>
        <p:txBody>
          <a:bodyPr wrap="square" lIns="0" tIns="0" rIns="0" bIns="0" rtlCol="0" anchor="ctr"/>
          <a:lstStyle/>
          <a:p>
            <a:pPr marL="0" indent="0">
              <a:buNone/>
            </a:pPr>
            <a:r>
              <a:rPr lang="en-US" sz="1000" i="1">
                <a:solidFill>
                  <a:srgbClr val="F2A65A"/>
                </a:solidFill>
              </a:rPr>
              <a:t>Endorsed by EA Council</a:t>
            </a:r>
            <a:endParaRPr lang="en-US" sz="1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13756</Words>
  <Application>Microsoft Office PowerPoint</Application>
  <PresentationFormat>On-screen Show (16:9)</PresentationFormat>
  <Paragraphs>1545</Paragraphs>
  <Slides>67</Slides>
  <Notes>62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67</vt:i4>
      </vt:variant>
    </vt:vector>
  </HeadingPairs>
  <TitlesOfParts>
    <vt:vector size="72"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Milinkovic, Slavisa</dc:creator>
  <cp:lastModifiedBy>Slavisa Milinkovic</cp:lastModifiedBy>
  <cp:revision>3</cp:revision>
  <dcterms:created xsi:type="dcterms:W3CDTF">2026-05-05T09:41:34Z</dcterms:created>
  <dcterms:modified xsi:type="dcterms:W3CDTF">2026-05-05T18:21:23Z</dcterms:modified>
</cp:coreProperties>
</file>